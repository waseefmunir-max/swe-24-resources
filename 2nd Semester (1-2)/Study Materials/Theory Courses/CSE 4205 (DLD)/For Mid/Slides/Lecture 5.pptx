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71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</p:sldIdLst>
  <p:sldSz cy="5143500" cx="9144000"/>
  <p:notesSz cx="6858000" cy="9144000"/>
  <p:embeddedFontLst>
    <p:embeddedFont>
      <p:font typeface="Nunito"/>
      <p:regular r:id="rId34"/>
      <p:bold r:id="rId35"/>
      <p:italic r:id="rId36"/>
      <p:boldItalic r:id="rId37"/>
    </p:embeddedFont>
    <p:embeddedFont>
      <p:font typeface="Inter Tight"/>
      <p:regular r:id="rId38"/>
      <p:bold r:id="rId39"/>
      <p:italic r:id="rId40"/>
      <p:boldItalic r:id="rId41"/>
    </p:embeddedFont>
    <p:embeddedFont>
      <p:font typeface="Open Sans"/>
      <p:regular r:id="rId42"/>
      <p:bold r:id="rId43"/>
      <p:italic r:id="rId44"/>
      <p:boldItalic r:id="rId45"/>
    </p:embeddedFont>
    <p:embeddedFont>
      <p:font typeface="Inter Tight SemiBold"/>
      <p:regular r:id="rId46"/>
      <p:bold r:id="rId47"/>
      <p:italic r:id="rId48"/>
      <p:boldItalic r:id="rId4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InterTight-italic.fntdata"/><Relationship Id="rId42" Type="http://schemas.openxmlformats.org/officeDocument/2006/relationships/font" Target="fonts/OpenSans-regular.fntdata"/><Relationship Id="rId41" Type="http://schemas.openxmlformats.org/officeDocument/2006/relationships/font" Target="fonts/InterTight-boldItalic.fntdata"/><Relationship Id="rId44" Type="http://schemas.openxmlformats.org/officeDocument/2006/relationships/font" Target="fonts/OpenSans-italic.fntdata"/><Relationship Id="rId43" Type="http://schemas.openxmlformats.org/officeDocument/2006/relationships/font" Target="fonts/OpenSans-bold.fntdata"/><Relationship Id="rId46" Type="http://schemas.openxmlformats.org/officeDocument/2006/relationships/font" Target="fonts/InterTightSemiBold-regular.fntdata"/><Relationship Id="rId45" Type="http://schemas.openxmlformats.org/officeDocument/2006/relationships/font" Target="fonts/OpenSans-bold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font" Target="fonts/InterTightSemiBold-italic.fntdata"/><Relationship Id="rId47" Type="http://schemas.openxmlformats.org/officeDocument/2006/relationships/font" Target="fonts/InterTightSemiBold-bold.fntdata"/><Relationship Id="rId49" Type="http://schemas.openxmlformats.org/officeDocument/2006/relationships/font" Target="fonts/InterTightSemiBold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font" Target="fonts/Nunito-bold.fntdata"/><Relationship Id="rId34" Type="http://schemas.openxmlformats.org/officeDocument/2006/relationships/font" Target="fonts/Nunito-regular.fntdata"/><Relationship Id="rId37" Type="http://schemas.openxmlformats.org/officeDocument/2006/relationships/font" Target="fonts/Nunito-boldItalic.fntdata"/><Relationship Id="rId36" Type="http://schemas.openxmlformats.org/officeDocument/2006/relationships/font" Target="fonts/Nunito-italic.fntdata"/><Relationship Id="rId39" Type="http://schemas.openxmlformats.org/officeDocument/2006/relationships/font" Target="fonts/InterTight-bold.fntdata"/><Relationship Id="rId38" Type="http://schemas.openxmlformats.org/officeDocument/2006/relationships/font" Target="fonts/InterTight-regular.fntdata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9" name="Google Shape;599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g12126a3bec9_0_2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6" name="Google Shape;606;g12126a3bec9_0_2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g35486a98494_1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5" name="Google Shape;615;g35486a98494_1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g35a79f4929b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3" name="Google Shape;633;g35a79f4929b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g35a79f4929b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3" name="Google Shape;643;g35a79f4929b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g35a79f4929b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1" name="Google Shape;661;g35a79f4929b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0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g35a79f4929b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2" name="Google Shape;672;g35a79f4929b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g354cb60bb78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2" name="Google Shape;682;g354cb60bb78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g35a79f4929b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4" name="Google Shape;694;g35a79f4929b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g35a79f4929b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3" name="Google Shape;713;g35a79f4929b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5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726;g35a79f4929b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7" name="Google Shape;727;g35a79f4929b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35a79f4929b_0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9" name="Google Shape;739;g35a79f4929b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8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g35a79f4929b_0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0" name="Google Shape;760;g35a79f4929b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4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g35a79f4929b_0_1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6" name="Google Shape;776;g35a79f4929b_0_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5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g35486a98494_1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7" name="Google Shape;787;g35486a98494_1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4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Google Shape;795;g35486a98494_1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6" name="Google Shape;796;g35486a98494_1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7" name="Shape 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" name="Google Shape;808;g35486a98494_1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9" name="Google Shape;809;g35486a98494_1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4" name="Shape 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" name="Google Shape;825;g35a79f4929b_0_1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6" name="Google Shape;826;g35a79f4929b_0_1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5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g35a79f4929b_0_2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7" name="Google Shape;837;g35a79f4929b_0_2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2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g35a79f4929b_0_2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4" name="Google Shape;854;g35a79f4929b_0_2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7" name="Shape 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Google Shape;868;g35a79f4929b_0_2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9" name="Google Shape;869;g35a79f4929b_0_2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1" name="Shape 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Google Shape;882;g35486a98494_1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3" name="Google Shape;883;g35486a98494_1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g35a79f4929b_0_3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3" name="Google Shape;893;g35a79f4929b_0_3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4" name="Shape 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Google Shape;905;g35a79f4929b_0_3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6" name="Google Shape;906;g35a79f4929b_0_3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7" name="Shape 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8" name="Google Shape;918;g35a79f4929b_0_3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9" name="Google Shape;919;g35a79f4929b_0_3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8" name="Shape 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9" name="Google Shape;929;g35a79f4929b_0_3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0" name="Google Shape;930;g35a79f4929b_0_3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4" name="Shape 9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5" name="Google Shape;945;g35a79f4929b_0_3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6" name="Google Shape;946;g35a79f4929b_0_3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4" name="Shape 9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5" name="Google Shape;955;g35a79f4929b_0_3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6" name="Google Shape;956;g35a79f4929b_0_3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4" name="Shape 9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5" name="Google Shape;965;g11fba705b9b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6" name="Google Shape;966;g11fba705b9b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182575" y="180750"/>
            <a:ext cx="9014125" cy="4782000"/>
            <a:chOff x="182575" y="180750"/>
            <a:chExt cx="9014125" cy="4782000"/>
          </a:xfrm>
        </p:grpSpPr>
        <p:sp>
          <p:nvSpPr>
            <p:cNvPr id="11" name="Google Shape;11;p2"/>
            <p:cNvSpPr/>
            <p:nvPr/>
          </p:nvSpPr>
          <p:spPr>
            <a:xfrm>
              <a:off x="8084900" y="1784100"/>
              <a:ext cx="1111800" cy="12111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182575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13" name="Google Shape;13;p2"/>
          <p:cNvGrpSpPr/>
          <p:nvPr/>
        </p:nvGrpSpPr>
        <p:grpSpPr>
          <a:xfrm>
            <a:off x="-108850" y="-90654"/>
            <a:ext cx="9361500" cy="5281188"/>
            <a:chOff x="-108850" y="-94500"/>
            <a:chExt cx="9361500" cy="5601600"/>
          </a:xfrm>
        </p:grpSpPr>
        <p:cxnSp>
          <p:nvCxnSpPr>
            <p:cNvPr id="14" name="Google Shape;14;p2"/>
            <p:cNvCxnSpPr/>
            <p:nvPr/>
          </p:nvCxnSpPr>
          <p:spPr>
            <a:xfrm>
              <a:off x="-9400" y="-94500"/>
              <a:ext cx="0" cy="56016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" name="Google Shape;15;p2"/>
            <p:cNvCxnSpPr/>
            <p:nvPr/>
          </p:nvCxnSpPr>
          <p:spPr>
            <a:xfrm>
              <a:off x="9144000" y="-94500"/>
              <a:ext cx="0" cy="5576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" name="Google Shape;16;p2"/>
            <p:cNvCxnSpPr/>
            <p:nvPr/>
          </p:nvCxnSpPr>
          <p:spPr>
            <a:xfrm>
              <a:off x="4571900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" name="Google Shape;17;p2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" name="Google Shape;18;p2"/>
            <p:cNvCxnSpPr/>
            <p:nvPr/>
          </p:nvCxnSpPr>
          <p:spPr>
            <a:xfrm>
              <a:off x="6857950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" name="Google Shape;19;p2"/>
            <p:cNvCxnSpPr/>
            <p:nvPr/>
          </p:nvCxnSpPr>
          <p:spPr>
            <a:xfrm>
              <a:off x="2281250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" name="Google Shape;20;p2"/>
            <p:cNvCxnSpPr/>
            <p:nvPr/>
          </p:nvCxnSpPr>
          <p:spPr>
            <a:xfrm>
              <a:off x="3426575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" name="Google Shape;21;p2"/>
            <p:cNvCxnSpPr/>
            <p:nvPr/>
          </p:nvCxnSpPr>
          <p:spPr>
            <a:xfrm>
              <a:off x="5714925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" name="Google Shape;22;p2"/>
            <p:cNvCxnSpPr/>
            <p:nvPr/>
          </p:nvCxnSpPr>
          <p:spPr>
            <a:xfrm>
              <a:off x="8000975" y="-94500"/>
              <a:ext cx="0" cy="5588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3" name="Google Shape;23;p2"/>
            <p:cNvCxnSpPr/>
            <p:nvPr/>
          </p:nvCxnSpPr>
          <p:spPr>
            <a:xfrm>
              <a:off x="1135925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" name="Google Shape;24;p2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5" name="Google Shape;25;p2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6" name="Google Shape;26;p2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" name="Google Shape;27;p2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8" name="Google Shape;28;p2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" name="Google Shape;29;p2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0" name="Google Shape;30;p2"/>
          <p:cNvSpPr/>
          <p:nvPr/>
        </p:nvSpPr>
        <p:spPr>
          <a:xfrm>
            <a:off x="856075" y="641475"/>
            <a:ext cx="7431900" cy="3860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1" name="Google Shape;31;p2"/>
          <p:cNvSpPr txBox="1"/>
          <p:nvPr>
            <p:ph type="ctrTitle"/>
          </p:nvPr>
        </p:nvSpPr>
        <p:spPr>
          <a:xfrm>
            <a:off x="1058900" y="1560913"/>
            <a:ext cx="7026000" cy="141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2" name="Google Shape;32;p2"/>
          <p:cNvSpPr txBox="1"/>
          <p:nvPr>
            <p:ph idx="1" type="subTitle"/>
          </p:nvPr>
        </p:nvSpPr>
        <p:spPr>
          <a:xfrm>
            <a:off x="1058900" y="3173088"/>
            <a:ext cx="7026000" cy="409500"/>
          </a:xfrm>
          <a:prstGeom prst="rect">
            <a:avLst/>
          </a:prstGeom>
          <a:solidFill>
            <a:srgbClr val="1C4587">
              <a:alpha val="2893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oogle Shape;34;p3"/>
          <p:cNvGrpSpPr/>
          <p:nvPr/>
        </p:nvGrpSpPr>
        <p:grpSpPr>
          <a:xfrm>
            <a:off x="-231525" y="180750"/>
            <a:ext cx="9126225" cy="4782000"/>
            <a:chOff x="-231525" y="180750"/>
            <a:chExt cx="9126225" cy="4782000"/>
          </a:xfrm>
        </p:grpSpPr>
        <p:sp>
          <p:nvSpPr>
            <p:cNvPr id="35" name="Google Shape;35;p3"/>
            <p:cNvSpPr/>
            <p:nvPr/>
          </p:nvSpPr>
          <p:spPr>
            <a:xfrm>
              <a:off x="-231525" y="3273350"/>
              <a:ext cx="1743900" cy="8475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6" name="Google Shape;36;p3"/>
            <p:cNvSpPr/>
            <p:nvPr/>
          </p:nvSpPr>
          <p:spPr>
            <a:xfrm>
              <a:off x="4114800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37" name="Google Shape;37;p3"/>
          <p:cNvGrpSpPr/>
          <p:nvPr/>
        </p:nvGrpSpPr>
        <p:grpSpPr>
          <a:xfrm>
            <a:off x="-108850" y="-90654"/>
            <a:ext cx="9361500" cy="5281188"/>
            <a:chOff x="-108850" y="-94500"/>
            <a:chExt cx="9361500" cy="5601600"/>
          </a:xfrm>
        </p:grpSpPr>
        <p:cxnSp>
          <p:nvCxnSpPr>
            <p:cNvPr id="38" name="Google Shape;38;p3"/>
            <p:cNvCxnSpPr/>
            <p:nvPr/>
          </p:nvCxnSpPr>
          <p:spPr>
            <a:xfrm>
              <a:off x="-9400" y="-94500"/>
              <a:ext cx="0" cy="56016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" name="Google Shape;39;p3"/>
            <p:cNvCxnSpPr/>
            <p:nvPr/>
          </p:nvCxnSpPr>
          <p:spPr>
            <a:xfrm>
              <a:off x="9144000" y="-94500"/>
              <a:ext cx="0" cy="5576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" name="Google Shape;40;p3"/>
            <p:cNvCxnSpPr/>
            <p:nvPr/>
          </p:nvCxnSpPr>
          <p:spPr>
            <a:xfrm>
              <a:off x="4571900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" name="Google Shape;41;p3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2" name="Google Shape;42;p3"/>
            <p:cNvCxnSpPr/>
            <p:nvPr/>
          </p:nvCxnSpPr>
          <p:spPr>
            <a:xfrm>
              <a:off x="6857950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3" name="Google Shape;43;p3"/>
            <p:cNvCxnSpPr/>
            <p:nvPr/>
          </p:nvCxnSpPr>
          <p:spPr>
            <a:xfrm>
              <a:off x="2281250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4" name="Google Shape;44;p3"/>
            <p:cNvCxnSpPr/>
            <p:nvPr/>
          </p:nvCxnSpPr>
          <p:spPr>
            <a:xfrm>
              <a:off x="3426575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" name="Google Shape;45;p3"/>
            <p:cNvCxnSpPr/>
            <p:nvPr/>
          </p:nvCxnSpPr>
          <p:spPr>
            <a:xfrm>
              <a:off x="5714925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6" name="Google Shape;46;p3"/>
            <p:cNvCxnSpPr/>
            <p:nvPr/>
          </p:nvCxnSpPr>
          <p:spPr>
            <a:xfrm>
              <a:off x="8000975" y="-94500"/>
              <a:ext cx="0" cy="5588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7" name="Google Shape;47;p3"/>
            <p:cNvCxnSpPr/>
            <p:nvPr/>
          </p:nvCxnSpPr>
          <p:spPr>
            <a:xfrm>
              <a:off x="1135925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8" name="Google Shape;48;p3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9" name="Google Shape;49;p3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0" name="Google Shape;50;p3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" name="Google Shape;51;p3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2" name="Google Shape;52;p3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3" name="Google Shape;53;p3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54" name="Google Shape;54;p3"/>
          <p:cNvSpPr/>
          <p:nvPr/>
        </p:nvSpPr>
        <p:spPr>
          <a:xfrm>
            <a:off x="1140075" y="1022650"/>
            <a:ext cx="6863700" cy="3098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5" name="Google Shape;55;p3"/>
          <p:cNvSpPr txBox="1"/>
          <p:nvPr>
            <p:ph type="title"/>
          </p:nvPr>
        </p:nvSpPr>
        <p:spPr>
          <a:xfrm>
            <a:off x="1682250" y="2595788"/>
            <a:ext cx="5779500" cy="56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56" name="Google Shape;56;p3"/>
          <p:cNvSpPr txBox="1"/>
          <p:nvPr>
            <p:ph hasCustomPrompt="1" idx="2" type="title"/>
          </p:nvPr>
        </p:nvSpPr>
        <p:spPr>
          <a:xfrm>
            <a:off x="4114800" y="1437729"/>
            <a:ext cx="914400" cy="914400"/>
          </a:xfrm>
          <a:prstGeom prst="rect">
            <a:avLst/>
          </a:prstGeom>
          <a:solidFill>
            <a:srgbClr val="1C4587">
              <a:alpha val="28930"/>
            </a:srgbClr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57" name="Google Shape;57;p3"/>
          <p:cNvSpPr txBox="1"/>
          <p:nvPr>
            <p:ph idx="1" type="subTitle"/>
          </p:nvPr>
        </p:nvSpPr>
        <p:spPr>
          <a:xfrm>
            <a:off x="1682250" y="3273338"/>
            <a:ext cx="5779500" cy="411600"/>
          </a:xfrm>
          <a:prstGeom prst="rect">
            <a:avLst/>
          </a:prstGeom>
          <a:solidFill>
            <a:srgbClr val="1C4587">
              <a:alpha val="2893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" name="Google Shape;60;p4"/>
          <p:cNvGrpSpPr/>
          <p:nvPr/>
        </p:nvGrpSpPr>
        <p:grpSpPr>
          <a:xfrm>
            <a:off x="182575" y="180750"/>
            <a:ext cx="9014250" cy="4782000"/>
            <a:chOff x="182575" y="180750"/>
            <a:chExt cx="9014250" cy="4782000"/>
          </a:xfrm>
        </p:grpSpPr>
        <p:sp>
          <p:nvSpPr>
            <p:cNvPr id="61" name="Google Shape;61;p4"/>
            <p:cNvSpPr/>
            <p:nvPr/>
          </p:nvSpPr>
          <p:spPr>
            <a:xfrm>
              <a:off x="8355625" y="3522900"/>
              <a:ext cx="841200" cy="12111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62" name="Google Shape;62;p4"/>
            <p:cNvSpPr/>
            <p:nvPr/>
          </p:nvSpPr>
          <p:spPr>
            <a:xfrm>
              <a:off x="182575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63" name="Google Shape;63;p4"/>
          <p:cNvGrpSpPr/>
          <p:nvPr/>
        </p:nvGrpSpPr>
        <p:grpSpPr>
          <a:xfrm>
            <a:off x="-108850" y="-94500"/>
            <a:ext cx="9361500" cy="5332500"/>
            <a:chOff x="-108850" y="-94500"/>
            <a:chExt cx="9361500" cy="5332500"/>
          </a:xfrm>
        </p:grpSpPr>
        <p:cxnSp>
          <p:nvCxnSpPr>
            <p:cNvPr id="64" name="Google Shape;64;p4"/>
            <p:cNvCxnSpPr/>
            <p:nvPr/>
          </p:nvCxnSpPr>
          <p:spPr>
            <a:xfrm>
              <a:off x="-94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5" name="Google Shape;65;p4"/>
            <p:cNvCxnSpPr/>
            <p:nvPr/>
          </p:nvCxnSpPr>
          <p:spPr>
            <a:xfrm>
              <a:off x="91440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" name="Google Shape;66;p4"/>
            <p:cNvCxnSpPr/>
            <p:nvPr/>
          </p:nvCxnSpPr>
          <p:spPr>
            <a:xfrm>
              <a:off x="45719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7" name="Google Shape;67;p4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8" name="Google Shape;68;p4"/>
            <p:cNvCxnSpPr/>
            <p:nvPr/>
          </p:nvCxnSpPr>
          <p:spPr>
            <a:xfrm>
              <a:off x="68579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9" name="Google Shape;69;p4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0" name="Google Shape;70;p4"/>
            <p:cNvCxnSpPr/>
            <p:nvPr/>
          </p:nvCxnSpPr>
          <p:spPr>
            <a:xfrm>
              <a:off x="342657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1" name="Google Shape;71;p4"/>
            <p:cNvCxnSpPr/>
            <p:nvPr/>
          </p:nvCxnSpPr>
          <p:spPr>
            <a:xfrm>
              <a:off x="571492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2" name="Google Shape;72;p4"/>
            <p:cNvCxnSpPr/>
            <p:nvPr/>
          </p:nvCxnSpPr>
          <p:spPr>
            <a:xfrm>
              <a:off x="800097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3" name="Google Shape;73;p4"/>
            <p:cNvCxnSpPr/>
            <p:nvPr/>
          </p:nvCxnSpPr>
          <p:spPr>
            <a:xfrm>
              <a:off x="113592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4" name="Google Shape;74;p4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5" name="Google Shape;75;p4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6" name="Google Shape;76;p4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7" name="Google Shape;77;p4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8" name="Google Shape;78;p4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9" name="Google Shape;79;p4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80" name="Google Shape;80;p4"/>
          <p:cNvSpPr/>
          <p:nvPr/>
        </p:nvSpPr>
        <p:spPr>
          <a:xfrm>
            <a:off x="409500" y="409500"/>
            <a:ext cx="8325000" cy="4324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1" name="Google Shape;81;p4"/>
          <p:cNvSpPr txBox="1"/>
          <p:nvPr>
            <p:ph type="title"/>
          </p:nvPr>
        </p:nvSpPr>
        <p:spPr>
          <a:xfrm>
            <a:off x="715100" y="894750"/>
            <a:ext cx="40467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2" name="Google Shape;82;p4"/>
          <p:cNvSpPr txBox="1"/>
          <p:nvPr>
            <p:ph idx="1" type="body"/>
          </p:nvPr>
        </p:nvSpPr>
        <p:spPr>
          <a:xfrm>
            <a:off x="715100" y="1451850"/>
            <a:ext cx="4046700" cy="279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 sz="1400">
                <a:solidFill>
                  <a:srgbClr val="434343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83" name="Google Shape;83;p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rgbClr val="434343"/>
                </a:solidFill>
              </a:defRPr>
            </a:lvl1pPr>
            <a:lvl2pPr lvl="1">
              <a:buNone/>
              <a:defRPr>
                <a:solidFill>
                  <a:srgbClr val="434343"/>
                </a:solidFill>
              </a:defRPr>
            </a:lvl2pPr>
            <a:lvl3pPr lvl="2">
              <a:buNone/>
              <a:defRPr>
                <a:solidFill>
                  <a:srgbClr val="434343"/>
                </a:solidFill>
              </a:defRPr>
            </a:lvl3pPr>
            <a:lvl4pPr lvl="3">
              <a:buNone/>
              <a:defRPr>
                <a:solidFill>
                  <a:srgbClr val="434343"/>
                </a:solidFill>
              </a:defRPr>
            </a:lvl4pPr>
            <a:lvl5pPr lvl="4">
              <a:buNone/>
              <a:defRPr>
                <a:solidFill>
                  <a:srgbClr val="434343"/>
                </a:solidFill>
              </a:defRPr>
            </a:lvl5pPr>
            <a:lvl6pPr lvl="5">
              <a:buNone/>
              <a:defRPr>
                <a:solidFill>
                  <a:srgbClr val="434343"/>
                </a:solidFill>
              </a:defRPr>
            </a:lvl6pPr>
            <a:lvl7pPr lvl="6">
              <a:buNone/>
              <a:defRPr>
                <a:solidFill>
                  <a:srgbClr val="434343"/>
                </a:solidFill>
              </a:defRPr>
            </a:lvl7pPr>
            <a:lvl8pPr lvl="7">
              <a:buNone/>
              <a:defRPr>
                <a:solidFill>
                  <a:srgbClr val="434343"/>
                </a:solidFill>
              </a:defRPr>
            </a:lvl8pPr>
            <a:lvl9pPr lvl="8">
              <a:buNone/>
              <a:defRPr>
                <a:solidFill>
                  <a:srgbClr val="434343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5"/>
          <p:cNvGrpSpPr/>
          <p:nvPr/>
        </p:nvGrpSpPr>
        <p:grpSpPr>
          <a:xfrm>
            <a:off x="-231525" y="180750"/>
            <a:ext cx="9179850" cy="5057325"/>
            <a:chOff x="-231525" y="180750"/>
            <a:chExt cx="9179850" cy="5057325"/>
          </a:xfrm>
        </p:grpSpPr>
        <p:sp>
          <p:nvSpPr>
            <p:cNvPr id="86" name="Google Shape;86;p5"/>
            <p:cNvSpPr/>
            <p:nvPr/>
          </p:nvSpPr>
          <p:spPr>
            <a:xfrm>
              <a:off x="-231525" y="3951075"/>
              <a:ext cx="841200" cy="1287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87" name="Google Shape;87;p5"/>
            <p:cNvSpPr/>
            <p:nvPr/>
          </p:nvSpPr>
          <p:spPr>
            <a:xfrm>
              <a:off x="4168425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88" name="Google Shape;88;p5"/>
          <p:cNvGrpSpPr/>
          <p:nvPr/>
        </p:nvGrpSpPr>
        <p:grpSpPr>
          <a:xfrm>
            <a:off x="-108850" y="-90654"/>
            <a:ext cx="9361500" cy="5281188"/>
            <a:chOff x="-108850" y="-94500"/>
            <a:chExt cx="9361500" cy="5601600"/>
          </a:xfrm>
        </p:grpSpPr>
        <p:cxnSp>
          <p:nvCxnSpPr>
            <p:cNvPr id="89" name="Google Shape;89;p5"/>
            <p:cNvCxnSpPr/>
            <p:nvPr/>
          </p:nvCxnSpPr>
          <p:spPr>
            <a:xfrm>
              <a:off x="-9400" y="-94500"/>
              <a:ext cx="0" cy="56016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0" name="Google Shape;90;p5"/>
            <p:cNvCxnSpPr/>
            <p:nvPr/>
          </p:nvCxnSpPr>
          <p:spPr>
            <a:xfrm>
              <a:off x="9144000" y="-94500"/>
              <a:ext cx="0" cy="5576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1" name="Google Shape;91;p5"/>
            <p:cNvCxnSpPr/>
            <p:nvPr/>
          </p:nvCxnSpPr>
          <p:spPr>
            <a:xfrm>
              <a:off x="4571900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2" name="Google Shape;92;p5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3" name="Google Shape;93;p5"/>
            <p:cNvCxnSpPr/>
            <p:nvPr/>
          </p:nvCxnSpPr>
          <p:spPr>
            <a:xfrm>
              <a:off x="6857950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4" name="Google Shape;94;p5"/>
            <p:cNvCxnSpPr/>
            <p:nvPr/>
          </p:nvCxnSpPr>
          <p:spPr>
            <a:xfrm>
              <a:off x="2281250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5" name="Google Shape;95;p5"/>
            <p:cNvCxnSpPr/>
            <p:nvPr/>
          </p:nvCxnSpPr>
          <p:spPr>
            <a:xfrm>
              <a:off x="3426575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6" name="Google Shape;96;p5"/>
            <p:cNvCxnSpPr/>
            <p:nvPr/>
          </p:nvCxnSpPr>
          <p:spPr>
            <a:xfrm>
              <a:off x="5714925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7" name="Google Shape;97;p5"/>
            <p:cNvCxnSpPr/>
            <p:nvPr/>
          </p:nvCxnSpPr>
          <p:spPr>
            <a:xfrm>
              <a:off x="8000975" y="-94500"/>
              <a:ext cx="0" cy="5588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8" name="Google Shape;98;p5"/>
            <p:cNvCxnSpPr/>
            <p:nvPr/>
          </p:nvCxnSpPr>
          <p:spPr>
            <a:xfrm>
              <a:off x="1135925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9" name="Google Shape;99;p5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0" name="Google Shape;100;p5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1" name="Google Shape;101;p5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2" name="Google Shape;102;p5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3" name="Google Shape;103;p5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4" name="Google Shape;104;p5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05" name="Google Shape;105;p5"/>
          <p:cNvSpPr/>
          <p:nvPr/>
        </p:nvSpPr>
        <p:spPr>
          <a:xfrm>
            <a:off x="409500" y="409500"/>
            <a:ext cx="8325000" cy="4324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6" name="Google Shape;106;p5"/>
          <p:cNvSpPr txBox="1"/>
          <p:nvPr>
            <p:ph idx="1" type="subTitle"/>
          </p:nvPr>
        </p:nvSpPr>
        <p:spPr>
          <a:xfrm>
            <a:off x="1428900" y="1940800"/>
            <a:ext cx="2352000" cy="35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107" name="Google Shape;107;p5"/>
          <p:cNvSpPr txBox="1"/>
          <p:nvPr>
            <p:ph idx="2" type="subTitle"/>
          </p:nvPr>
        </p:nvSpPr>
        <p:spPr>
          <a:xfrm>
            <a:off x="1428900" y="3114425"/>
            <a:ext cx="2352000" cy="35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108" name="Google Shape;108;p5"/>
          <p:cNvSpPr txBox="1"/>
          <p:nvPr>
            <p:ph idx="3" type="subTitle"/>
          </p:nvPr>
        </p:nvSpPr>
        <p:spPr>
          <a:xfrm>
            <a:off x="1428900" y="2297500"/>
            <a:ext cx="2352000" cy="48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5"/>
          <p:cNvSpPr txBox="1"/>
          <p:nvPr>
            <p:ph idx="4" type="subTitle"/>
          </p:nvPr>
        </p:nvSpPr>
        <p:spPr>
          <a:xfrm>
            <a:off x="1428900" y="3471125"/>
            <a:ext cx="2352000" cy="48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5"/>
          <p:cNvSpPr txBox="1"/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11" name="Google Shape;111;p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6"/>
          <p:cNvGrpSpPr/>
          <p:nvPr/>
        </p:nvGrpSpPr>
        <p:grpSpPr>
          <a:xfrm>
            <a:off x="-231525" y="180750"/>
            <a:ext cx="9179850" cy="5057325"/>
            <a:chOff x="-231525" y="180750"/>
            <a:chExt cx="9179850" cy="5057325"/>
          </a:xfrm>
        </p:grpSpPr>
        <p:sp>
          <p:nvSpPr>
            <p:cNvPr id="114" name="Google Shape;114;p6"/>
            <p:cNvSpPr/>
            <p:nvPr/>
          </p:nvSpPr>
          <p:spPr>
            <a:xfrm>
              <a:off x="-231525" y="3951075"/>
              <a:ext cx="841200" cy="1287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15" name="Google Shape;115;p6"/>
            <p:cNvSpPr/>
            <p:nvPr/>
          </p:nvSpPr>
          <p:spPr>
            <a:xfrm>
              <a:off x="4168425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116" name="Google Shape;116;p6"/>
          <p:cNvGrpSpPr/>
          <p:nvPr/>
        </p:nvGrpSpPr>
        <p:grpSpPr>
          <a:xfrm>
            <a:off x="-108850" y="-90654"/>
            <a:ext cx="9361500" cy="5281188"/>
            <a:chOff x="-108850" y="-94500"/>
            <a:chExt cx="9361500" cy="5601600"/>
          </a:xfrm>
        </p:grpSpPr>
        <p:cxnSp>
          <p:nvCxnSpPr>
            <p:cNvPr id="117" name="Google Shape;117;p6"/>
            <p:cNvCxnSpPr/>
            <p:nvPr/>
          </p:nvCxnSpPr>
          <p:spPr>
            <a:xfrm>
              <a:off x="-9400" y="-94500"/>
              <a:ext cx="0" cy="56016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8" name="Google Shape;118;p6"/>
            <p:cNvCxnSpPr/>
            <p:nvPr/>
          </p:nvCxnSpPr>
          <p:spPr>
            <a:xfrm>
              <a:off x="9144000" y="-94500"/>
              <a:ext cx="0" cy="5576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9" name="Google Shape;119;p6"/>
            <p:cNvCxnSpPr/>
            <p:nvPr/>
          </p:nvCxnSpPr>
          <p:spPr>
            <a:xfrm>
              <a:off x="4571900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0" name="Google Shape;120;p6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1" name="Google Shape;121;p6"/>
            <p:cNvCxnSpPr/>
            <p:nvPr/>
          </p:nvCxnSpPr>
          <p:spPr>
            <a:xfrm>
              <a:off x="6857950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2" name="Google Shape;122;p6"/>
            <p:cNvCxnSpPr/>
            <p:nvPr/>
          </p:nvCxnSpPr>
          <p:spPr>
            <a:xfrm>
              <a:off x="2281250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3" name="Google Shape;123;p6"/>
            <p:cNvCxnSpPr/>
            <p:nvPr/>
          </p:nvCxnSpPr>
          <p:spPr>
            <a:xfrm>
              <a:off x="3426575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4" name="Google Shape;124;p6"/>
            <p:cNvCxnSpPr/>
            <p:nvPr/>
          </p:nvCxnSpPr>
          <p:spPr>
            <a:xfrm>
              <a:off x="5714925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5" name="Google Shape;125;p6"/>
            <p:cNvCxnSpPr/>
            <p:nvPr/>
          </p:nvCxnSpPr>
          <p:spPr>
            <a:xfrm>
              <a:off x="8000975" y="-94500"/>
              <a:ext cx="0" cy="5588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6" name="Google Shape;126;p6"/>
            <p:cNvCxnSpPr/>
            <p:nvPr/>
          </p:nvCxnSpPr>
          <p:spPr>
            <a:xfrm>
              <a:off x="1135925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7" name="Google Shape;127;p6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8" name="Google Shape;128;p6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9" name="Google Shape;129;p6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0" name="Google Shape;130;p6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1" name="Google Shape;131;p6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2" name="Google Shape;132;p6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33" name="Google Shape;133;p6"/>
          <p:cNvSpPr/>
          <p:nvPr/>
        </p:nvSpPr>
        <p:spPr>
          <a:xfrm>
            <a:off x="409500" y="409500"/>
            <a:ext cx="8325000" cy="4324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4" name="Google Shape;134;p6"/>
          <p:cNvSpPr txBox="1"/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35" name="Google Shape;135;p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7" name="Google Shape;137;p7"/>
          <p:cNvGrpSpPr/>
          <p:nvPr/>
        </p:nvGrpSpPr>
        <p:grpSpPr>
          <a:xfrm>
            <a:off x="-231525" y="180750"/>
            <a:ext cx="9179850" cy="5057325"/>
            <a:chOff x="-231525" y="180750"/>
            <a:chExt cx="9179850" cy="5057325"/>
          </a:xfrm>
        </p:grpSpPr>
        <p:sp>
          <p:nvSpPr>
            <p:cNvPr id="138" name="Google Shape;138;p7"/>
            <p:cNvSpPr/>
            <p:nvPr/>
          </p:nvSpPr>
          <p:spPr>
            <a:xfrm>
              <a:off x="-231525" y="3951075"/>
              <a:ext cx="841200" cy="1287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39" name="Google Shape;139;p7"/>
            <p:cNvSpPr/>
            <p:nvPr/>
          </p:nvSpPr>
          <p:spPr>
            <a:xfrm>
              <a:off x="4168425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140" name="Google Shape;140;p7"/>
          <p:cNvGrpSpPr/>
          <p:nvPr/>
        </p:nvGrpSpPr>
        <p:grpSpPr>
          <a:xfrm>
            <a:off x="-108850" y="-90654"/>
            <a:ext cx="9361500" cy="5281188"/>
            <a:chOff x="-108850" y="-94500"/>
            <a:chExt cx="9361500" cy="5601600"/>
          </a:xfrm>
        </p:grpSpPr>
        <p:cxnSp>
          <p:nvCxnSpPr>
            <p:cNvPr id="141" name="Google Shape;141;p7"/>
            <p:cNvCxnSpPr/>
            <p:nvPr/>
          </p:nvCxnSpPr>
          <p:spPr>
            <a:xfrm>
              <a:off x="-9400" y="-94500"/>
              <a:ext cx="0" cy="56016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2" name="Google Shape;142;p7"/>
            <p:cNvCxnSpPr/>
            <p:nvPr/>
          </p:nvCxnSpPr>
          <p:spPr>
            <a:xfrm>
              <a:off x="9144000" y="-94500"/>
              <a:ext cx="0" cy="5576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3" name="Google Shape;143;p7"/>
            <p:cNvCxnSpPr/>
            <p:nvPr/>
          </p:nvCxnSpPr>
          <p:spPr>
            <a:xfrm>
              <a:off x="4571900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4" name="Google Shape;144;p7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5" name="Google Shape;145;p7"/>
            <p:cNvCxnSpPr/>
            <p:nvPr/>
          </p:nvCxnSpPr>
          <p:spPr>
            <a:xfrm>
              <a:off x="6857950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6" name="Google Shape;146;p7"/>
            <p:cNvCxnSpPr/>
            <p:nvPr/>
          </p:nvCxnSpPr>
          <p:spPr>
            <a:xfrm>
              <a:off x="2281250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7" name="Google Shape;147;p7"/>
            <p:cNvCxnSpPr/>
            <p:nvPr/>
          </p:nvCxnSpPr>
          <p:spPr>
            <a:xfrm>
              <a:off x="3426575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8" name="Google Shape;148;p7"/>
            <p:cNvCxnSpPr/>
            <p:nvPr/>
          </p:nvCxnSpPr>
          <p:spPr>
            <a:xfrm>
              <a:off x="5714925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9" name="Google Shape;149;p7"/>
            <p:cNvCxnSpPr/>
            <p:nvPr/>
          </p:nvCxnSpPr>
          <p:spPr>
            <a:xfrm>
              <a:off x="8000975" y="-94500"/>
              <a:ext cx="0" cy="5588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0" name="Google Shape;150;p7"/>
            <p:cNvCxnSpPr/>
            <p:nvPr/>
          </p:nvCxnSpPr>
          <p:spPr>
            <a:xfrm>
              <a:off x="1135925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1" name="Google Shape;151;p7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2" name="Google Shape;152;p7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3" name="Google Shape;153;p7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4" name="Google Shape;154;p7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5" name="Google Shape;155;p7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6" name="Google Shape;156;p7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57" name="Google Shape;157;p7"/>
          <p:cNvSpPr/>
          <p:nvPr/>
        </p:nvSpPr>
        <p:spPr>
          <a:xfrm>
            <a:off x="409500" y="409500"/>
            <a:ext cx="8325000" cy="4324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8" name="Google Shape;158;p7"/>
          <p:cNvSpPr txBox="1"/>
          <p:nvPr>
            <p:ph idx="1" type="body"/>
          </p:nvPr>
        </p:nvSpPr>
        <p:spPr>
          <a:xfrm>
            <a:off x="720000" y="1152475"/>
            <a:ext cx="3322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 sz="1400">
                <a:solidFill>
                  <a:srgbClr val="434343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159" name="Google Shape;159;p7"/>
          <p:cNvSpPr txBox="1"/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60" name="Google Shape;160;p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rgbClr val="434343"/>
                </a:solidFill>
              </a:defRPr>
            </a:lvl1pPr>
            <a:lvl2pPr lvl="1">
              <a:buNone/>
              <a:defRPr>
                <a:solidFill>
                  <a:srgbClr val="434343"/>
                </a:solidFill>
              </a:defRPr>
            </a:lvl2pPr>
            <a:lvl3pPr lvl="2">
              <a:buNone/>
              <a:defRPr>
                <a:solidFill>
                  <a:srgbClr val="434343"/>
                </a:solidFill>
              </a:defRPr>
            </a:lvl3pPr>
            <a:lvl4pPr lvl="3">
              <a:buNone/>
              <a:defRPr>
                <a:solidFill>
                  <a:srgbClr val="434343"/>
                </a:solidFill>
              </a:defRPr>
            </a:lvl4pPr>
            <a:lvl5pPr lvl="4">
              <a:buNone/>
              <a:defRPr>
                <a:solidFill>
                  <a:srgbClr val="434343"/>
                </a:solidFill>
              </a:defRPr>
            </a:lvl5pPr>
            <a:lvl6pPr lvl="5">
              <a:buNone/>
              <a:defRPr>
                <a:solidFill>
                  <a:srgbClr val="434343"/>
                </a:solidFill>
              </a:defRPr>
            </a:lvl6pPr>
            <a:lvl7pPr lvl="6">
              <a:buNone/>
              <a:defRPr>
                <a:solidFill>
                  <a:srgbClr val="434343"/>
                </a:solidFill>
              </a:defRPr>
            </a:lvl7pPr>
            <a:lvl8pPr lvl="7">
              <a:buNone/>
              <a:defRPr>
                <a:solidFill>
                  <a:srgbClr val="434343"/>
                </a:solidFill>
              </a:defRPr>
            </a:lvl8pPr>
            <a:lvl9pPr lvl="8">
              <a:buNone/>
              <a:defRPr>
                <a:solidFill>
                  <a:srgbClr val="434343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2" name="Google Shape;162;p8"/>
          <p:cNvGrpSpPr/>
          <p:nvPr/>
        </p:nvGrpSpPr>
        <p:grpSpPr>
          <a:xfrm>
            <a:off x="182575" y="180750"/>
            <a:ext cx="9069975" cy="4782000"/>
            <a:chOff x="182575" y="180750"/>
            <a:chExt cx="9069975" cy="4782000"/>
          </a:xfrm>
        </p:grpSpPr>
        <p:sp>
          <p:nvSpPr>
            <p:cNvPr id="163" name="Google Shape;163;p8"/>
            <p:cNvSpPr/>
            <p:nvPr/>
          </p:nvSpPr>
          <p:spPr>
            <a:xfrm flipH="1" rot="10800000">
              <a:off x="7329850" y="3217900"/>
              <a:ext cx="1922700" cy="9057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64" name="Google Shape;164;p8"/>
            <p:cNvSpPr/>
            <p:nvPr/>
          </p:nvSpPr>
          <p:spPr>
            <a:xfrm>
              <a:off x="182575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165" name="Google Shape;165;p8"/>
          <p:cNvGrpSpPr/>
          <p:nvPr/>
        </p:nvGrpSpPr>
        <p:grpSpPr>
          <a:xfrm>
            <a:off x="-108850" y="-90654"/>
            <a:ext cx="9361500" cy="5281188"/>
            <a:chOff x="-108850" y="-94500"/>
            <a:chExt cx="9361500" cy="5601600"/>
          </a:xfrm>
        </p:grpSpPr>
        <p:cxnSp>
          <p:nvCxnSpPr>
            <p:cNvPr id="166" name="Google Shape;166;p8"/>
            <p:cNvCxnSpPr/>
            <p:nvPr/>
          </p:nvCxnSpPr>
          <p:spPr>
            <a:xfrm>
              <a:off x="-9400" y="-94500"/>
              <a:ext cx="0" cy="56016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7" name="Google Shape;167;p8"/>
            <p:cNvCxnSpPr/>
            <p:nvPr/>
          </p:nvCxnSpPr>
          <p:spPr>
            <a:xfrm>
              <a:off x="9144000" y="-94500"/>
              <a:ext cx="0" cy="5576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8" name="Google Shape;168;p8"/>
            <p:cNvCxnSpPr/>
            <p:nvPr/>
          </p:nvCxnSpPr>
          <p:spPr>
            <a:xfrm>
              <a:off x="4571900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9" name="Google Shape;169;p8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0" name="Google Shape;170;p8"/>
            <p:cNvCxnSpPr/>
            <p:nvPr/>
          </p:nvCxnSpPr>
          <p:spPr>
            <a:xfrm>
              <a:off x="6857950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1" name="Google Shape;171;p8"/>
            <p:cNvCxnSpPr/>
            <p:nvPr/>
          </p:nvCxnSpPr>
          <p:spPr>
            <a:xfrm>
              <a:off x="2281250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2" name="Google Shape;172;p8"/>
            <p:cNvCxnSpPr/>
            <p:nvPr/>
          </p:nvCxnSpPr>
          <p:spPr>
            <a:xfrm>
              <a:off x="3426575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3" name="Google Shape;173;p8"/>
            <p:cNvCxnSpPr/>
            <p:nvPr/>
          </p:nvCxnSpPr>
          <p:spPr>
            <a:xfrm>
              <a:off x="5714925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4" name="Google Shape;174;p8"/>
            <p:cNvCxnSpPr/>
            <p:nvPr/>
          </p:nvCxnSpPr>
          <p:spPr>
            <a:xfrm>
              <a:off x="8000975" y="-94500"/>
              <a:ext cx="0" cy="5588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5" name="Google Shape;175;p8"/>
            <p:cNvCxnSpPr/>
            <p:nvPr/>
          </p:nvCxnSpPr>
          <p:spPr>
            <a:xfrm>
              <a:off x="1135925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6" name="Google Shape;176;p8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7" name="Google Shape;177;p8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8" name="Google Shape;178;p8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9" name="Google Shape;179;p8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0" name="Google Shape;180;p8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1" name="Google Shape;181;p8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82" name="Google Shape;182;p8"/>
          <p:cNvSpPr/>
          <p:nvPr/>
        </p:nvSpPr>
        <p:spPr>
          <a:xfrm>
            <a:off x="1013650" y="1022650"/>
            <a:ext cx="7116600" cy="3098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3" name="Google Shape;183;p8"/>
          <p:cNvSpPr txBox="1"/>
          <p:nvPr>
            <p:ph type="title"/>
          </p:nvPr>
        </p:nvSpPr>
        <p:spPr>
          <a:xfrm>
            <a:off x="1388100" y="1307100"/>
            <a:ext cx="6367800" cy="2529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184" name="Google Shape;184;p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6" name="Google Shape;186;p9"/>
          <p:cNvGrpSpPr/>
          <p:nvPr/>
        </p:nvGrpSpPr>
        <p:grpSpPr>
          <a:xfrm>
            <a:off x="182575" y="180750"/>
            <a:ext cx="9069975" cy="4782000"/>
            <a:chOff x="182575" y="180750"/>
            <a:chExt cx="9069975" cy="4782000"/>
          </a:xfrm>
        </p:grpSpPr>
        <p:sp>
          <p:nvSpPr>
            <p:cNvPr id="187" name="Google Shape;187;p9"/>
            <p:cNvSpPr/>
            <p:nvPr/>
          </p:nvSpPr>
          <p:spPr>
            <a:xfrm flipH="1" rot="10800000">
              <a:off x="7329850" y="3217900"/>
              <a:ext cx="1922700" cy="9057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88" name="Google Shape;188;p9"/>
            <p:cNvSpPr/>
            <p:nvPr/>
          </p:nvSpPr>
          <p:spPr>
            <a:xfrm>
              <a:off x="182575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189" name="Google Shape;189;p9"/>
          <p:cNvGrpSpPr/>
          <p:nvPr/>
        </p:nvGrpSpPr>
        <p:grpSpPr>
          <a:xfrm>
            <a:off x="-108850" y="-90654"/>
            <a:ext cx="9361500" cy="5281188"/>
            <a:chOff x="-108850" y="-94500"/>
            <a:chExt cx="9361500" cy="5601600"/>
          </a:xfrm>
        </p:grpSpPr>
        <p:cxnSp>
          <p:nvCxnSpPr>
            <p:cNvPr id="190" name="Google Shape;190;p9"/>
            <p:cNvCxnSpPr/>
            <p:nvPr/>
          </p:nvCxnSpPr>
          <p:spPr>
            <a:xfrm>
              <a:off x="-9400" y="-94500"/>
              <a:ext cx="0" cy="56016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1" name="Google Shape;191;p9"/>
            <p:cNvCxnSpPr/>
            <p:nvPr/>
          </p:nvCxnSpPr>
          <p:spPr>
            <a:xfrm>
              <a:off x="9144000" y="-94500"/>
              <a:ext cx="0" cy="5576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2" name="Google Shape;192;p9"/>
            <p:cNvCxnSpPr/>
            <p:nvPr/>
          </p:nvCxnSpPr>
          <p:spPr>
            <a:xfrm>
              <a:off x="4571900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3" name="Google Shape;193;p9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4" name="Google Shape;194;p9"/>
            <p:cNvCxnSpPr/>
            <p:nvPr/>
          </p:nvCxnSpPr>
          <p:spPr>
            <a:xfrm>
              <a:off x="6857950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5" name="Google Shape;195;p9"/>
            <p:cNvCxnSpPr/>
            <p:nvPr/>
          </p:nvCxnSpPr>
          <p:spPr>
            <a:xfrm>
              <a:off x="2281250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6" name="Google Shape;196;p9"/>
            <p:cNvCxnSpPr/>
            <p:nvPr/>
          </p:nvCxnSpPr>
          <p:spPr>
            <a:xfrm>
              <a:off x="3426575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7" name="Google Shape;197;p9"/>
            <p:cNvCxnSpPr/>
            <p:nvPr/>
          </p:nvCxnSpPr>
          <p:spPr>
            <a:xfrm>
              <a:off x="5714925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8" name="Google Shape;198;p9"/>
            <p:cNvCxnSpPr/>
            <p:nvPr/>
          </p:nvCxnSpPr>
          <p:spPr>
            <a:xfrm>
              <a:off x="8000975" y="-94500"/>
              <a:ext cx="0" cy="5588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9" name="Google Shape;199;p9"/>
            <p:cNvCxnSpPr/>
            <p:nvPr/>
          </p:nvCxnSpPr>
          <p:spPr>
            <a:xfrm>
              <a:off x="1135925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0" name="Google Shape;200;p9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1" name="Google Shape;201;p9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2" name="Google Shape;202;p9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3" name="Google Shape;203;p9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4" name="Google Shape;204;p9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5" name="Google Shape;205;p9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06" name="Google Shape;206;p9"/>
          <p:cNvSpPr/>
          <p:nvPr/>
        </p:nvSpPr>
        <p:spPr>
          <a:xfrm>
            <a:off x="1589850" y="1022650"/>
            <a:ext cx="5964300" cy="3098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7" name="Google Shape;207;p9"/>
          <p:cNvSpPr txBox="1"/>
          <p:nvPr>
            <p:ph type="title"/>
          </p:nvPr>
        </p:nvSpPr>
        <p:spPr>
          <a:xfrm>
            <a:off x="2241400" y="1354025"/>
            <a:ext cx="4867800" cy="83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08" name="Google Shape;208;p9"/>
          <p:cNvSpPr txBox="1"/>
          <p:nvPr>
            <p:ph idx="1" type="subTitle"/>
          </p:nvPr>
        </p:nvSpPr>
        <p:spPr>
          <a:xfrm>
            <a:off x="2241504" y="2261775"/>
            <a:ext cx="4867800" cy="1258500"/>
          </a:xfrm>
          <a:prstGeom prst="rect">
            <a:avLst/>
          </a:prstGeom>
          <a:solidFill>
            <a:srgbClr val="1C4587">
              <a:alpha val="2893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09" name="Google Shape;209;p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1" name="Google Shape;211;p10"/>
          <p:cNvGrpSpPr/>
          <p:nvPr/>
        </p:nvGrpSpPr>
        <p:grpSpPr>
          <a:xfrm>
            <a:off x="-334100" y="180750"/>
            <a:ext cx="9228800" cy="4782000"/>
            <a:chOff x="-334100" y="180750"/>
            <a:chExt cx="9228800" cy="4782000"/>
          </a:xfrm>
        </p:grpSpPr>
        <p:sp>
          <p:nvSpPr>
            <p:cNvPr id="212" name="Google Shape;212;p10"/>
            <p:cNvSpPr/>
            <p:nvPr/>
          </p:nvSpPr>
          <p:spPr>
            <a:xfrm>
              <a:off x="-334100" y="1966200"/>
              <a:ext cx="1582500" cy="12111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13" name="Google Shape;213;p10"/>
            <p:cNvSpPr/>
            <p:nvPr/>
          </p:nvSpPr>
          <p:spPr>
            <a:xfrm>
              <a:off x="4114800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214" name="Google Shape;214;p10"/>
          <p:cNvGrpSpPr/>
          <p:nvPr/>
        </p:nvGrpSpPr>
        <p:grpSpPr>
          <a:xfrm>
            <a:off x="-108850" y="-90654"/>
            <a:ext cx="9361500" cy="5281188"/>
            <a:chOff x="-108850" y="-94500"/>
            <a:chExt cx="9361500" cy="5601600"/>
          </a:xfrm>
        </p:grpSpPr>
        <p:cxnSp>
          <p:nvCxnSpPr>
            <p:cNvPr id="215" name="Google Shape;215;p10"/>
            <p:cNvCxnSpPr/>
            <p:nvPr/>
          </p:nvCxnSpPr>
          <p:spPr>
            <a:xfrm>
              <a:off x="-9400" y="-94500"/>
              <a:ext cx="0" cy="56016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6" name="Google Shape;216;p10"/>
            <p:cNvCxnSpPr/>
            <p:nvPr/>
          </p:nvCxnSpPr>
          <p:spPr>
            <a:xfrm>
              <a:off x="9144000" y="-94500"/>
              <a:ext cx="0" cy="5576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7" name="Google Shape;217;p10"/>
            <p:cNvCxnSpPr/>
            <p:nvPr/>
          </p:nvCxnSpPr>
          <p:spPr>
            <a:xfrm>
              <a:off x="4571900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8" name="Google Shape;218;p10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9" name="Google Shape;219;p10"/>
            <p:cNvCxnSpPr/>
            <p:nvPr/>
          </p:nvCxnSpPr>
          <p:spPr>
            <a:xfrm>
              <a:off x="6857950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0" name="Google Shape;220;p10"/>
            <p:cNvCxnSpPr/>
            <p:nvPr/>
          </p:nvCxnSpPr>
          <p:spPr>
            <a:xfrm>
              <a:off x="2281250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1" name="Google Shape;221;p10"/>
            <p:cNvCxnSpPr/>
            <p:nvPr/>
          </p:nvCxnSpPr>
          <p:spPr>
            <a:xfrm>
              <a:off x="3426575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2" name="Google Shape;222;p10"/>
            <p:cNvCxnSpPr/>
            <p:nvPr/>
          </p:nvCxnSpPr>
          <p:spPr>
            <a:xfrm>
              <a:off x="5714925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3" name="Google Shape;223;p10"/>
            <p:cNvCxnSpPr/>
            <p:nvPr/>
          </p:nvCxnSpPr>
          <p:spPr>
            <a:xfrm>
              <a:off x="8000975" y="-94500"/>
              <a:ext cx="0" cy="5588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4" name="Google Shape;224;p10"/>
            <p:cNvCxnSpPr/>
            <p:nvPr/>
          </p:nvCxnSpPr>
          <p:spPr>
            <a:xfrm>
              <a:off x="1135925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5" name="Google Shape;225;p10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6" name="Google Shape;226;p10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7" name="Google Shape;227;p10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8" name="Google Shape;228;p10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9" name="Google Shape;229;p10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30" name="Google Shape;230;p10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31" name="Google Shape;231;p10"/>
          <p:cNvSpPr/>
          <p:nvPr/>
        </p:nvSpPr>
        <p:spPr>
          <a:xfrm>
            <a:off x="1140075" y="858625"/>
            <a:ext cx="6863700" cy="3426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2" name="Google Shape;232;p10"/>
          <p:cNvSpPr txBox="1"/>
          <p:nvPr>
            <p:ph type="title"/>
          </p:nvPr>
        </p:nvSpPr>
        <p:spPr>
          <a:xfrm>
            <a:off x="720000" y="2285400"/>
            <a:ext cx="77040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3" name="Google Shape;233;p1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5" name="Google Shape;235;p11"/>
          <p:cNvGrpSpPr/>
          <p:nvPr/>
        </p:nvGrpSpPr>
        <p:grpSpPr>
          <a:xfrm>
            <a:off x="-334100" y="-138700"/>
            <a:ext cx="9228800" cy="5101450"/>
            <a:chOff x="-334100" y="-138700"/>
            <a:chExt cx="9228800" cy="5101450"/>
          </a:xfrm>
        </p:grpSpPr>
        <p:sp>
          <p:nvSpPr>
            <p:cNvPr id="236" name="Google Shape;236;p11"/>
            <p:cNvSpPr/>
            <p:nvPr/>
          </p:nvSpPr>
          <p:spPr>
            <a:xfrm>
              <a:off x="-334100" y="-138700"/>
              <a:ext cx="1582500" cy="12111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37" name="Google Shape;237;p11"/>
            <p:cNvSpPr/>
            <p:nvPr/>
          </p:nvSpPr>
          <p:spPr>
            <a:xfrm>
              <a:off x="4114800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238" name="Google Shape;238;p11"/>
          <p:cNvGrpSpPr/>
          <p:nvPr/>
        </p:nvGrpSpPr>
        <p:grpSpPr>
          <a:xfrm>
            <a:off x="-108850" y="-90654"/>
            <a:ext cx="9361500" cy="5281188"/>
            <a:chOff x="-108850" y="-94500"/>
            <a:chExt cx="9361500" cy="5601600"/>
          </a:xfrm>
        </p:grpSpPr>
        <p:cxnSp>
          <p:nvCxnSpPr>
            <p:cNvPr id="239" name="Google Shape;239;p11"/>
            <p:cNvCxnSpPr/>
            <p:nvPr/>
          </p:nvCxnSpPr>
          <p:spPr>
            <a:xfrm>
              <a:off x="-9400" y="-94500"/>
              <a:ext cx="0" cy="56016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0" name="Google Shape;240;p11"/>
            <p:cNvCxnSpPr/>
            <p:nvPr/>
          </p:nvCxnSpPr>
          <p:spPr>
            <a:xfrm>
              <a:off x="9144000" y="-94500"/>
              <a:ext cx="0" cy="5576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1" name="Google Shape;241;p11"/>
            <p:cNvCxnSpPr/>
            <p:nvPr/>
          </p:nvCxnSpPr>
          <p:spPr>
            <a:xfrm>
              <a:off x="4571900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2" name="Google Shape;242;p11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3" name="Google Shape;243;p11"/>
            <p:cNvCxnSpPr/>
            <p:nvPr/>
          </p:nvCxnSpPr>
          <p:spPr>
            <a:xfrm>
              <a:off x="6857950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4" name="Google Shape;244;p11"/>
            <p:cNvCxnSpPr/>
            <p:nvPr/>
          </p:nvCxnSpPr>
          <p:spPr>
            <a:xfrm>
              <a:off x="2281250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5" name="Google Shape;245;p11"/>
            <p:cNvCxnSpPr/>
            <p:nvPr/>
          </p:nvCxnSpPr>
          <p:spPr>
            <a:xfrm>
              <a:off x="3426575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6" name="Google Shape;246;p11"/>
            <p:cNvCxnSpPr/>
            <p:nvPr/>
          </p:nvCxnSpPr>
          <p:spPr>
            <a:xfrm>
              <a:off x="5714925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7" name="Google Shape;247;p11"/>
            <p:cNvCxnSpPr/>
            <p:nvPr/>
          </p:nvCxnSpPr>
          <p:spPr>
            <a:xfrm>
              <a:off x="8000975" y="-94500"/>
              <a:ext cx="0" cy="5588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8" name="Google Shape;248;p11"/>
            <p:cNvCxnSpPr/>
            <p:nvPr/>
          </p:nvCxnSpPr>
          <p:spPr>
            <a:xfrm>
              <a:off x="1135925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9" name="Google Shape;249;p11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50" name="Google Shape;250;p11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51" name="Google Shape;251;p11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52" name="Google Shape;252;p11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53" name="Google Shape;253;p11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54" name="Google Shape;254;p11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55" name="Google Shape;255;p11"/>
          <p:cNvSpPr/>
          <p:nvPr/>
        </p:nvSpPr>
        <p:spPr>
          <a:xfrm>
            <a:off x="1140075" y="858625"/>
            <a:ext cx="6863700" cy="3426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56" name="Google Shape;256;p11"/>
          <p:cNvSpPr txBox="1"/>
          <p:nvPr>
            <p:ph hasCustomPrompt="1" type="title"/>
          </p:nvPr>
        </p:nvSpPr>
        <p:spPr>
          <a:xfrm>
            <a:off x="1284000" y="1558475"/>
            <a:ext cx="6576000" cy="1511100"/>
          </a:xfrm>
          <a:prstGeom prst="rect">
            <a:avLst/>
          </a:prstGeom>
          <a:solidFill>
            <a:srgbClr val="1C4587">
              <a:alpha val="28930"/>
            </a:srgbClr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257" name="Google Shape;257;p11"/>
          <p:cNvSpPr txBox="1"/>
          <p:nvPr>
            <p:ph idx="1" type="subTitle"/>
          </p:nvPr>
        </p:nvSpPr>
        <p:spPr>
          <a:xfrm>
            <a:off x="1284000" y="3333375"/>
            <a:ext cx="6576000" cy="713400"/>
          </a:xfrm>
          <a:prstGeom prst="rect">
            <a:avLst/>
          </a:prstGeom>
          <a:solidFill>
            <a:srgbClr val="1C4587">
              <a:alpha val="2893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258" name="Google Shape;258;p1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2" name="Google Shape;262;p13"/>
          <p:cNvGrpSpPr/>
          <p:nvPr/>
        </p:nvGrpSpPr>
        <p:grpSpPr>
          <a:xfrm>
            <a:off x="-334100" y="180750"/>
            <a:ext cx="9228800" cy="4782000"/>
            <a:chOff x="-334100" y="180750"/>
            <a:chExt cx="9228800" cy="4782000"/>
          </a:xfrm>
        </p:grpSpPr>
        <p:sp>
          <p:nvSpPr>
            <p:cNvPr id="263" name="Google Shape;263;p13"/>
            <p:cNvSpPr/>
            <p:nvPr/>
          </p:nvSpPr>
          <p:spPr>
            <a:xfrm>
              <a:off x="-334100" y="1966200"/>
              <a:ext cx="1582500" cy="12111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64" name="Google Shape;264;p13"/>
            <p:cNvSpPr/>
            <p:nvPr/>
          </p:nvSpPr>
          <p:spPr>
            <a:xfrm>
              <a:off x="4114800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265" name="Google Shape;265;p13"/>
          <p:cNvGrpSpPr/>
          <p:nvPr/>
        </p:nvGrpSpPr>
        <p:grpSpPr>
          <a:xfrm>
            <a:off x="-108850" y="-90654"/>
            <a:ext cx="9361500" cy="5281188"/>
            <a:chOff x="-108850" y="-94500"/>
            <a:chExt cx="9361500" cy="5601600"/>
          </a:xfrm>
        </p:grpSpPr>
        <p:cxnSp>
          <p:nvCxnSpPr>
            <p:cNvPr id="266" name="Google Shape;266;p13"/>
            <p:cNvCxnSpPr/>
            <p:nvPr/>
          </p:nvCxnSpPr>
          <p:spPr>
            <a:xfrm>
              <a:off x="-9400" y="-94500"/>
              <a:ext cx="0" cy="56016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67" name="Google Shape;267;p13"/>
            <p:cNvCxnSpPr/>
            <p:nvPr/>
          </p:nvCxnSpPr>
          <p:spPr>
            <a:xfrm>
              <a:off x="9144000" y="-94500"/>
              <a:ext cx="0" cy="5576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68" name="Google Shape;268;p13"/>
            <p:cNvCxnSpPr/>
            <p:nvPr/>
          </p:nvCxnSpPr>
          <p:spPr>
            <a:xfrm>
              <a:off x="4571900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69" name="Google Shape;269;p13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0" name="Google Shape;270;p13"/>
            <p:cNvCxnSpPr/>
            <p:nvPr/>
          </p:nvCxnSpPr>
          <p:spPr>
            <a:xfrm>
              <a:off x="6857950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1" name="Google Shape;271;p13"/>
            <p:cNvCxnSpPr/>
            <p:nvPr/>
          </p:nvCxnSpPr>
          <p:spPr>
            <a:xfrm>
              <a:off x="2281250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2" name="Google Shape;272;p13"/>
            <p:cNvCxnSpPr/>
            <p:nvPr/>
          </p:nvCxnSpPr>
          <p:spPr>
            <a:xfrm>
              <a:off x="3426575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3" name="Google Shape;273;p13"/>
            <p:cNvCxnSpPr/>
            <p:nvPr/>
          </p:nvCxnSpPr>
          <p:spPr>
            <a:xfrm>
              <a:off x="5714925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4" name="Google Shape;274;p13"/>
            <p:cNvCxnSpPr/>
            <p:nvPr/>
          </p:nvCxnSpPr>
          <p:spPr>
            <a:xfrm>
              <a:off x="8000975" y="-94500"/>
              <a:ext cx="0" cy="5588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5" name="Google Shape;275;p13"/>
            <p:cNvCxnSpPr/>
            <p:nvPr/>
          </p:nvCxnSpPr>
          <p:spPr>
            <a:xfrm>
              <a:off x="1135925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6" name="Google Shape;276;p13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7" name="Google Shape;277;p13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8" name="Google Shape;278;p13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9" name="Google Shape;279;p13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80" name="Google Shape;280;p13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81" name="Google Shape;281;p13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82" name="Google Shape;282;p13"/>
          <p:cNvSpPr/>
          <p:nvPr/>
        </p:nvSpPr>
        <p:spPr>
          <a:xfrm>
            <a:off x="1140075" y="858625"/>
            <a:ext cx="6863700" cy="3426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83" name="Google Shape;283;p13"/>
          <p:cNvSpPr txBox="1"/>
          <p:nvPr>
            <p:ph type="title"/>
          </p:nvPr>
        </p:nvSpPr>
        <p:spPr>
          <a:xfrm>
            <a:off x="1535775" y="3419063"/>
            <a:ext cx="6072600" cy="411600"/>
          </a:xfrm>
          <a:prstGeom prst="rect">
            <a:avLst/>
          </a:prstGeom>
          <a:solidFill>
            <a:srgbClr val="1C4587">
              <a:alpha val="2893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84" name="Google Shape;284;p13"/>
          <p:cNvSpPr txBox="1"/>
          <p:nvPr>
            <p:ph idx="1" type="subTitle"/>
          </p:nvPr>
        </p:nvSpPr>
        <p:spPr>
          <a:xfrm>
            <a:off x="1535775" y="1123425"/>
            <a:ext cx="6072600" cy="207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30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85" name="Google Shape;285;p1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"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7" name="Google Shape;287;p14"/>
          <p:cNvGrpSpPr/>
          <p:nvPr/>
        </p:nvGrpSpPr>
        <p:grpSpPr>
          <a:xfrm>
            <a:off x="-231525" y="180750"/>
            <a:ext cx="9179850" cy="5057325"/>
            <a:chOff x="-231525" y="180750"/>
            <a:chExt cx="9179850" cy="5057325"/>
          </a:xfrm>
        </p:grpSpPr>
        <p:sp>
          <p:nvSpPr>
            <p:cNvPr id="288" name="Google Shape;288;p14"/>
            <p:cNvSpPr/>
            <p:nvPr/>
          </p:nvSpPr>
          <p:spPr>
            <a:xfrm>
              <a:off x="-231525" y="3951075"/>
              <a:ext cx="841200" cy="1287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89" name="Google Shape;289;p14"/>
            <p:cNvSpPr/>
            <p:nvPr/>
          </p:nvSpPr>
          <p:spPr>
            <a:xfrm>
              <a:off x="4168425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290" name="Google Shape;290;p14"/>
          <p:cNvGrpSpPr/>
          <p:nvPr/>
        </p:nvGrpSpPr>
        <p:grpSpPr>
          <a:xfrm>
            <a:off x="-108850" y="-90654"/>
            <a:ext cx="9361500" cy="5281188"/>
            <a:chOff x="-108850" y="-94500"/>
            <a:chExt cx="9361500" cy="5601600"/>
          </a:xfrm>
        </p:grpSpPr>
        <p:cxnSp>
          <p:nvCxnSpPr>
            <p:cNvPr id="291" name="Google Shape;291;p14"/>
            <p:cNvCxnSpPr/>
            <p:nvPr/>
          </p:nvCxnSpPr>
          <p:spPr>
            <a:xfrm>
              <a:off x="-9400" y="-94500"/>
              <a:ext cx="0" cy="56016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2" name="Google Shape;292;p14"/>
            <p:cNvCxnSpPr/>
            <p:nvPr/>
          </p:nvCxnSpPr>
          <p:spPr>
            <a:xfrm>
              <a:off x="9144000" y="-94500"/>
              <a:ext cx="0" cy="5576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3" name="Google Shape;293;p14"/>
            <p:cNvCxnSpPr/>
            <p:nvPr/>
          </p:nvCxnSpPr>
          <p:spPr>
            <a:xfrm>
              <a:off x="4571900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4" name="Google Shape;294;p14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5" name="Google Shape;295;p14"/>
            <p:cNvCxnSpPr/>
            <p:nvPr/>
          </p:nvCxnSpPr>
          <p:spPr>
            <a:xfrm>
              <a:off x="6857950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6" name="Google Shape;296;p14"/>
            <p:cNvCxnSpPr/>
            <p:nvPr/>
          </p:nvCxnSpPr>
          <p:spPr>
            <a:xfrm>
              <a:off x="2281250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7" name="Google Shape;297;p14"/>
            <p:cNvCxnSpPr/>
            <p:nvPr/>
          </p:nvCxnSpPr>
          <p:spPr>
            <a:xfrm>
              <a:off x="3426575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8" name="Google Shape;298;p14"/>
            <p:cNvCxnSpPr/>
            <p:nvPr/>
          </p:nvCxnSpPr>
          <p:spPr>
            <a:xfrm>
              <a:off x="5714925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9" name="Google Shape;299;p14"/>
            <p:cNvCxnSpPr/>
            <p:nvPr/>
          </p:nvCxnSpPr>
          <p:spPr>
            <a:xfrm>
              <a:off x="8000975" y="-94500"/>
              <a:ext cx="0" cy="5588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00" name="Google Shape;300;p14"/>
            <p:cNvCxnSpPr/>
            <p:nvPr/>
          </p:nvCxnSpPr>
          <p:spPr>
            <a:xfrm>
              <a:off x="1135925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01" name="Google Shape;301;p14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02" name="Google Shape;302;p14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03" name="Google Shape;303;p14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04" name="Google Shape;304;p14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05" name="Google Shape;305;p14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06" name="Google Shape;306;p14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07" name="Google Shape;307;p14"/>
          <p:cNvSpPr/>
          <p:nvPr/>
        </p:nvSpPr>
        <p:spPr>
          <a:xfrm>
            <a:off x="409500" y="409500"/>
            <a:ext cx="8325000" cy="4324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08" name="Google Shape;308;p14"/>
          <p:cNvSpPr txBox="1"/>
          <p:nvPr>
            <p:ph idx="1" type="subTitle"/>
          </p:nvPr>
        </p:nvSpPr>
        <p:spPr>
          <a:xfrm>
            <a:off x="715100" y="1253525"/>
            <a:ext cx="7704000" cy="64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09" name="Google Shape;309;p14"/>
          <p:cNvSpPr txBox="1"/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0" name="Google Shape;310;p1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1"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2" name="Google Shape;312;p15"/>
          <p:cNvGrpSpPr/>
          <p:nvPr/>
        </p:nvGrpSpPr>
        <p:grpSpPr>
          <a:xfrm>
            <a:off x="182575" y="180750"/>
            <a:ext cx="9014250" cy="4782000"/>
            <a:chOff x="182575" y="180750"/>
            <a:chExt cx="9014250" cy="4782000"/>
          </a:xfrm>
        </p:grpSpPr>
        <p:sp>
          <p:nvSpPr>
            <p:cNvPr id="313" name="Google Shape;313;p15"/>
            <p:cNvSpPr/>
            <p:nvPr/>
          </p:nvSpPr>
          <p:spPr>
            <a:xfrm>
              <a:off x="8355625" y="3522900"/>
              <a:ext cx="841200" cy="12111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14" name="Google Shape;314;p15"/>
            <p:cNvSpPr/>
            <p:nvPr/>
          </p:nvSpPr>
          <p:spPr>
            <a:xfrm>
              <a:off x="182575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315" name="Google Shape;315;p15"/>
          <p:cNvGrpSpPr/>
          <p:nvPr/>
        </p:nvGrpSpPr>
        <p:grpSpPr>
          <a:xfrm>
            <a:off x="-108850" y="-94500"/>
            <a:ext cx="9361500" cy="5332500"/>
            <a:chOff x="-108850" y="-94500"/>
            <a:chExt cx="9361500" cy="5332500"/>
          </a:xfrm>
        </p:grpSpPr>
        <p:cxnSp>
          <p:nvCxnSpPr>
            <p:cNvPr id="316" name="Google Shape;316;p15"/>
            <p:cNvCxnSpPr/>
            <p:nvPr/>
          </p:nvCxnSpPr>
          <p:spPr>
            <a:xfrm>
              <a:off x="-94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17" name="Google Shape;317;p15"/>
            <p:cNvCxnSpPr/>
            <p:nvPr/>
          </p:nvCxnSpPr>
          <p:spPr>
            <a:xfrm>
              <a:off x="91440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18" name="Google Shape;318;p15"/>
            <p:cNvCxnSpPr/>
            <p:nvPr/>
          </p:nvCxnSpPr>
          <p:spPr>
            <a:xfrm>
              <a:off x="45719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19" name="Google Shape;319;p15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0" name="Google Shape;320;p15"/>
            <p:cNvCxnSpPr/>
            <p:nvPr/>
          </p:nvCxnSpPr>
          <p:spPr>
            <a:xfrm>
              <a:off x="68579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1" name="Google Shape;321;p15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2" name="Google Shape;322;p15"/>
            <p:cNvCxnSpPr/>
            <p:nvPr/>
          </p:nvCxnSpPr>
          <p:spPr>
            <a:xfrm>
              <a:off x="342657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3" name="Google Shape;323;p15"/>
            <p:cNvCxnSpPr/>
            <p:nvPr/>
          </p:nvCxnSpPr>
          <p:spPr>
            <a:xfrm>
              <a:off x="571492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4" name="Google Shape;324;p15"/>
            <p:cNvCxnSpPr/>
            <p:nvPr/>
          </p:nvCxnSpPr>
          <p:spPr>
            <a:xfrm>
              <a:off x="800097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5" name="Google Shape;325;p15"/>
            <p:cNvCxnSpPr/>
            <p:nvPr/>
          </p:nvCxnSpPr>
          <p:spPr>
            <a:xfrm>
              <a:off x="113592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6" name="Google Shape;326;p15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7" name="Google Shape;327;p15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8" name="Google Shape;328;p15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9" name="Google Shape;329;p15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30" name="Google Shape;330;p15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31" name="Google Shape;331;p15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32" name="Google Shape;332;p15"/>
          <p:cNvSpPr/>
          <p:nvPr/>
        </p:nvSpPr>
        <p:spPr>
          <a:xfrm>
            <a:off x="409500" y="409500"/>
            <a:ext cx="8325000" cy="4324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33" name="Google Shape;333;p15"/>
          <p:cNvSpPr txBox="1"/>
          <p:nvPr>
            <p:ph idx="1" type="subTitle"/>
          </p:nvPr>
        </p:nvSpPr>
        <p:spPr>
          <a:xfrm>
            <a:off x="715100" y="1253525"/>
            <a:ext cx="6119400" cy="316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34" name="Google Shape;334;p15"/>
          <p:cNvSpPr txBox="1"/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5" name="Google Shape;335;p1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BLANK_1_1_1_2"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7" name="Google Shape;337;p16"/>
          <p:cNvGrpSpPr/>
          <p:nvPr/>
        </p:nvGrpSpPr>
        <p:grpSpPr>
          <a:xfrm>
            <a:off x="-334100" y="180750"/>
            <a:ext cx="9282425" cy="4782000"/>
            <a:chOff x="-334100" y="180750"/>
            <a:chExt cx="9282425" cy="4782000"/>
          </a:xfrm>
        </p:grpSpPr>
        <p:sp>
          <p:nvSpPr>
            <p:cNvPr id="338" name="Google Shape;338;p16"/>
            <p:cNvSpPr/>
            <p:nvPr/>
          </p:nvSpPr>
          <p:spPr>
            <a:xfrm>
              <a:off x="-334100" y="1966200"/>
              <a:ext cx="841200" cy="12111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39" name="Google Shape;339;p16"/>
            <p:cNvSpPr/>
            <p:nvPr/>
          </p:nvSpPr>
          <p:spPr>
            <a:xfrm>
              <a:off x="4168425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340" name="Google Shape;340;p16"/>
          <p:cNvGrpSpPr/>
          <p:nvPr/>
        </p:nvGrpSpPr>
        <p:grpSpPr>
          <a:xfrm>
            <a:off x="-108850" y="-94500"/>
            <a:ext cx="9361500" cy="5332500"/>
            <a:chOff x="-108850" y="-94500"/>
            <a:chExt cx="9361500" cy="5332500"/>
          </a:xfrm>
        </p:grpSpPr>
        <p:cxnSp>
          <p:nvCxnSpPr>
            <p:cNvPr id="341" name="Google Shape;341;p16"/>
            <p:cNvCxnSpPr/>
            <p:nvPr/>
          </p:nvCxnSpPr>
          <p:spPr>
            <a:xfrm>
              <a:off x="-94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42" name="Google Shape;342;p16"/>
            <p:cNvCxnSpPr/>
            <p:nvPr/>
          </p:nvCxnSpPr>
          <p:spPr>
            <a:xfrm>
              <a:off x="91440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43" name="Google Shape;343;p16"/>
            <p:cNvCxnSpPr/>
            <p:nvPr/>
          </p:nvCxnSpPr>
          <p:spPr>
            <a:xfrm>
              <a:off x="45719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44" name="Google Shape;344;p16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45" name="Google Shape;345;p16"/>
            <p:cNvCxnSpPr/>
            <p:nvPr/>
          </p:nvCxnSpPr>
          <p:spPr>
            <a:xfrm>
              <a:off x="68579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46" name="Google Shape;346;p16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47" name="Google Shape;347;p16"/>
            <p:cNvCxnSpPr/>
            <p:nvPr/>
          </p:nvCxnSpPr>
          <p:spPr>
            <a:xfrm>
              <a:off x="342657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48" name="Google Shape;348;p16"/>
            <p:cNvCxnSpPr/>
            <p:nvPr/>
          </p:nvCxnSpPr>
          <p:spPr>
            <a:xfrm>
              <a:off x="571492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49" name="Google Shape;349;p16"/>
            <p:cNvCxnSpPr/>
            <p:nvPr/>
          </p:nvCxnSpPr>
          <p:spPr>
            <a:xfrm>
              <a:off x="800097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0" name="Google Shape;350;p16"/>
            <p:cNvCxnSpPr/>
            <p:nvPr/>
          </p:nvCxnSpPr>
          <p:spPr>
            <a:xfrm>
              <a:off x="113592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1" name="Google Shape;351;p16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2" name="Google Shape;352;p16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3" name="Google Shape;353;p16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4" name="Google Shape;354;p16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5" name="Google Shape;355;p16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6" name="Google Shape;356;p16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57" name="Google Shape;357;p16"/>
          <p:cNvSpPr/>
          <p:nvPr/>
        </p:nvSpPr>
        <p:spPr>
          <a:xfrm>
            <a:off x="409500" y="409500"/>
            <a:ext cx="8325000" cy="4324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58" name="Google Shape;358;p16"/>
          <p:cNvSpPr txBox="1"/>
          <p:nvPr>
            <p:ph idx="1" type="subTitle"/>
          </p:nvPr>
        </p:nvSpPr>
        <p:spPr>
          <a:xfrm>
            <a:off x="720000" y="2836013"/>
            <a:ext cx="2336400" cy="4071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359" name="Google Shape;359;p16"/>
          <p:cNvSpPr txBox="1"/>
          <p:nvPr>
            <p:ph idx="2" type="subTitle"/>
          </p:nvPr>
        </p:nvSpPr>
        <p:spPr>
          <a:xfrm>
            <a:off x="720000" y="3771501"/>
            <a:ext cx="2336400" cy="53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0" name="Google Shape;360;p16"/>
          <p:cNvSpPr txBox="1"/>
          <p:nvPr>
            <p:ph idx="3" type="subTitle"/>
          </p:nvPr>
        </p:nvSpPr>
        <p:spPr>
          <a:xfrm>
            <a:off x="3403800" y="3771501"/>
            <a:ext cx="2336400" cy="53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1" name="Google Shape;361;p16"/>
          <p:cNvSpPr txBox="1"/>
          <p:nvPr>
            <p:ph idx="4" type="subTitle"/>
          </p:nvPr>
        </p:nvSpPr>
        <p:spPr>
          <a:xfrm>
            <a:off x="6087600" y="3771501"/>
            <a:ext cx="2336400" cy="53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2" name="Google Shape;362;p16"/>
          <p:cNvSpPr txBox="1"/>
          <p:nvPr>
            <p:ph idx="5" type="subTitle"/>
          </p:nvPr>
        </p:nvSpPr>
        <p:spPr>
          <a:xfrm>
            <a:off x="3403800" y="2836013"/>
            <a:ext cx="2336400" cy="4071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363" name="Google Shape;363;p16"/>
          <p:cNvSpPr txBox="1"/>
          <p:nvPr>
            <p:ph idx="6" type="subTitle"/>
          </p:nvPr>
        </p:nvSpPr>
        <p:spPr>
          <a:xfrm>
            <a:off x="6087600" y="2836013"/>
            <a:ext cx="2336400" cy="4071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364" name="Google Shape;364;p16"/>
          <p:cNvSpPr txBox="1"/>
          <p:nvPr>
            <p:ph idx="7" type="subTitle"/>
          </p:nvPr>
        </p:nvSpPr>
        <p:spPr>
          <a:xfrm>
            <a:off x="720000" y="3239289"/>
            <a:ext cx="2336400" cy="532200"/>
          </a:xfrm>
          <a:prstGeom prst="rect">
            <a:avLst/>
          </a:prstGeom>
          <a:solidFill>
            <a:srgbClr val="1C4587">
              <a:alpha val="2893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5" name="Google Shape;365;p16"/>
          <p:cNvSpPr txBox="1"/>
          <p:nvPr>
            <p:ph idx="8" type="subTitle"/>
          </p:nvPr>
        </p:nvSpPr>
        <p:spPr>
          <a:xfrm>
            <a:off x="3403800" y="3239289"/>
            <a:ext cx="2336400" cy="532200"/>
          </a:xfrm>
          <a:prstGeom prst="rect">
            <a:avLst/>
          </a:prstGeom>
          <a:solidFill>
            <a:srgbClr val="1C4587">
              <a:alpha val="2893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6" name="Google Shape;366;p16"/>
          <p:cNvSpPr txBox="1"/>
          <p:nvPr>
            <p:ph idx="9" type="subTitle"/>
          </p:nvPr>
        </p:nvSpPr>
        <p:spPr>
          <a:xfrm>
            <a:off x="6087600" y="3239289"/>
            <a:ext cx="2336400" cy="532200"/>
          </a:xfrm>
          <a:prstGeom prst="rect">
            <a:avLst/>
          </a:prstGeom>
          <a:solidFill>
            <a:srgbClr val="1C4587">
              <a:alpha val="2893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7" name="Google Shape;367;p16"/>
          <p:cNvSpPr txBox="1"/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8" name="Google Shape;368;p1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BLANK_1_1_1_1"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0" name="Google Shape;370;p17"/>
          <p:cNvGrpSpPr/>
          <p:nvPr/>
        </p:nvGrpSpPr>
        <p:grpSpPr>
          <a:xfrm>
            <a:off x="182575" y="180750"/>
            <a:ext cx="9014250" cy="4782000"/>
            <a:chOff x="182575" y="180750"/>
            <a:chExt cx="9014250" cy="4782000"/>
          </a:xfrm>
        </p:grpSpPr>
        <p:sp>
          <p:nvSpPr>
            <p:cNvPr id="371" name="Google Shape;371;p17"/>
            <p:cNvSpPr/>
            <p:nvPr/>
          </p:nvSpPr>
          <p:spPr>
            <a:xfrm>
              <a:off x="8355625" y="1966200"/>
              <a:ext cx="841200" cy="12111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72" name="Google Shape;372;p17"/>
            <p:cNvSpPr/>
            <p:nvPr/>
          </p:nvSpPr>
          <p:spPr>
            <a:xfrm>
              <a:off x="182575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373" name="Google Shape;373;p17"/>
          <p:cNvGrpSpPr/>
          <p:nvPr/>
        </p:nvGrpSpPr>
        <p:grpSpPr>
          <a:xfrm>
            <a:off x="-108850" y="-94500"/>
            <a:ext cx="9361500" cy="5332500"/>
            <a:chOff x="-108850" y="-94500"/>
            <a:chExt cx="9361500" cy="5332500"/>
          </a:xfrm>
        </p:grpSpPr>
        <p:cxnSp>
          <p:nvCxnSpPr>
            <p:cNvPr id="374" name="Google Shape;374;p17"/>
            <p:cNvCxnSpPr/>
            <p:nvPr/>
          </p:nvCxnSpPr>
          <p:spPr>
            <a:xfrm>
              <a:off x="-94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5" name="Google Shape;375;p17"/>
            <p:cNvCxnSpPr/>
            <p:nvPr/>
          </p:nvCxnSpPr>
          <p:spPr>
            <a:xfrm>
              <a:off x="91440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6" name="Google Shape;376;p17"/>
            <p:cNvCxnSpPr/>
            <p:nvPr/>
          </p:nvCxnSpPr>
          <p:spPr>
            <a:xfrm>
              <a:off x="45719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7" name="Google Shape;377;p17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8" name="Google Shape;378;p17"/>
            <p:cNvCxnSpPr/>
            <p:nvPr/>
          </p:nvCxnSpPr>
          <p:spPr>
            <a:xfrm>
              <a:off x="68579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9" name="Google Shape;379;p17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0" name="Google Shape;380;p17"/>
            <p:cNvCxnSpPr/>
            <p:nvPr/>
          </p:nvCxnSpPr>
          <p:spPr>
            <a:xfrm>
              <a:off x="342657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1" name="Google Shape;381;p17"/>
            <p:cNvCxnSpPr/>
            <p:nvPr/>
          </p:nvCxnSpPr>
          <p:spPr>
            <a:xfrm>
              <a:off x="571492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2" name="Google Shape;382;p17"/>
            <p:cNvCxnSpPr/>
            <p:nvPr/>
          </p:nvCxnSpPr>
          <p:spPr>
            <a:xfrm>
              <a:off x="800097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3" name="Google Shape;383;p17"/>
            <p:cNvCxnSpPr/>
            <p:nvPr/>
          </p:nvCxnSpPr>
          <p:spPr>
            <a:xfrm>
              <a:off x="113592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4" name="Google Shape;384;p17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5" name="Google Shape;385;p17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6" name="Google Shape;386;p17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7" name="Google Shape;387;p17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8" name="Google Shape;388;p17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9" name="Google Shape;389;p17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90" name="Google Shape;390;p17"/>
          <p:cNvSpPr/>
          <p:nvPr/>
        </p:nvSpPr>
        <p:spPr>
          <a:xfrm>
            <a:off x="409500" y="409500"/>
            <a:ext cx="8325000" cy="4324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91" name="Google Shape;391;p17"/>
          <p:cNvSpPr txBox="1"/>
          <p:nvPr>
            <p:ph idx="1" type="subTitle"/>
          </p:nvPr>
        </p:nvSpPr>
        <p:spPr>
          <a:xfrm>
            <a:off x="1802824" y="1793200"/>
            <a:ext cx="2714700" cy="356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392" name="Google Shape;392;p17"/>
          <p:cNvSpPr txBox="1"/>
          <p:nvPr>
            <p:ph idx="2" type="subTitle"/>
          </p:nvPr>
        </p:nvSpPr>
        <p:spPr>
          <a:xfrm>
            <a:off x="1802812" y="2073698"/>
            <a:ext cx="27147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3" name="Google Shape;393;p17"/>
          <p:cNvSpPr txBox="1"/>
          <p:nvPr>
            <p:ph idx="3" type="subTitle"/>
          </p:nvPr>
        </p:nvSpPr>
        <p:spPr>
          <a:xfrm>
            <a:off x="5714187" y="2073698"/>
            <a:ext cx="27147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4" name="Google Shape;394;p17"/>
          <p:cNvSpPr txBox="1"/>
          <p:nvPr>
            <p:ph idx="4" type="subTitle"/>
          </p:nvPr>
        </p:nvSpPr>
        <p:spPr>
          <a:xfrm>
            <a:off x="1802800" y="3595951"/>
            <a:ext cx="27147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5" name="Google Shape;395;p17"/>
          <p:cNvSpPr txBox="1"/>
          <p:nvPr>
            <p:ph idx="5" type="subTitle"/>
          </p:nvPr>
        </p:nvSpPr>
        <p:spPr>
          <a:xfrm>
            <a:off x="5714175" y="3595951"/>
            <a:ext cx="27147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6" name="Google Shape;396;p17"/>
          <p:cNvSpPr txBox="1"/>
          <p:nvPr>
            <p:ph idx="6" type="subTitle"/>
          </p:nvPr>
        </p:nvSpPr>
        <p:spPr>
          <a:xfrm>
            <a:off x="1802824" y="3317703"/>
            <a:ext cx="2714700" cy="356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397" name="Google Shape;397;p17"/>
          <p:cNvSpPr txBox="1"/>
          <p:nvPr>
            <p:ph idx="7" type="subTitle"/>
          </p:nvPr>
        </p:nvSpPr>
        <p:spPr>
          <a:xfrm>
            <a:off x="5714194" y="1793200"/>
            <a:ext cx="2714700" cy="356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398" name="Google Shape;398;p17"/>
          <p:cNvSpPr txBox="1"/>
          <p:nvPr>
            <p:ph idx="8" type="subTitle"/>
          </p:nvPr>
        </p:nvSpPr>
        <p:spPr>
          <a:xfrm>
            <a:off x="5714194" y="3317703"/>
            <a:ext cx="2714700" cy="356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399" name="Google Shape;399;p17"/>
          <p:cNvSpPr txBox="1"/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0" name="Google Shape;400;p1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ive columns">
  <p:cSld name="BLANK_1_1_1_1_2"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2" name="Google Shape;402;p18"/>
          <p:cNvGrpSpPr/>
          <p:nvPr/>
        </p:nvGrpSpPr>
        <p:grpSpPr>
          <a:xfrm>
            <a:off x="-334100" y="180750"/>
            <a:ext cx="9282425" cy="4782000"/>
            <a:chOff x="-334100" y="180750"/>
            <a:chExt cx="9282425" cy="4782000"/>
          </a:xfrm>
        </p:grpSpPr>
        <p:sp>
          <p:nvSpPr>
            <p:cNvPr id="403" name="Google Shape;403;p18"/>
            <p:cNvSpPr/>
            <p:nvPr/>
          </p:nvSpPr>
          <p:spPr>
            <a:xfrm>
              <a:off x="-334100" y="1966200"/>
              <a:ext cx="841200" cy="12111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04" name="Google Shape;404;p18"/>
            <p:cNvSpPr/>
            <p:nvPr/>
          </p:nvSpPr>
          <p:spPr>
            <a:xfrm>
              <a:off x="4168425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405" name="Google Shape;405;p18"/>
          <p:cNvGrpSpPr/>
          <p:nvPr/>
        </p:nvGrpSpPr>
        <p:grpSpPr>
          <a:xfrm>
            <a:off x="-108850" y="-94500"/>
            <a:ext cx="9361500" cy="5332500"/>
            <a:chOff x="-108850" y="-94500"/>
            <a:chExt cx="9361500" cy="5332500"/>
          </a:xfrm>
        </p:grpSpPr>
        <p:cxnSp>
          <p:nvCxnSpPr>
            <p:cNvPr id="406" name="Google Shape;406;p18"/>
            <p:cNvCxnSpPr/>
            <p:nvPr/>
          </p:nvCxnSpPr>
          <p:spPr>
            <a:xfrm>
              <a:off x="-94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7" name="Google Shape;407;p18"/>
            <p:cNvCxnSpPr/>
            <p:nvPr/>
          </p:nvCxnSpPr>
          <p:spPr>
            <a:xfrm>
              <a:off x="91440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8" name="Google Shape;408;p18"/>
            <p:cNvCxnSpPr/>
            <p:nvPr/>
          </p:nvCxnSpPr>
          <p:spPr>
            <a:xfrm>
              <a:off x="45719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9" name="Google Shape;409;p18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0" name="Google Shape;410;p18"/>
            <p:cNvCxnSpPr/>
            <p:nvPr/>
          </p:nvCxnSpPr>
          <p:spPr>
            <a:xfrm>
              <a:off x="68579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1" name="Google Shape;411;p18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2" name="Google Shape;412;p18"/>
            <p:cNvCxnSpPr/>
            <p:nvPr/>
          </p:nvCxnSpPr>
          <p:spPr>
            <a:xfrm>
              <a:off x="342657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3" name="Google Shape;413;p18"/>
            <p:cNvCxnSpPr/>
            <p:nvPr/>
          </p:nvCxnSpPr>
          <p:spPr>
            <a:xfrm>
              <a:off x="571492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4" name="Google Shape;414;p18"/>
            <p:cNvCxnSpPr/>
            <p:nvPr/>
          </p:nvCxnSpPr>
          <p:spPr>
            <a:xfrm>
              <a:off x="800097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5" name="Google Shape;415;p18"/>
            <p:cNvCxnSpPr/>
            <p:nvPr/>
          </p:nvCxnSpPr>
          <p:spPr>
            <a:xfrm>
              <a:off x="113592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6" name="Google Shape;416;p18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7" name="Google Shape;417;p18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8" name="Google Shape;418;p18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9" name="Google Shape;419;p18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20" name="Google Shape;420;p18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21" name="Google Shape;421;p18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422" name="Google Shape;422;p18"/>
          <p:cNvSpPr/>
          <p:nvPr/>
        </p:nvSpPr>
        <p:spPr>
          <a:xfrm>
            <a:off x="409500" y="409500"/>
            <a:ext cx="8325000" cy="4324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23" name="Google Shape;423;p18"/>
          <p:cNvSpPr txBox="1"/>
          <p:nvPr>
            <p:ph idx="1" type="subTitle"/>
          </p:nvPr>
        </p:nvSpPr>
        <p:spPr>
          <a:xfrm>
            <a:off x="720000" y="3690800"/>
            <a:ext cx="2424900" cy="356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424" name="Google Shape;424;p18"/>
          <p:cNvSpPr txBox="1"/>
          <p:nvPr>
            <p:ph idx="2" type="subTitle"/>
          </p:nvPr>
        </p:nvSpPr>
        <p:spPr>
          <a:xfrm>
            <a:off x="720000" y="3971300"/>
            <a:ext cx="24249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5" name="Google Shape;425;p18"/>
          <p:cNvSpPr txBox="1"/>
          <p:nvPr>
            <p:ph hasCustomPrompt="1" type="title"/>
          </p:nvPr>
        </p:nvSpPr>
        <p:spPr>
          <a:xfrm>
            <a:off x="1617001" y="2942492"/>
            <a:ext cx="630900" cy="630900"/>
          </a:xfrm>
          <a:prstGeom prst="rect">
            <a:avLst/>
          </a:prstGeom>
          <a:solidFill>
            <a:srgbClr val="1C4587">
              <a:alpha val="28930"/>
            </a:srgbClr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426" name="Google Shape;426;p18"/>
          <p:cNvSpPr txBox="1"/>
          <p:nvPr>
            <p:ph idx="3" type="subTitle"/>
          </p:nvPr>
        </p:nvSpPr>
        <p:spPr>
          <a:xfrm>
            <a:off x="3359550" y="3690800"/>
            <a:ext cx="2424900" cy="356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427" name="Google Shape;427;p18"/>
          <p:cNvSpPr txBox="1"/>
          <p:nvPr>
            <p:ph idx="4" type="subTitle"/>
          </p:nvPr>
        </p:nvSpPr>
        <p:spPr>
          <a:xfrm>
            <a:off x="3359550" y="3971300"/>
            <a:ext cx="24249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8" name="Google Shape;428;p18"/>
          <p:cNvSpPr txBox="1"/>
          <p:nvPr>
            <p:ph hasCustomPrompt="1" idx="5" type="title"/>
          </p:nvPr>
        </p:nvSpPr>
        <p:spPr>
          <a:xfrm>
            <a:off x="4256539" y="2942492"/>
            <a:ext cx="630900" cy="630900"/>
          </a:xfrm>
          <a:prstGeom prst="rect">
            <a:avLst/>
          </a:prstGeom>
          <a:solidFill>
            <a:srgbClr val="1C4587">
              <a:alpha val="28930"/>
            </a:srgbClr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429" name="Google Shape;429;p18"/>
          <p:cNvSpPr txBox="1"/>
          <p:nvPr>
            <p:ph idx="6" type="subTitle"/>
          </p:nvPr>
        </p:nvSpPr>
        <p:spPr>
          <a:xfrm>
            <a:off x="5999050" y="3690800"/>
            <a:ext cx="2424900" cy="356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430" name="Google Shape;430;p18"/>
          <p:cNvSpPr txBox="1"/>
          <p:nvPr>
            <p:ph idx="7" type="subTitle"/>
          </p:nvPr>
        </p:nvSpPr>
        <p:spPr>
          <a:xfrm>
            <a:off x="5999050" y="3971300"/>
            <a:ext cx="24249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1" name="Google Shape;431;p18"/>
          <p:cNvSpPr txBox="1"/>
          <p:nvPr>
            <p:ph hasCustomPrompt="1" idx="8" type="title"/>
          </p:nvPr>
        </p:nvSpPr>
        <p:spPr>
          <a:xfrm>
            <a:off x="6896076" y="2942492"/>
            <a:ext cx="630900" cy="630900"/>
          </a:xfrm>
          <a:prstGeom prst="rect">
            <a:avLst/>
          </a:prstGeom>
          <a:solidFill>
            <a:srgbClr val="1C4587">
              <a:alpha val="28930"/>
            </a:srgbClr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432" name="Google Shape;432;p18"/>
          <p:cNvSpPr txBox="1"/>
          <p:nvPr>
            <p:ph idx="9" type="subTitle"/>
          </p:nvPr>
        </p:nvSpPr>
        <p:spPr>
          <a:xfrm>
            <a:off x="2039800" y="1955375"/>
            <a:ext cx="2424900" cy="356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433" name="Google Shape;433;p18"/>
          <p:cNvSpPr txBox="1"/>
          <p:nvPr>
            <p:ph idx="13" type="subTitle"/>
          </p:nvPr>
        </p:nvSpPr>
        <p:spPr>
          <a:xfrm>
            <a:off x="2039800" y="2235875"/>
            <a:ext cx="24249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4" name="Google Shape;434;p18"/>
          <p:cNvSpPr txBox="1"/>
          <p:nvPr>
            <p:ph hasCustomPrompt="1" idx="14" type="title"/>
          </p:nvPr>
        </p:nvSpPr>
        <p:spPr>
          <a:xfrm>
            <a:off x="2936770" y="1207067"/>
            <a:ext cx="630900" cy="630900"/>
          </a:xfrm>
          <a:prstGeom prst="rect">
            <a:avLst/>
          </a:prstGeom>
          <a:solidFill>
            <a:srgbClr val="1C4587">
              <a:alpha val="28930"/>
            </a:srgbClr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435" name="Google Shape;435;p18"/>
          <p:cNvSpPr txBox="1"/>
          <p:nvPr>
            <p:ph idx="15" type="subTitle"/>
          </p:nvPr>
        </p:nvSpPr>
        <p:spPr>
          <a:xfrm>
            <a:off x="4679300" y="1955375"/>
            <a:ext cx="2424900" cy="356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436" name="Google Shape;436;p18"/>
          <p:cNvSpPr txBox="1"/>
          <p:nvPr>
            <p:ph idx="16" type="subTitle"/>
          </p:nvPr>
        </p:nvSpPr>
        <p:spPr>
          <a:xfrm>
            <a:off x="4679300" y="2235875"/>
            <a:ext cx="24249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7" name="Google Shape;437;p18"/>
          <p:cNvSpPr txBox="1"/>
          <p:nvPr>
            <p:ph hasCustomPrompt="1" idx="17" type="title"/>
          </p:nvPr>
        </p:nvSpPr>
        <p:spPr>
          <a:xfrm>
            <a:off x="5576308" y="1207067"/>
            <a:ext cx="630900" cy="630900"/>
          </a:xfrm>
          <a:prstGeom prst="rect">
            <a:avLst/>
          </a:prstGeom>
          <a:solidFill>
            <a:srgbClr val="1C4587">
              <a:alpha val="28930"/>
            </a:srgbClr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438" name="Google Shape;438;p18"/>
          <p:cNvSpPr txBox="1"/>
          <p:nvPr>
            <p:ph idx="18"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39" name="Google Shape;439;p1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BLANK_1_1_1_1_1"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1" name="Google Shape;441;p19"/>
          <p:cNvGrpSpPr/>
          <p:nvPr/>
        </p:nvGrpSpPr>
        <p:grpSpPr>
          <a:xfrm>
            <a:off x="-231525" y="180750"/>
            <a:ext cx="9179850" cy="5057325"/>
            <a:chOff x="-231525" y="180750"/>
            <a:chExt cx="9179850" cy="5057325"/>
          </a:xfrm>
        </p:grpSpPr>
        <p:sp>
          <p:nvSpPr>
            <p:cNvPr id="442" name="Google Shape;442;p19"/>
            <p:cNvSpPr/>
            <p:nvPr/>
          </p:nvSpPr>
          <p:spPr>
            <a:xfrm>
              <a:off x="-231525" y="3951075"/>
              <a:ext cx="841200" cy="1287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43" name="Google Shape;443;p19"/>
            <p:cNvSpPr/>
            <p:nvPr/>
          </p:nvSpPr>
          <p:spPr>
            <a:xfrm>
              <a:off x="4168425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444" name="Google Shape;444;p19"/>
          <p:cNvGrpSpPr/>
          <p:nvPr/>
        </p:nvGrpSpPr>
        <p:grpSpPr>
          <a:xfrm>
            <a:off x="-108850" y="-94500"/>
            <a:ext cx="9361500" cy="5332500"/>
            <a:chOff x="-108850" y="-94500"/>
            <a:chExt cx="9361500" cy="5332500"/>
          </a:xfrm>
        </p:grpSpPr>
        <p:cxnSp>
          <p:nvCxnSpPr>
            <p:cNvPr id="445" name="Google Shape;445;p19"/>
            <p:cNvCxnSpPr/>
            <p:nvPr/>
          </p:nvCxnSpPr>
          <p:spPr>
            <a:xfrm>
              <a:off x="-94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46" name="Google Shape;446;p19"/>
            <p:cNvCxnSpPr/>
            <p:nvPr/>
          </p:nvCxnSpPr>
          <p:spPr>
            <a:xfrm>
              <a:off x="91440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47" name="Google Shape;447;p19"/>
            <p:cNvCxnSpPr/>
            <p:nvPr/>
          </p:nvCxnSpPr>
          <p:spPr>
            <a:xfrm>
              <a:off x="45719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48" name="Google Shape;448;p19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49" name="Google Shape;449;p19"/>
            <p:cNvCxnSpPr/>
            <p:nvPr/>
          </p:nvCxnSpPr>
          <p:spPr>
            <a:xfrm>
              <a:off x="68579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0" name="Google Shape;450;p19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1" name="Google Shape;451;p19"/>
            <p:cNvCxnSpPr/>
            <p:nvPr/>
          </p:nvCxnSpPr>
          <p:spPr>
            <a:xfrm>
              <a:off x="342657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2" name="Google Shape;452;p19"/>
            <p:cNvCxnSpPr/>
            <p:nvPr/>
          </p:nvCxnSpPr>
          <p:spPr>
            <a:xfrm>
              <a:off x="571492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3" name="Google Shape;453;p19"/>
            <p:cNvCxnSpPr/>
            <p:nvPr/>
          </p:nvCxnSpPr>
          <p:spPr>
            <a:xfrm>
              <a:off x="800097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4" name="Google Shape;454;p19"/>
            <p:cNvCxnSpPr/>
            <p:nvPr/>
          </p:nvCxnSpPr>
          <p:spPr>
            <a:xfrm>
              <a:off x="113592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5" name="Google Shape;455;p19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6" name="Google Shape;456;p19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7" name="Google Shape;457;p19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8" name="Google Shape;458;p19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9" name="Google Shape;459;p19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60" name="Google Shape;460;p19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461" name="Google Shape;461;p19"/>
          <p:cNvSpPr/>
          <p:nvPr/>
        </p:nvSpPr>
        <p:spPr>
          <a:xfrm>
            <a:off x="409500" y="409500"/>
            <a:ext cx="8325000" cy="4324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62" name="Google Shape;462;p19"/>
          <p:cNvSpPr txBox="1"/>
          <p:nvPr>
            <p:ph idx="1" type="subTitle"/>
          </p:nvPr>
        </p:nvSpPr>
        <p:spPr>
          <a:xfrm>
            <a:off x="717550" y="2261856"/>
            <a:ext cx="23916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3" name="Google Shape;463;p19"/>
          <p:cNvSpPr txBox="1"/>
          <p:nvPr>
            <p:ph idx="2" type="subTitle"/>
          </p:nvPr>
        </p:nvSpPr>
        <p:spPr>
          <a:xfrm>
            <a:off x="3375568" y="2261856"/>
            <a:ext cx="23916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4" name="Google Shape;464;p19"/>
          <p:cNvSpPr txBox="1"/>
          <p:nvPr>
            <p:ph idx="3" type="subTitle"/>
          </p:nvPr>
        </p:nvSpPr>
        <p:spPr>
          <a:xfrm>
            <a:off x="6033585" y="2261856"/>
            <a:ext cx="23916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5" name="Google Shape;465;p19"/>
          <p:cNvSpPr txBox="1"/>
          <p:nvPr>
            <p:ph idx="4" type="subTitle"/>
          </p:nvPr>
        </p:nvSpPr>
        <p:spPr>
          <a:xfrm>
            <a:off x="717550" y="3971302"/>
            <a:ext cx="23916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6" name="Google Shape;466;p19"/>
          <p:cNvSpPr txBox="1"/>
          <p:nvPr>
            <p:ph idx="5" type="subTitle"/>
          </p:nvPr>
        </p:nvSpPr>
        <p:spPr>
          <a:xfrm>
            <a:off x="3375585" y="3971302"/>
            <a:ext cx="23916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7" name="Google Shape;467;p19"/>
          <p:cNvSpPr txBox="1"/>
          <p:nvPr>
            <p:ph idx="6" type="subTitle"/>
          </p:nvPr>
        </p:nvSpPr>
        <p:spPr>
          <a:xfrm>
            <a:off x="6033620" y="3971302"/>
            <a:ext cx="23916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8" name="Google Shape;468;p19"/>
          <p:cNvSpPr txBox="1"/>
          <p:nvPr>
            <p:ph idx="7" type="subTitle"/>
          </p:nvPr>
        </p:nvSpPr>
        <p:spPr>
          <a:xfrm>
            <a:off x="717550" y="1905450"/>
            <a:ext cx="2391600" cy="3564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469" name="Google Shape;469;p19"/>
          <p:cNvSpPr txBox="1"/>
          <p:nvPr>
            <p:ph idx="8" type="subTitle"/>
          </p:nvPr>
        </p:nvSpPr>
        <p:spPr>
          <a:xfrm>
            <a:off x="3375568" y="1905450"/>
            <a:ext cx="2391600" cy="3564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470" name="Google Shape;470;p19"/>
          <p:cNvSpPr txBox="1"/>
          <p:nvPr>
            <p:ph idx="9" type="subTitle"/>
          </p:nvPr>
        </p:nvSpPr>
        <p:spPr>
          <a:xfrm>
            <a:off x="6033585" y="1905450"/>
            <a:ext cx="2391600" cy="3564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471" name="Google Shape;471;p19"/>
          <p:cNvSpPr txBox="1"/>
          <p:nvPr>
            <p:ph idx="13" type="subTitle"/>
          </p:nvPr>
        </p:nvSpPr>
        <p:spPr>
          <a:xfrm>
            <a:off x="717550" y="3610300"/>
            <a:ext cx="2391600" cy="3564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472" name="Google Shape;472;p19"/>
          <p:cNvSpPr txBox="1"/>
          <p:nvPr>
            <p:ph idx="14" type="subTitle"/>
          </p:nvPr>
        </p:nvSpPr>
        <p:spPr>
          <a:xfrm>
            <a:off x="3375585" y="3610300"/>
            <a:ext cx="2391600" cy="3564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473" name="Google Shape;473;p19"/>
          <p:cNvSpPr txBox="1"/>
          <p:nvPr>
            <p:ph idx="15" type="subTitle"/>
          </p:nvPr>
        </p:nvSpPr>
        <p:spPr>
          <a:xfrm>
            <a:off x="6033620" y="3610300"/>
            <a:ext cx="2391600" cy="3564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474" name="Google Shape;474;p19"/>
          <p:cNvSpPr txBox="1"/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75" name="Google Shape;475;p1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7" name="Google Shape;477;p20"/>
          <p:cNvGrpSpPr/>
          <p:nvPr/>
        </p:nvGrpSpPr>
        <p:grpSpPr>
          <a:xfrm>
            <a:off x="182575" y="180750"/>
            <a:ext cx="9070025" cy="5129650"/>
            <a:chOff x="182575" y="180750"/>
            <a:chExt cx="9070025" cy="5129650"/>
          </a:xfrm>
        </p:grpSpPr>
        <p:sp>
          <p:nvSpPr>
            <p:cNvPr id="478" name="Google Shape;478;p20"/>
            <p:cNvSpPr/>
            <p:nvPr/>
          </p:nvSpPr>
          <p:spPr>
            <a:xfrm>
              <a:off x="8302800" y="4231300"/>
              <a:ext cx="949800" cy="10791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79" name="Google Shape;479;p20"/>
            <p:cNvSpPr/>
            <p:nvPr/>
          </p:nvSpPr>
          <p:spPr>
            <a:xfrm>
              <a:off x="182575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480" name="Google Shape;480;p20"/>
          <p:cNvGrpSpPr/>
          <p:nvPr/>
        </p:nvGrpSpPr>
        <p:grpSpPr>
          <a:xfrm>
            <a:off x="-108850" y="-94500"/>
            <a:ext cx="9361500" cy="5332500"/>
            <a:chOff x="-108850" y="-94500"/>
            <a:chExt cx="9361500" cy="5332500"/>
          </a:xfrm>
        </p:grpSpPr>
        <p:cxnSp>
          <p:nvCxnSpPr>
            <p:cNvPr id="481" name="Google Shape;481;p20"/>
            <p:cNvCxnSpPr/>
            <p:nvPr/>
          </p:nvCxnSpPr>
          <p:spPr>
            <a:xfrm>
              <a:off x="-94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82" name="Google Shape;482;p20"/>
            <p:cNvCxnSpPr/>
            <p:nvPr/>
          </p:nvCxnSpPr>
          <p:spPr>
            <a:xfrm>
              <a:off x="91440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83" name="Google Shape;483;p20"/>
            <p:cNvCxnSpPr/>
            <p:nvPr/>
          </p:nvCxnSpPr>
          <p:spPr>
            <a:xfrm>
              <a:off x="45719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84" name="Google Shape;484;p20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85" name="Google Shape;485;p20"/>
            <p:cNvCxnSpPr/>
            <p:nvPr/>
          </p:nvCxnSpPr>
          <p:spPr>
            <a:xfrm>
              <a:off x="68579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86" name="Google Shape;486;p20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87" name="Google Shape;487;p20"/>
            <p:cNvCxnSpPr/>
            <p:nvPr/>
          </p:nvCxnSpPr>
          <p:spPr>
            <a:xfrm>
              <a:off x="342657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88" name="Google Shape;488;p20"/>
            <p:cNvCxnSpPr/>
            <p:nvPr/>
          </p:nvCxnSpPr>
          <p:spPr>
            <a:xfrm>
              <a:off x="571492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89" name="Google Shape;489;p20"/>
            <p:cNvCxnSpPr/>
            <p:nvPr/>
          </p:nvCxnSpPr>
          <p:spPr>
            <a:xfrm>
              <a:off x="800097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90" name="Google Shape;490;p20"/>
            <p:cNvCxnSpPr/>
            <p:nvPr/>
          </p:nvCxnSpPr>
          <p:spPr>
            <a:xfrm>
              <a:off x="113592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91" name="Google Shape;491;p20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92" name="Google Shape;492;p20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93" name="Google Shape;493;p20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94" name="Google Shape;494;p20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95" name="Google Shape;495;p20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96" name="Google Shape;496;p20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497" name="Google Shape;497;p20"/>
          <p:cNvSpPr/>
          <p:nvPr/>
        </p:nvSpPr>
        <p:spPr>
          <a:xfrm>
            <a:off x="409500" y="409500"/>
            <a:ext cx="8325000" cy="4324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98" name="Google Shape;498;p20"/>
          <p:cNvSpPr txBox="1"/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99" name="Google Shape;499;p2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TITLE_ONLY_1_1"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21"/>
          <p:cNvSpPr/>
          <p:nvPr/>
        </p:nvSpPr>
        <p:spPr>
          <a:xfrm>
            <a:off x="8502150" y="409500"/>
            <a:ext cx="841200" cy="874200"/>
          </a:xfrm>
          <a:prstGeom prst="rect">
            <a:avLst/>
          </a:prstGeom>
          <a:solidFill>
            <a:srgbClr val="073763">
              <a:alpha val="2893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502" name="Google Shape;502;p21"/>
          <p:cNvGrpSpPr/>
          <p:nvPr/>
        </p:nvGrpSpPr>
        <p:grpSpPr>
          <a:xfrm>
            <a:off x="182575" y="180750"/>
            <a:ext cx="9014250" cy="4782000"/>
            <a:chOff x="182575" y="180750"/>
            <a:chExt cx="9014250" cy="4782000"/>
          </a:xfrm>
        </p:grpSpPr>
        <p:sp>
          <p:nvSpPr>
            <p:cNvPr id="503" name="Google Shape;503;p21"/>
            <p:cNvSpPr/>
            <p:nvPr/>
          </p:nvSpPr>
          <p:spPr>
            <a:xfrm>
              <a:off x="8355625" y="4002950"/>
              <a:ext cx="841200" cy="7311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504" name="Google Shape;504;p21"/>
            <p:cNvSpPr/>
            <p:nvPr/>
          </p:nvSpPr>
          <p:spPr>
            <a:xfrm>
              <a:off x="182575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505" name="Google Shape;505;p21"/>
          <p:cNvGrpSpPr/>
          <p:nvPr/>
        </p:nvGrpSpPr>
        <p:grpSpPr>
          <a:xfrm>
            <a:off x="-108850" y="-94500"/>
            <a:ext cx="9361500" cy="5332500"/>
            <a:chOff x="-108850" y="-94500"/>
            <a:chExt cx="9361500" cy="5332500"/>
          </a:xfrm>
        </p:grpSpPr>
        <p:cxnSp>
          <p:nvCxnSpPr>
            <p:cNvPr id="506" name="Google Shape;506;p21"/>
            <p:cNvCxnSpPr/>
            <p:nvPr/>
          </p:nvCxnSpPr>
          <p:spPr>
            <a:xfrm>
              <a:off x="-94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07" name="Google Shape;507;p21"/>
            <p:cNvCxnSpPr/>
            <p:nvPr/>
          </p:nvCxnSpPr>
          <p:spPr>
            <a:xfrm>
              <a:off x="91440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08" name="Google Shape;508;p21"/>
            <p:cNvCxnSpPr/>
            <p:nvPr/>
          </p:nvCxnSpPr>
          <p:spPr>
            <a:xfrm>
              <a:off x="45719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09" name="Google Shape;509;p21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0" name="Google Shape;510;p21"/>
            <p:cNvCxnSpPr/>
            <p:nvPr/>
          </p:nvCxnSpPr>
          <p:spPr>
            <a:xfrm>
              <a:off x="68579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1" name="Google Shape;511;p21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2" name="Google Shape;512;p21"/>
            <p:cNvCxnSpPr/>
            <p:nvPr/>
          </p:nvCxnSpPr>
          <p:spPr>
            <a:xfrm>
              <a:off x="342657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3" name="Google Shape;513;p21"/>
            <p:cNvCxnSpPr/>
            <p:nvPr/>
          </p:nvCxnSpPr>
          <p:spPr>
            <a:xfrm>
              <a:off x="571492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4" name="Google Shape;514;p21"/>
            <p:cNvCxnSpPr/>
            <p:nvPr/>
          </p:nvCxnSpPr>
          <p:spPr>
            <a:xfrm>
              <a:off x="800097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5" name="Google Shape;515;p21"/>
            <p:cNvCxnSpPr/>
            <p:nvPr/>
          </p:nvCxnSpPr>
          <p:spPr>
            <a:xfrm>
              <a:off x="113592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6" name="Google Shape;516;p21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7" name="Google Shape;517;p21"/>
            <p:cNvCxnSpPr/>
            <p:nvPr/>
          </p:nvCxnSpPr>
          <p:spPr>
            <a:xfrm rot="10800000">
              <a:off x="-108750" y="438100"/>
              <a:ext cx="8763300" cy="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8" name="Google Shape;518;p21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9" name="Google Shape;519;p21"/>
            <p:cNvCxnSpPr/>
            <p:nvPr/>
          </p:nvCxnSpPr>
          <p:spPr>
            <a:xfrm rot="10800000">
              <a:off x="-108775" y="438100"/>
              <a:ext cx="8554800" cy="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20" name="Google Shape;520;p21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21" name="Google Shape;521;p21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522" name="Google Shape;522;p21"/>
          <p:cNvSpPr/>
          <p:nvPr/>
        </p:nvSpPr>
        <p:spPr>
          <a:xfrm>
            <a:off x="409500" y="409500"/>
            <a:ext cx="8325000" cy="4324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23" name="Google Shape;523;p21"/>
          <p:cNvSpPr txBox="1"/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24" name="Google Shape;524;p2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6" name="Google Shape;526;p22"/>
          <p:cNvGrpSpPr/>
          <p:nvPr/>
        </p:nvGrpSpPr>
        <p:grpSpPr>
          <a:xfrm>
            <a:off x="-334100" y="180750"/>
            <a:ext cx="9228800" cy="4782000"/>
            <a:chOff x="-334100" y="180750"/>
            <a:chExt cx="9228800" cy="4782000"/>
          </a:xfrm>
        </p:grpSpPr>
        <p:sp>
          <p:nvSpPr>
            <p:cNvPr id="527" name="Google Shape;527;p22"/>
            <p:cNvSpPr/>
            <p:nvPr/>
          </p:nvSpPr>
          <p:spPr>
            <a:xfrm>
              <a:off x="-334100" y="1966200"/>
              <a:ext cx="1582500" cy="12111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528" name="Google Shape;528;p22"/>
            <p:cNvSpPr/>
            <p:nvPr/>
          </p:nvSpPr>
          <p:spPr>
            <a:xfrm>
              <a:off x="4114800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529" name="Google Shape;529;p22"/>
          <p:cNvGrpSpPr/>
          <p:nvPr/>
        </p:nvGrpSpPr>
        <p:grpSpPr>
          <a:xfrm>
            <a:off x="-108850" y="-90654"/>
            <a:ext cx="9361500" cy="5281188"/>
            <a:chOff x="-108850" y="-94500"/>
            <a:chExt cx="9361500" cy="5601600"/>
          </a:xfrm>
        </p:grpSpPr>
        <p:cxnSp>
          <p:nvCxnSpPr>
            <p:cNvPr id="530" name="Google Shape;530;p22"/>
            <p:cNvCxnSpPr/>
            <p:nvPr/>
          </p:nvCxnSpPr>
          <p:spPr>
            <a:xfrm>
              <a:off x="-9400" y="-94500"/>
              <a:ext cx="0" cy="56016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31" name="Google Shape;531;p22"/>
            <p:cNvCxnSpPr/>
            <p:nvPr/>
          </p:nvCxnSpPr>
          <p:spPr>
            <a:xfrm>
              <a:off x="9144000" y="-94500"/>
              <a:ext cx="0" cy="5576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32" name="Google Shape;532;p22"/>
            <p:cNvCxnSpPr/>
            <p:nvPr/>
          </p:nvCxnSpPr>
          <p:spPr>
            <a:xfrm>
              <a:off x="4571900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33" name="Google Shape;533;p22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34" name="Google Shape;534;p22"/>
            <p:cNvCxnSpPr/>
            <p:nvPr/>
          </p:nvCxnSpPr>
          <p:spPr>
            <a:xfrm>
              <a:off x="6857950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35" name="Google Shape;535;p22"/>
            <p:cNvCxnSpPr/>
            <p:nvPr/>
          </p:nvCxnSpPr>
          <p:spPr>
            <a:xfrm>
              <a:off x="2281250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36" name="Google Shape;536;p22"/>
            <p:cNvCxnSpPr/>
            <p:nvPr/>
          </p:nvCxnSpPr>
          <p:spPr>
            <a:xfrm>
              <a:off x="3426575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37" name="Google Shape;537;p22"/>
            <p:cNvCxnSpPr/>
            <p:nvPr/>
          </p:nvCxnSpPr>
          <p:spPr>
            <a:xfrm>
              <a:off x="5714925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38" name="Google Shape;538;p22"/>
            <p:cNvCxnSpPr/>
            <p:nvPr/>
          </p:nvCxnSpPr>
          <p:spPr>
            <a:xfrm>
              <a:off x="8000975" y="-94500"/>
              <a:ext cx="0" cy="5588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39" name="Google Shape;539;p22"/>
            <p:cNvCxnSpPr/>
            <p:nvPr/>
          </p:nvCxnSpPr>
          <p:spPr>
            <a:xfrm>
              <a:off x="1135925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40" name="Google Shape;540;p22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41" name="Google Shape;541;p22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42" name="Google Shape;542;p22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43" name="Google Shape;543;p22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44" name="Google Shape;544;p22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45" name="Google Shape;545;p22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546" name="Google Shape;546;p22"/>
          <p:cNvSpPr/>
          <p:nvPr/>
        </p:nvSpPr>
        <p:spPr>
          <a:xfrm>
            <a:off x="1140075" y="535050"/>
            <a:ext cx="6863700" cy="4073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47" name="Google Shape;547;p22"/>
          <p:cNvSpPr txBox="1"/>
          <p:nvPr>
            <p:ph type="title"/>
          </p:nvPr>
        </p:nvSpPr>
        <p:spPr>
          <a:xfrm>
            <a:off x="2099142" y="540000"/>
            <a:ext cx="4945800" cy="105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5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48" name="Google Shape;548;p22"/>
          <p:cNvSpPr txBox="1"/>
          <p:nvPr>
            <p:ph idx="1" type="subTitle"/>
          </p:nvPr>
        </p:nvSpPr>
        <p:spPr>
          <a:xfrm>
            <a:off x="2099100" y="1502551"/>
            <a:ext cx="4945800" cy="10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549" name="Google Shape;549;p22"/>
          <p:cNvSpPr txBox="1"/>
          <p:nvPr/>
        </p:nvSpPr>
        <p:spPr>
          <a:xfrm>
            <a:off x="2099100" y="3611950"/>
            <a:ext cx="49458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CREDITS:</a:t>
            </a: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This presentation template was created by </a:t>
            </a:r>
            <a:r>
              <a:rPr b="1" lang="en" sz="1200" u="sng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, and includes icons by </a:t>
            </a:r>
            <a:r>
              <a:rPr b="1" lang="en" sz="1200" u="sng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, and infographics &amp; images by </a:t>
            </a:r>
            <a:r>
              <a:rPr b="1" lang="en" sz="1200" u="sng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200" u="sng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 b="1" sz="1200" u="sng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50" name="Google Shape;550;p2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BLANK_1_1_1_1_1_1_1"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2" name="Google Shape;552;p23"/>
          <p:cNvGrpSpPr/>
          <p:nvPr/>
        </p:nvGrpSpPr>
        <p:grpSpPr>
          <a:xfrm>
            <a:off x="269525" y="180750"/>
            <a:ext cx="8950625" cy="4782000"/>
            <a:chOff x="269525" y="180750"/>
            <a:chExt cx="8950625" cy="4782000"/>
          </a:xfrm>
        </p:grpSpPr>
        <p:sp>
          <p:nvSpPr>
            <p:cNvPr id="553" name="Google Shape;553;p23"/>
            <p:cNvSpPr/>
            <p:nvPr/>
          </p:nvSpPr>
          <p:spPr>
            <a:xfrm>
              <a:off x="7637650" y="1966200"/>
              <a:ext cx="1582500" cy="12111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554" name="Google Shape;554;p23"/>
            <p:cNvSpPr/>
            <p:nvPr/>
          </p:nvSpPr>
          <p:spPr>
            <a:xfrm>
              <a:off x="269525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555" name="Google Shape;555;p23"/>
          <p:cNvGrpSpPr/>
          <p:nvPr/>
        </p:nvGrpSpPr>
        <p:grpSpPr>
          <a:xfrm>
            <a:off x="-108850" y="-90654"/>
            <a:ext cx="9361500" cy="5281188"/>
            <a:chOff x="-108850" y="-94500"/>
            <a:chExt cx="9361500" cy="5601600"/>
          </a:xfrm>
        </p:grpSpPr>
        <p:cxnSp>
          <p:nvCxnSpPr>
            <p:cNvPr id="556" name="Google Shape;556;p23"/>
            <p:cNvCxnSpPr/>
            <p:nvPr/>
          </p:nvCxnSpPr>
          <p:spPr>
            <a:xfrm>
              <a:off x="-9400" y="-94500"/>
              <a:ext cx="0" cy="56016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57" name="Google Shape;557;p23"/>
            <p:cNvCxnSpPr/>
            <p:nvPr/>
          </p:nvCxnSpPr>
          <p:spPr>
            <a:xfrm>
              <a:off x="9144000" y="-94500"/>
              <a:ext cx="0" cy="5576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58" name="Google Shape;558;p23"/>
            <p:cNvCxnSpPr/>
            <p:nvPr/>
          </p:nvCxnSpPr>
          <p:spPr>
            <a:xfrm>
              <a:off x="4571900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59" name="Google Shape;559;p23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60" name="Google Shape;560;p23"/>
            <p:cNvCxnSpPr/>
            <p:nvPr/>
          </p:nvCxnSpPr>
          <p:spPr>
            <a:xfrm>
              <a:off x="6857950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61" name="Google Shape;561;p23"/>
            <p:cNvCxnSpPr/>
            <p:nvPr/>
          </p:nvCxnSpPr>
          <p:spPr>
            <a:xfrm>
              <a:off x="2281250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62" name="Google Shape;562;p23"/>
            <p:cNvCxnSpPr/>
            <p:nvPr/>
          </p:nvCxnSpPr>
          <p:spPr>
            <a:xfrm>
              <a:off x="3426575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63" name="Google Shape;563;p23"/>
            <p:cNvCxnSpPr/>
            <p:nvPr/>
          </p:nvCxnSpPr>
          <p:spPr>
            <a:xfrm>
              <a:off x="5714925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64" name="Google Shape;564;p23"/>
            <p:cNvCxnSpPr/>
            <p:nvPr/>
          </p:nvCxnSpPr>
          <p:spPr>
            <a:xfrm>
              <a:off x="8000975" y="-94500"/>
              <a:ext cx="0" cy="5588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65" name="Google Shape;565;p23"/>
            <p:cNvCxnSpPr/>
            <p:nvPr/>
          </p:nvCxnSpPr>
          <p:spPr>
            <a:xfrm>
              <a:off x="1135925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66" name="Google Shape;566;p23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67" name="Google Shape;567;p23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68" name="Google Shape;568;p23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69" name="Google Shape;569;p23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70" name="Google Shape;570;p23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71" name="Google Shape;571;p23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572" name="Google Shape;572;p23"/>
          <p:cNvSpPr/>
          <p:nvPr/>
        </p:nvSpPr>
        <p:spPr>
          <a:xfrm>
            <a:off x="1140075" y="858625"/>
            <a:ext cx="6863700" cy="3426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73" name="Google Shape;573;p2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BLANK_1_1_1_1_1_1_1_1"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5" name="Google Shape;575;p24"/>
          <p:cNvGrpSpPr/>
          <p:nvPr/>
        </p:nvGrpSpPr>
        <p:grpSpPr>
          <a:xfrm>
            <a:off x="-334100" y="180750"/>
            <a:ext cx="9228800" cy="4782000"/>
            <a:chOff x="-334100" y="180750"/>
            <a:chExt cx="9228800" cy="4782000"/>
          </a:xfrm>
        </p:grpSpPr>
        <p:sp>
          <p:nvSpPr>
            <p:cNvPr id="576" name="Google Shape;576;p24"/>
            <p:cNvSpPr/>
            <p:nvPr/>
          </p:nvSpPr>
          <p:spPr>
            <a:xfrm>
              <a:off x="-334100" y="3397350"/>
              <a:ext cx="1582500" cy="12111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577" name="Google Shape;577;p24"/>
            <p:cNvSpPr/>
            <p:nvPr/>
          </p:nvSpPr>
          <p:spPr>
            <a:xfrm>
              <a:off x="4114800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578" name="Google Shape;578;p24"/>
          <p:cNvGrpSpPr/>
          <p:nvPr/>
        </p:nvGrpSpPr>
        <p:grpSpPr>
          <a:xfrm>
            <a:off x="-108850" y="-90654"/>
            <a:ext cx="9361500" cy="5281188"/>
            <a:chOff x="-108850" y="-94500"/>
            <a:chExt cx="9361500" cy="5601600"/>
          </a:xfrm>
        </p:grpSpPr>
        <p:cxnSp>
          <p:nvCxnSpPr>
            <p:cNvPr id="579" name="Google Shape;579;p24"/>
            <p:cNvCxnSpPr/>
            <p:nvPr/>
          </p:nvCxnSpPr>
          <p:spPr>
            <a:xfrm>
              <a:off x="-9400" y="-94500"/>
              <a:ext cx="0" cy="56016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80" name="Google Shape;580;p24"/>
            <p:cNvCxnSpPr/>
            <p:nvPr/>
          </p:nvCxnSpPr>
          <p:spPr>
            <a:xfrm>
              <a:off x="9144000" y="-94500"/>
              <a:ext cx="0" cy="5576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81" name="Google Shape;581;p24"/>
            <p:cNvCxnSpPr/>
            <p:nvPr/>
          </p:nvCxnSpPr>
          <p:spPr>
            <a:xfrm>
              <a:off x="4571900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82" name="Google Shape;582;p24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83" name="Google Shape;583;p24"/>
            <p:cNvCxnSpPr/>
            <p:nvPr/>
          </p:nvCxnSpPr>
          <p:spPr>
            <a:xfrm>
              <a:off x="6857950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84" name="Google Shape;584;p24"/>
            <p:cNvCxnSpPr/>
            <p:nvPr/>
          </p:nvCxnSpPr>
          <p:spPr>
            <a:xfrm>
              <a:off x="2281250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85" name="Google Shape;585;p24"/>
            <p:cNvCxnSpPr/>
            <p:nvPr/>
          </p:nvCxnSpPr>
          <p:spPr>
            <a:xfrm>
              <a:off x="3426575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86" name="Google Shape;586;p24"/>
            <p:cNvCxnSpPr/>
            <p:nvPr/>
          </p:nvCxnSpPr>
          <p:spPr>
            <a:xfrm>
              <a:off x="5714925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87" name="Google Shape;587;p24"/>
            <p:cNvCxnSpPr/>
            <p:nvPr/>
          </p:nvCxnSpPr>
          <p:spPr>
            <a:xfrm>
              <a:off x="8000975" y="-94500"/>
              <a:ext cx="0" cy="5588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88" name="Google Shape;588;p24"/>
            <p:cNvCxnSpPr/>
            <p:nvPr/>
          </p:nvCxnSpPr>
          <p:spPr>
            <a:xfrm>
              <a:off x="1135925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89" name="Google Shape;589;p24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90" name="Google Shape;590;p24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91" name="Google Shape;591;p24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92" name="Google Shape;592;p24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93" name="Google Shape;593;p24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94" name="Google Shape;594;p24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595" name="Google Shape;595;p24"/>
          <p:cNvSpPr/>
          <p:nvPr/>
        </p:nvSpPr>
        <p:spPr>
          <a:xfrm>
            <a:off x="1140075" y="535050"/>
            <a:ext cx="6863700" cy="4073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96" name="Google Shape;596;p2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24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5100" y="445025"/>
            <a:ext cx="7713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 Tight"/>
              <a:buNone/>
              <a:defRPr b="1" sz="30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 Tight"/>
              <a:buNone/>
              <a:defRPr b="1" sz="30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 Tight"/>
              <a:buNone/>
              <a:defRPr b="1" sz="30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 Tight"/>
              <a:buNone/>
              <a:defRPr b="1" sz="30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 Tight"/>
              <a:buNone/>
              <a:defRPr b="1" sz="30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 Tight"/>
              <a:buNone/>
              <a:defRPr b="1" sz="30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 Tight"/>
              <a:buNone/>
              <a:defRPr b="1" sz="30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 Tight"/>
              <a:buNone/>
              <a:defRPr b="1" sz="30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 Tight"/>
              <a:buNone/>
              <a:defRPr b="1" sz="30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5100" y="1152475"/>
            <a:ext cx="7713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3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3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3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3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3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3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3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3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1" Type="http://schemas.openxmlformats.org/officeDocument/2006/relationships/image" Target="../media/image4.png"/><Relationship Id="rId10" Type="http://schemas.openxmlformats.org/officeDocument/2006/relationships/image" Target="../media/image5.png"/><Relationship Id="rId12" Type="http://schemas.openxmlformats.org/officeDocument/2006/relationships/image" Target="../media/image9.pn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6.png"/><Relationship Id="rId4" Type="http://schemas.openxmlformats.org/officeDocument/2006/relationships/image" Target="../media/image13.png"/><Relationship Id="rId9" Type="http://schemas.openxmlformats.org/officeDocument/2006/relationships/image" Target="../media/image10.png"/><Relationship Id="rId5" Type="http://schemas.openxmlformats.org/officeDocument/2006/relationships/image" Target="../media/image14.png"/><Relationship Id="rId6" Type="http://schemas.openxmlformats.org/officeDocument/2006/relationships/image" Target="../media/image17.png"/><Relationship Id="rId7" Type="http://schemas.openxmlformats.org/officeDocument/2006/relationships/image" Target="../media/image8.png"/><Relationship Id="rId8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6.png"/><Relationship Id="rId4" Type="http://schemas.openxmlformats.org/officeDocument/2006/relationships/image" Target="../media/image6.png"/><Relationship Id="rId5" Type="http://schemas.openxmlformats.org/officeDocument/2006/relationships/image" Target="../media/image15.png"/><Relationship Id="rId6" Type="http://schemas.openxmlformats.org/officeDocument/2006/relationships/image" Target="../media/image24.png"/><Relationship Id="rId7" Type="http://schemas.openxmlformats.org/officeDocument/2006/relationships/image" Target="../media/image1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1" Type="http://schemas.openxmlformats.org/officeDocument/2006/relationships/image" Target="../media/image28.png"/><Relationship Id="rId10" Type="http://schemas.openxmlformats.org/officeDocument/2006/relationships/image" Target="../media/image18.png"/><Relationship Id="rId13" Type="http://schemas.openxmlformats.org/officeDocument/2006/relationships/image" Target="../media/image33.png"/><Relationship Id="rId12" Type="http://schemas.openxmlformats.org/officeDocument/2006/relationships/image" Target="../media/image22.pn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6.png"/><Relationship Id="rId4" Type="http://schemas.openxmlformats.org/officeDocument/2006/relationships/image" Target="../media/image19.png"/><Relationship Id="rId9" Type="http://schemas.openxmlformats.org/officeDocument/2006/relationships/image" Target="../media/image26.png"/><Relationship Id="rId14" Type="http://schemas.openxmlformats.org/officeDocument/2006/relationships/image" Target="../media/image46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23.png"/><Relationship Id="rId8" Type="http://schemas.openxmlformats.org/officeDocument/2006/relationships/image" Target="../media/image2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6.png"/><Relationship Id="rId4" Type="http://schemas.openxmlformats.org/officeDocument/2006/relationships/image" Target="../media/image29.png"/><Relationship Id="rId5" Type="http://schemas.openxmlformats.org/officeDocument/2006/relationships/image" Target="../media/image31.png"/><Relationship Id="rId6" Type="http://schemas.openxmlformats.org/officeDocument/2006/relationships/image" Target="../media/image44.png"/><Relationship Id="rId7" Type="http://schemas.openxmlformats.org/officeDocument/2006/relationships/image" Target="../media/image32.png"/><Relationship Id="rId8" Type="http://schemas.openxmlformats.org/officeDocument/2006/relationships/image" Target="../media/image4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0.png"/><Relationship Id="rId4" Type="http://schemas.openxmlformats.org/officeDocument/2006/relationships/image" Target="../media/image35.png"/><Relationship Id="rId5" Type="http://schemas.openxmlformats.org/officeDocument/2006/relationships/image" Target="../media/image3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8.png"/><Relationship Id="rId4" Type="http://schemas.openxmlformats.org/officeDocument/2006/relationships/image" Target="../media/image4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7.png"/><Relationship Id="rId4" Type="http://schemas.openxmlformats.org/officeDocument/2006/relationships/image" Target="../media/image39.png"/><Relationship Id="rId5" Type="http://schemas.openxmlformats.org/officeDocument/2006/relationships/image" Target="../media/image4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3.png"/><Relationship Id="rId4" Type="http://schemas.openxmlformats.org/officeDocument/2006/relationships/image" Target="../media/image38.png"/><Relationship Id="rId5" Type="http://schemas.openxmlformats.org/officeDocument/2006/relationships/image" Target="../media/image45.png"/><Relationship Id="rId6" Type="http://schemas.openxmlformats.org/officeDocument/2006/relationships/image" Target="../media/image56.png"/><Relationship Id="rId7" Type="http://schemas.openxmlformats.org/officeDocument/2006/relationships/image" Target="../media/image49.png"/><Relationship Id="rId8" Type="http://schemas.openxmlformats.org/officeDocument/2006/relationships/image" Target="../media/image1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7.png"/><Relationship Id="rId4" Type="http://schemas.openxmlformats.org/officeDocument/2006/relationships/image" Target="../media/image47.png"/><Relationship Id="rId5" Type="http://schemas.openxmlformats.org/officeDocument/2006/relationships/image" Target="../media/image54.png"/><Relationship Id="rId6" Type="http://schemas.openxmlformats.org/officeDocument/2006/relationships/image" Target="../media/image50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5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58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59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52.png"/><Relationship Id="rId4" Type="http://schemas.openxmlformats.org/officeDocument/2006/relationships/image" Target="../media/image53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55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hyperlink" Target="https://www.ibiblio.org/kuphaldt/socratic/output/sop_pos.pdf" TargetMode="Externa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25"/>
          <p:cNvSpPr txBox="1"/>
          <p:nvPr>
            <p:ph type="ctrTitle"/>
          </p:nvPr>
        </p:nvSpPr>
        <p:spPr>
          <a:xfrm>
            <a:off x="1058900" y="951313"/>
            <a:ext cx="7026000" cy="141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>
                <a:latin typeface="Inter Tight SemiBold"/>
                <a:ea typeface="Inter Tight SemiBold"/>
                <a:cs typeface="Inter Tight SemiBold"/>
                <a:sym typeface="Inter Tight SemiBold"/>
              </a:rPr>
              <a:t>Canonical and Standard Forms</a:t>
            </a:r>
            <a:endParaRPr b="0">
              <a:latin typeface="Inter Tight SemiBold"/>
              <a:ea typeface="Inter Tight SemiBold"/>
              <a:cs typeface="Inter Tight SemiBold"/>
              <a:sym typeface="Inter Tight SemiBold"/>
            </a:endParaRPr>
          </a:p>
        </p:txBody>
      </p:sp>
      <p:sp>
        <p:nvSpPr>
          <p:cNvPr id="602" name="Google Shape;602;p25"/>
          <p:cNvSpPr txBox="1"/>
          <p:nvPr>
            <p:ph idx="1" type="subTitle"/>
          </p:nvPr>
        </p:nvSpPr>
        <p:spPr>
          <a:xfrm>
            <a:off x="1058900" y="2715888"/>
            <a:ext cx="7026000" cy="409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Inter Tight"/>
                <a:ea typeface="Inter Tight"/>
                <a:cs typeface="Inter Tight"/>
                <a:sym typeface="Inter Tight"/>
              </a:rPr>
              <a:t>CSE 4205: Digital Logic </a:t>
            </a:r>
            <a:r>
              <a:rPr lang="en" sz="1600">
                <a:latin typeface="Inter Tight"/>
                <a:ea typeface="Inter Tight"/>
                <a:cs typeface="Inter Tight"/>
                <a:sym typeface="Inter Tight"/>
              </a:rPr>
              <a:t>Design</a:t>
            </a:r>
            <a:endParaRPr sz="1600"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603" name="Google Shape;603;p25"/>
          <p:cNvSpPr txBox="1"/>
          <p:nvPr/>
        </p:nvSpPr>
        <p:spPr>
          <a:xfrm>
            <a:off x="2418800" y="3395250"/>
            <a:ext cx="4306200" cy="11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3F4252"/>
                </a:solidFill>
                <a:latin typeface="Nunito"/>
                <a:ea typeface="Nunito"/>
                <a:cs typeface="Nunito"/>
                <a:sym typeface="Nunito"/>
              </a:rPr>
              <a:t>Aashnan Rahman</a:t>
            </a:r>
            <a:endParaRPr b="1" sz="1500">
              <a:solidFill>
                <a:srgbClr val="3F425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3F4252"/>
                </a:solidFill>
                <a:latin typeface="Nunito"/>
                <a:ea typeface="Nunito"/>
                <a:cs typeface="Nunito"/>
                <a:sym typeface="Nunito"/>
              </a:rPr>
              <a:t>Junior Lecturer</a:t>
            </a:r>
            <a:endParaRPr sz="1500">
              <a:solidFill>
                <a:srgbClr val="3F425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F4252"/>
                </a:solidFill>
                <a:latin typeface="Nunito"/>
                <a:ea typeface="Nunito"/>
                <a:cs typeface="Nunito"/>
                <a:sym typeface="Nunito"/>
              </a:rPr>
              <a:t>Department of Computer Science and Engineering (CSE)</a:t>
            </a:r>
            <a:endParaRPr sz="1000">
              <a:solidFill>
                <a:srgbClr val="3F425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F4252"/>
                </a:solidFill>
                <a:latin typeface="Nunito"/>
                <a:ea typeface="Nunito"/>
                <a:cs typeface="Nunito"/>
                <a:sym typeface="Nunito"/>
              </a:rPr>
              <a:t>Islamic University of Technology</a:t>
            </a:r>
            <a:endParaRPr sz="1000">
              <a:solidFill>
                <a:srgbClr val="3F425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26"/>
          <p:cNvSpPr txBox="1"/>
          <p:nvPr>
            <p:ph type="title"/>
          </p:nvPr>
        </p:nvSpPr>
        <p:spPr>
          <a:xfrm>
            <a:off x="1682250" y="2595788"/>
            <a:ext cx="5779500" cy="56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/>
              <a:t>Minterms and Maxterms</a:t>
            </a:r>
            <a:endParaRPr sz="3800"/>
          </a:p>
        </p:txBody>
      </p:sp>
      <p:sp>
        <p:nvSpPr>
          <p:cNvPr id="609" name="Google Shape;609;p26"/>
          <p:cNvSpPr txBox="1"/>
          <p:nvPr>
            <p:ph idx="2" type="title"/>
          </p:nvPr>
        </p:nvSpPr>
        <p:spPr>
          <a:xfrm>
            <a:off x="4114800" y="1437729"/>
            <a:ext cx="914400" cy="91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610" name="Google Shape;610;p26"/>
          <p:cNvSpPr txBox="1"/>
          <p:nvPr>
            <p:ph idx="1" type="subTitle"/>
          </p:nvPr>
        </p:nvSpPr>
        <p:spPr>
          <a:xfrm>
            <a:off x="1682250" y="3273338"/>
            <a:ext cx="5779500" cy="41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ANDed or ORed Terms</a:t>
            </a:r>
            <a:endParaRPr/>
          </a:p>
        </p:txBody>
      </p:sp>
      <p:cxnSp>
        <p:nvCxnSpPr>
          <p:cNvPr id="611" name="Google Shape;611;p26"/>
          <p:cNvCxnSpPr>
            <a:stCxn id="609" idx="0"/>
          </p:cNvCxnSpPr>
          <p:nvPr/>
        </p:nvCxnSpPr>
        <p:spPr>
          <a:xfrm rot="10800000">
            <a:off x="4572000" y="-101271"/>
            <a:ext cx="0" cy="1539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12" name="Google Shape;612;p2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27"/>
          <p:cNvSpPr txBox="1"/>
          <p:nvPr>
            <p:ph idx="1" type="body"/>
          </p:nvPr>
        </p:nvSpPr>
        <p:spPr>
          <a:xfrm>
            <a:off x="715100" y="1451850"/>
            <a:ext cx="7640100" cy="4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A product (</a:t>
            </a:r>
            <a:r>
              <a:rPr b="1" lang="en" sz="1500">
                <a:solidFill>
                  <a:schemeClr val="dk1"/>
                </a:solidFill>
              </a:rPr>
              <a:t>AND</a:t>
            </a:r>
            <a:r>
              <a:rPr lang="en" sz="1500">
                <a:solidFill>
                  <a:schemeClr val="dk1"/>
                </a:solidFill>
              </a:rPr>
              <a:t>ed</a:t>
            </a:r>
            <a:r>
              <a:rPr b="1" lang="en" sz="1500">
                <a:solidFill>
                  <a:schemeClr val="dk1"/>
                </a:solidFill>
              </a:rPr>
              <a:t> </a:t>
            </a:r>
            <a:r>
              <a:rPr lang="en" sz="1500">
                <a:solidFill>
                  <a:schemeClr val="dk1"/>
                </a:solidFill>
              </a:rPr>
              <a:t>term) that contains </a:t>
            </a:r>
            <a:r>
              <a:rPr b="1" lang="en" sz="1500">
                <a:solidFill>
                  <a:schemeClr val="dk1"/>
                </a:solidFill>
              </a:rPr>
              <a:t>all the variables </a:t>
            </a:r>
            <a:r>
              <a:rPr lang="en" sz="1500">
                <a:solidFill>
                  <a:schemeClr val="dk1"/>
                </a:solidFill>
              </a:rPr>
              <a:t>of a particular function in either in </a:t>
            </a:r>
            <a:r>
              <a:rPr b="1" lang="en" sz="1500">
                <a:solidFill>
                  <a:schemeClr val="dk1"/>
                </a:solidFill>
              </a:rPr>
              <a:t>original form </a:t>
            </a:r>
            <a:r>
              <a:rPr lang="en" sz="1500">
                <a:solidFill>
                  <a:schemeClr val="dk1"/>
                </a:solidFill>
              </a:rPr>
              <a:t>or </a:t>
            </a:r>
            <a:r>
              <a:rPr b="1" lang="en" sz="1500">
                <a:solidFill>
                  <a:schemeClr val="dk1"/>
                </a:solidFill>
              </a:rPr>
              <a:t>complemented form</a:t>
            </a:r>
            <a:r>
              <a:rPr lang="en" sz="1500">
                <a:solidFill>
                  <a:schemeClr val="dk1"/>
                </a:solidFill>
              </a:rPr>
              <a:t>. </a:t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618" name="Google Shape;618;p27"/>
          <p:cNvSpPr txBox="1"/>
          <p:nvPr>
            <p:ph type="title"/>
          </p:nvPr>
        </p:nvSpPr>
        <p:spPr>
          <a:xfrm>
            <a:off x="715100" y="894750"/>
            <a:ext cx="40467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Minterms</a:t>
            </a:r>
            <a:endParaRPr/>
          </a:p>
        </p:txBody>
      </p:sp>
      <p:cxnSp>
        <p:nvCxnSpPr>
          <p:cNvPr id="619" name="Google Shape;619;p27"/>
          <p:cNvCxnSpPr>
            <a:stCxn id="620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1" name="Google Shape;621;p27"/>
          <p:cNvCxnSpPr>
            <a:endCxn id="620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22" name="Google Shape;622;p2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23" name="Google Shape;623;p27"/>
          <p:cNvSpPr txBox="1"/>
          <p:nvPr>
            <p:ph idx="1" type="body"/>
          </p:nvPr>
        </p:nvSpPr>
        <p:spPr>
          <a:xfrm>
            <a:off x="638900" y="2610555"/>
            <a:ext cx="7640100" cy="4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n</a:t>
            </a:r>
            <a:r>
              <a:rPr b="1" lang="en" sz="1500">
                <a:solidFill>
                  <a:schemeClr val="dk1"/>
                </a:solidFill>
              </a:rPr>
              <a:t> </a:t>
            </a:r>
            <a:r>
              <a:rPr lang="en" sz="1500">
                <a:solidFill>
                  <a:schemeClr val="dk1"/>
                </a:solidFill>
              </a:rPr>
              <a:t>variables can be combined using </a:t>
            </a:r>
            <a:r>
              <a:rPr b="1" lang="en" sz="1500">
                <a:solidFill>
                  <a:schemeClr val="dk1"/>
                </a:solidFill>
              </a:rPr>
              <a:t>AND </a:t>
            </a:r>
            <a:r>
              <a:rPr lang="en" sz="1500">
                <a:solidFill>
                  <a:schemeClr val="dk1"/>
                </a:solidFill>
              </a:rPr>
              <a:t>to form </a:t>
            </a:r>
            <a:r>
              <a:rPr b="1" lang="en" sz="1500">
                <a:solidFill>
                  <a:schemeClr val="dk1"/>
                </a:solidFill>
              </a:rPr>
              <a:t>2</a:t>
            </a:r>
            <a:r>
              <a:rPr b="1" baseline="30000" lang="en" sz="1500">
                <a:solidFill>
                  <a:schemeClr val="dk1"/>
                </a:solidFill>
              </a:rPr>
              <a:t>n</a:t>
            </a:r>
            <a:r>
              <a:rPr lang="en" sz="1500">
                <a:solidFill>
                  <a:schemeClr val="dk1"/>
                </a:solidFill>
              </a:rPr>
              <a:t> </a:t>
            </a:r>
            <a:r>
              <a:rPr b="1" lang="en" sz="1500">
                <a:solidFill>
                  <a:schemeClr val="dk1"/>
                </a:solidFill>
              </a:rPr>
              <a:t>minterms</a:t>
            </a:r>
            <a:r>
              <a:rPr lang="en" sz="1500">
                <a:solidFill>
                  <a:schemeClr val="dk1"/>
                </a:solidFill>
              </a:rPr>
              <a:t>.</a:t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624" name="Google Shape;624;p27"/>
          <p:cNvSpPr txBox="1"/>
          <p:nvPr>
            <p:ph idx="1" type="body"/>
          </p:nvPr>
        </p:nvSpPr>
        <p:spPr>
          <a:xfrm>
            <a:off x="638900" y="2991555"/>
            <a:ext cx="7640100" cy="4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Symbol → </a:t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625" name="Google Shape;625;p27"/>
          <p:cNvSpPr txBox="1"/>
          <p:nvPr>
            <p:ph idx="1" type="body"/>
          </p:nvPr>
        </p:nvSpPr>
        <p:spPr>
          <a:xfrm>
            <a:off x="715100" y="2061450"/>
            <a:ext cx="7640100" cy="4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Also known as </a:t>
            </a:r>
            <a:r>
              <a:rPr b="1" lang="en" sz="1500">
                <a:solidFill>
                  <a:schemeClr val="dk1"/>
                </a:solidFill>
              </a:rPr>
              <a:t>Standard Product</a:t>
            </a:r>
            <a:r>
              <a:rPr lang="en" sz="1500">
                <a:solidFill>
                  <a:schemeClr val="dk1"/>
                </a:solidFill>
              </a:rPr>
              <a:t>.</a:t>
            </a:r>
            <a:endParaRPr sz="1500">
              <a:solidFill>
                <a:schemeClr val="dk1"/>
              </a:solidFill>
            </a:endParaRPr>
          </a:p>
        </p:txBody>
      </p:sp>
      <p:pic>
        <p:nvPicPr>
          <p:cNvPr id="626" name="Google Shape;626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25900" y="2671055"/>
            <a:ext cx="1266825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7" name="Google Shape;627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56900" y="3119855"/>
            <a:ext cx="3048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8" name="Google Shape;628;p27"/>
          <p:cNvSpPr txBox="1"/>
          <p:nvPr>
            <p:ph idx="1" type="body"/>
          </p:nvPr>
        </p:nvSpPr>
        <p:spPr>
          <a:xfrm>
            <a:off x="638900" y="3372555"/>
            <a:ext cx="7640100" cy="4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1 priority </a:t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629" name="Google Shape;629;p27"/>
          <p:cNvSpPr txBox="1"/>
          <p:nvPr>
            <p:ph idx="1" type="body"/>
          </p:nvPr>
        </p:nvSpPr>
        <p:spPr>
          <a:xfrm>
            <a:off x="1096100" y="3753555"/>
            <a:ext cx="7640100" cy="4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arenR"/>
            </a:pPr>
            <a:r>
              <a:rPr lang="en" sz="1500">
                <a:solidFill>
                  <a:schemeClr val="dk1"/>
                </a:solidFill>
              </a:rPr>
              <a:t>0 → complemented form</a:t>
            </a:r>
            <a:r>
              <a:rPr lang="en" sz="1500">
                <a:solidFill>
                  <a:schemeClr val="dk1"/>
                </a:solidFill>
              </a:rPr>
              <a:t> </a:t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630" name="Google Shape;630;p27"/>
          <p:cNvSpPr txBox="1"/>
          <p:nvPr>
            <p:ph idx="1" type="body"/>
          </p:nvPr>
        </p:nvSpPr>
        <p:spPr>
          <a:xfrm>
            <a:off x="1172300" y="4058355"/>
            <a:ext cx="7640100" cy="4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2)</a:t>
            </a:r>
            <a:r>
              <a:rPr b="1" lang="en" sz="1500">
                <a:solidFill>
                  <a:schemeClr val="dk1"/>
                </a:solidFill>
              </a:rPr>
              <a:t>  </a:t>
            </a:r>
            <a:r>
              <a:rPr lang="en" sz="1500">
                <a:solidFill>
                  <a:schemeClr val="dk1"/>
                </a:solidFill>
              </a:rPr>
              <a:t>   1 → original form </a:t>
            </a:r>
            <a:endParaRPr sz="150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28"/>
          <p:cNvSpPr txBox="1"/>
          <p:nvPr>
            <p:ph type="title"/>
          </p:nvPr>
        </p:nvSpPr>
        <p:spPr>
          <a:xfrm>
            <a:off x="715100" y="742350"/>
            <a:ext cx="40467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Minterms</a:t>
            </a:r>
            <a:endParaRPr/>
          </a:p>
        </p:txBody>
      </p:sp>
      <p:cxnSp>
        <p:nvCxnSpPr>
          <p:cNvPr id="636" name="Google Shape;636;p28"/>
          <p:cNvCxnSpPr>
            <a:stCxn id="637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8" name="Google Shape;638;p28"/>
          <p:cNvCxnSpPr>
            <a:endCxn id="637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39" name="Google Shape;639;p2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40" name="Google Shape;640;p2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41425" t="6516"/>
          <a:stretch/>
        </p:blipFill>
        <p:spPr>
          <a:xfrm>
            <a:off x="2346900" y="1281349"/>
            <a:ext cx="4450200" cy="331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29"/>
          <p:cNvSpPr txBox="1"/>
          <p:nvPr>
            <p:ph idx="1" type="body"/>
          </p:nvPr>
        </p:nvSpPr>
        <p:spPr>
          <a:xfrm>
            <a:off x="715100" y="1451850"/>
            <a:ext cx="7640100" cy="4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A sum (</a:t>
            </a:r>
            <a:r>
              <a:rPr b="1" lang="en" sz="1500">
                <a:solidFill>
                  <a:schemeClr val="dk1"/>
                </a:solidFill>
              </a:rPr>
              <a:t>OR</a:t>
            </a:r>
            <a:r>
              <a:rPr lang="en" sz="1500">
                <a:solidFill>
                  <a:schemeClr val="dk1"/>
                </a:solidFill>
              </a:rPr>
              <a:t>ed</a:t>
            </a:r>
            <a:r>
              <a:rPr b="1" lang="en" sz="1500">
                <a:solidFill>
                  <a:schemeClr val="dk1"/>
                </a:solidFill>
              </a:rPr>
              <a:t> </a:t>
            </a:r>
            <a:r>
              <a:rPr lang="en" sz="1500">
                <a:solidFill>
                  <a:schemeClr val="dk1"/>
                </a:solidFill>
              </a:rPr>
              <a:t>term) that contains </a:t>
            </a:r>
            <a:r>
              <a:rPr b="1" lang="en" sz="1500">
                <a:solidFill>
                  <a:schemeClr val="dk1"/>
                </a:solidFill>
              </a:rPr>
              <a:t>all the variables </a:t>
            </a:r>
            <a:r>
              <a:rPr lang="en" sz="1500">
                <a:solidFill>
                  <a:schemeClr val="dk1"/>
                </a:solidFill>
              </a:rPr>
              <a:t>of a particular function in either in </a:t>
            </a:r>
            <a:r>
              <a:rPr b="1" lang="en" sz="1500">
                <a:solidFill>
                  <a:schemeClr val="dk1"/>
                </a:solidFill>
              </a:rPr>
              <a:t>original form </a:t>
            </a:r>
            <a:r>
              <a:rPr lang="en" sz="1500">
                <a:solidFill>
                  <a:schemeClr val="dk1"/>
                </a:solidFill>
              </a:rPr>
              <a:t>or </a:t>
            </a:r>
            <a:r>
              <a:rPr b="1" lang="en" sz="1500">
                <a:solidFill>
                  <a:schemeClr val="dk1"/>
                </a:solidFill>
              </a:rPr>
              <a:t>complemented form</a:t>
            </a:r>
            <a:r>
              <a:rPr lang="en" sz="1500">
                <a:solidFill>
                  <a:schemeClr val="dk1"/>
                </a:solidFill>
              </a:rPr>
              <a:t>. </a:t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646" name="Google Shape;646;p29"/>
          <p:cNvSpPr txBox="1"/>
          <p:nvPr>
            <p:ph type="title"/>
          </p:nvPr>
        </p:nvSpPr>
        <p:spPr>
          <a:xfrm>
            <a:off x="715100" y="894750"/>
            <a:ext cx="40467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Maxterms</a:t>
            </a:r>
            <a:endParaRPr/>
          </a:p>
        </p:txBody>
      </p:sp>
      <p:cxnSp>
        <p:nvCxnSpPr>
          <p:cNvPr id="647" name="Google Shape;647;p29"/>
          <p:cNvCxnSpPr>
            <a:stCxn id="648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9" name="Google Shape;649;p29"/>
          <p:cNvCxnSpPr>
            <a:endCxn id="648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50" name="Google Shape;650;p2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51" name="Google Shape;651;p29"/>
          <p:cNvSpPr txBox="1"/>
          <p:nvPr>
            <p:ph idx="1" type="body"/>
          </p:nvPr>
        </p:nvSpPr>
        <p:spPr>
          <a:xfrm>
            <a:off x="638900" y="2610555"/>
            <a:ext cx="7640100" cy="4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n </a:t>
            </a:r>
            <a:r>
              <a:rPr lang="en" sz="1500">
                <a:solidFill>
                  <a:schemeClr val="dk1"/>
                </a:solidFill>
              </a:rPr>
              <a:t>variables can be combined using </a:t>
            </a:r>
            <a:r>
              <a:rPr b="1" lang="en" sz="1500">
                <a:solidFill>
                  <a:schemeClr val="dk1"/>
                </a:solidFill>
              </a:rPr>
              <a:t>OR </a:t>
            </a:r>
            <a:r>
              <a:rPr lang="en" sz="1500">
                <a:solidFill>
                  <a:schemeClr val="dk1"/>
                </a:solidFill>
              </a:rPr>
              <a:t>to form </a:t>
            </a:r>
            <a:r>
              <a:rPr b="1" lang="en" sz="1500">
                <a:solidFill>
                  <a:schemeClr val="dk1"/>
                </a:solidFill>
              </a:rPr>
              <a:t>2</a:t>
            </a:r>
            <a:r>
              <a:rPr b="1" baseline="30000" lang="en" sz="1500">
                <a:solidFill>
                  <a:schemeClr val="dk1"/>
                </a:solidFill>
              </a:rPr>
              <a:t>n</a:t>
            </a:r>
            <a:r>
              <a:rPr lang="en" sz="1500">
                <a:solidFill>
                  <a:schemeClr val="dk1"/>
                </a:solidFill>
              </a:rPr>
              <a:t> </a:t>
            </a:r>
            <a:r>
              <a:rPr b="1" lang="en" sz="1500">
                <a:solidFill>
                  <a:schemeClr val="dk1"/>
                </a:solidFill>
              </a:rPr>
              <a:t>Maxterms</a:t>
            </a:r>
            <a:r>
              <a:rPr lang="en" sz="1500">
                <a:solidFill>
                  <a:schemeClr val="dk1"/>
                </a:solidFill>
              </a:rPr>
              <a:t>.</a:t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652" name="Google Shape;652;p29"/>
          <p:cNvSpPr txBox="1"/>
          <p:nvPr>
            <p:ph idx="1" type="body"/>
          </p:nvPr>
        </p:nvSpPr>
        <p:spPr>
          <a:xfrm>
            <a:off x="642083" y="2994905"/>
            <a:ext cx="7640100" cy="4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Symbol → </a:t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653" name="Google Shape;653;p29"/>
          <p:cNvSpPr txBox="1"/>
          <p:nvPr>
            <p:ph idx="1" type="body"/>
          </p:nvPr>
        </p:nvSpPr>
        <p:spPr>
          <a:xfrm>
            <a:off x="715100" y="2061450"/>
            <a:ext cx="7640100" cy="4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Also known as </a:t>
            </a:r>
            <a:r>
              <a:rPr b="1" lang="en" sz="1500">
                <a:solidFill>
                  <a:schemeClr val="dk1"/>
                </a:solidFill>
              </a:rPr>
              <a:t>Standard Sum</a:t>
            </a:r>
            <a:r>
              <a:rPr lang="en" sz="1500">
                <a:solidFill>
                  <a:schemeClr val="dk1"/>
                </a:solidFill>
              </a:rPr>
              <a:t>.</a:t>
            </a:r>
            <a:endParaRPr sz="1500">
              <a:solidFill>
                <a:schemeClr val="dk1"/>
              </a:solidFill>
            </a:endParaRPr>
          </a:p>
        </p:txBody>
      </p:sp>
      <p:pic>
        <p:nvPicPr>
          <p:cNvPr id="654" name="Google Shape;654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25900" y="2671055"/>
            <a:ext cx="1266825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5" name="Google Shape;655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81583" y="3057380"/>
            <a:ext cx="333375" cy="323850"/>
          </a:xfrm>
          <a:prstGeom prst="rect">
            <a:avLst/>
          </a:prstGeom>
          <a:noFill/>
          <a:ln>
            <a:noFill/>
          </a:ln>
        </p:spPr>
      </p:pic>
      <p:sp>
        <p:nvSpPr>
          <p:cNvPr id="656" name="Google Shape;656;p29"/>
          <p:cNvSpPr txBox="1"/>
          <p:nvPr>
            <p:ph idx="1" type="body"/>
          </p:nvPr>
        </p:nvSpPr>
        <p:spPr>
          <a:xfrm>
            <a:off x="638900" y="3372555"/>
            <a:ext cx="7640100" cy="4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0</a:t>
            </a:r>
            <a:r>
              <a:rPr b="1" lang="en" sz="1500">
                <a:solidFill>
                  <a:schemeClr val="dk1"/>
                </a:solidFill>
              </a:rPr>
              <a:t> priority </a:t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657" name="Google Shape;657;p29"/>
          <p:cNvSpPr txBox="1"/>
          <p:nvPr>
            <p:ph idx="1" type="body"/>
          </p:nvPr>
        </p:nvSpPr>
        <p:spPr>
          <a:xfrm>
            <a:off x="1096100" y="3753555"/>
            <a:ext cx="7640100" cy="4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arenR"/>
            </a:pPr>
            <a:r>
              <a:rPr lang="en" sz="1500">
                <a:solidFill>
                  <a:schemeClr val="dk1"/>
                </a:solidFill>
              </a:rPr>
              <a:t>1</a:t>
            </a:r>
            <a:r>
              <a:rPr lang="en" sz="1500">
                <a:solidFill>
                  <a:schemeClr val="dk1"/>
                </a:solidFill>
              </a:rPr>
              <a:t> → complemented form </a:t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658" name="Google Shape;658;p29"/>
          <p:cNvSpPr txBox="1"/>
          <p:nvPr>
            <p:ph idx="1" type="body"/>
          </p:nvPr>
        </p:nvSpPr>
        <p:spPr>
          <a:xfrm>
            <a:off x="1172300" y="4058355"/>
            <a:ext cx="7640100" cy="4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2)</a:t>
            </a:r>
            <a:r>
              <a:rPr b="1" lang="en" sz="1500">
                <a:solidFill>
                  <a:schemeClr val="dk1"/>
                </a:solidFill>
              </a:rPr>
              <a:t>  </a:t>
            </a:r>
            <a:r>
              <a:rPr lang="en" sz="1500">
                <a:solidFill>
                  <a:schemeClr val="dk1"/>
                </a:solidFill>
              </a:rPr>
              <a:t>   0 → original form </a:t>
            </a:r>
            <a:endParaRPr sz="150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30"/>
          <p:cNvSpPr txBox="1"/>
          <p:nvPr>
            <p:ph type="title"/>
          </p:nvPr>
        </p:nvSpPr>
        <p:spPr>
          <a:xfrm>
            <a:off x="715100" y="894750"/>
            <a:ext cx="40467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Maxterms</a:t>
            </a:r>
            <a:endParaRPr/>
          </a:p>
        </p:txBody>
      </p:sp>
      <p:cxnSp>
        <p:nvCxnSpPr>
          <p:cNvPr id="664" name="Google Shape;664;p30"/>
          <p:cNvCxnSpPr>
            <a:stCxn id="665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6" name="Google Shape;666;p30"/>
          <p:cNvCxnSpPr>
            <a:endCxn id="665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67" name="Google Shape;667;p3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68" name="Google Shape;668;p30"/>
          <p:cNvSpPr txBox="1"/>
          <p:nvPr>
            <p:ph idx="1" type="body"/>
          </p:nvPr>
        </p:nvSpPr>
        <p:spPr>
          <a:xfrm>
            <a:off x="642083" y="1547105"/>
            <a:ext cx="7640100" cy="4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Maxterm </a:t>
            </a:r>
            <a:r>
              <a:rPr lang="en" sz="1500">
                <a:solidFill>
                  <a:schemeClr val="dk1"/>
                </a:solidFill>
              </a:rPr>
              <a:t>and its </a:t>
            </a:r>
            <a:r>
              <a:rPr b="1" lang="en" sz="1500">
                <a:solidFill>
                  <a:schemeClr val="dk1"/>
                </a:solidFill>
              </a:rPr>
              <a:t>corresponding Minterm </a:t>
            </a:r>
            <a:r>
              <a:rPr lang="en" sz="1500">
                <a:solidFill>
                  <a:schemeClr val="dk1"/>
                </a:solidFill>
              </a:rPr>
              <a:t>are </a:t>
            </a:r>
            <a:r>
              <a:rPr b="1" lang="en" sz="1500">
                <a:solidFill>
                  <a:schemeClr val="dk1"/>
                </a:solidFill>
              </a:rPr>
              <a:t>complements </a:t>
            </a:r>
            <a:r>
              <a:rPr lang="en" sz="1500">
                <a:solidFill>
                  <a:schemeClr val="dk1"/>
                </a:solidFill>
              </a:rPr>
              <a:t>to each other.</a:t>
            </a:r>
            <a:endParaRPr sz="1500">
              <a:solidFill>
                <a:schemeClr val="dk1"/>
              </a:solidFill>
            </a:endParaRPr>
          </a:p>
        </p:txBody>
      </p:sp>
      <p:pic>
        <p:nvPicPr>
          <p:cNvPr id="669" name="Google Shape;669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95750" y="2079955"/>
            <a:ext cx="952500" cy="3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p31"/>
          <p:cNvSpPr txBox="1"/>
          <p:nvPr>
            <p:ph type="title"/>
          </p:nvPr>
        </p:nvSpPr>
        <p:spPr>
          <a:xfrm>
            <a:off x="715100" y="894750"/>
            <a:ext cx="40467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Maxterms</a:t>
            </a:r>
            <a:endParaRPr/>
          </a:p>
        </p:txBody>
      </p:sp>
      <p:cxnSp>
        <p:nvCxnSpPr>
          <p:cNvPr id="675" name="Google Shape;675;p31"/>
          <p:cNvCxnSpPr>
            <a:stCxn id="676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7" name="Google Shape;677;p31"/>
          <p:cNvCxnSpPr>
            <a:endCxn id="676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78" name="Google Shape;678;p3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79" name="Google Shape;679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5225" y="1416450"/>
            <a:ext cx="4573550" cy="3011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p32"/>
          <p:cNvSpPr txBox="1"/>
          <p:nvPr>
            <p:ph idx="1" type="body"/>
          </p:nvPr>
        </p:nvSpPr>
        <p:spPr>
          <a:xfrm>
            <a:off x="687825" y="1451850"/>
            <a:ext cx="7749900" cy="4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Any boolean function can be expressed as a sum of minterms (or product of maxterms).</a:t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685" name="Google Shape;685;p32"/>
          <p:cNvSpPr txBox="1"/>
          <p:nvPr>
            <p:ph type="title"/>
          </p:nvPr>
        </p:nvSpPr>
        <p:spPr>
          <a:xfrm>
            <a:off x="715100" y="894750"/>
            <a:ext cx="75303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Boolean Functions using Minterms (SoP)</a:t>
            </a:r>
            <a:endParaRPr/>
          </a:p>
        </p:txBody>
      </p:sp>
      <p:cxnSp>
        <p:nvCxnSpPr>
          <p:cNvPr id="686" name="Google Shape;686;p32"/>
          <p:cNvCxnSpPr>
            <a:stCxn id="687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8" name="Google Shape;688;p32"/>
          <p:cNvCxnSpPr>
            <a:endCxn id="687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89" name="Google Shape;689;p3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90" name="Google Shape;690;p32"/>
          <p:cNvSpPr txBox="1"/>
          <p:nvPr>
            <p:ph idx="1" type="body"/>
          </p:nvPr>
        </p:nvSpPr>
        <p:spPr>
          <a:xfrm>
            <a:off x="687825" y="2061450"/>
            <a:ext cx="7749900" cy="4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From a given truth table, </a:t>
            </a:r>
            <a:r>
              <a:rPr b="1" lang="en" sz="1500">
                <a:solidFill>
                  <a:schemeClr val="dk1"/>
                </a:solidFill>
              </a:rPr>
              <a:t>minterms </a:t>
            </a:r>
            <a:r>
              <a:rPr lang="en" sz="1500">
                <a:solidFill>
                  <a:schemeClr val="dk1"/>
                </a:solidFill>
              </a:rPr>
              <a:t>are produced from those combinations of variables which produces </a:t>
            </a:r>
            <a:r>
              <a:rPr b="1" lang="en" sz="1500">
                <a:solidFill>
                  <a:schemeClr val="dk1"/>
                </a:solidFill>
              </a:rPr>
              <a:t>1 (True) </a:t>
            </a:r>
            <a:r>
              <a:rPr lang="en" sz="1500">
                <a:solidFill>
                  <a:schemeClr val="dk1"/>
                </a:solidFill>
              </a:rPr>
              <a:t>.</a:t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691" name="Google Shape;691;p32"/>
          <p:cNvSpPr txBox="1"/>
          <p:nvPr>
            <p:ph idx="1" type="body"/>
          </p:nvPr>
        </p:nvSpPr>
        <p:spPr>
          <a:xfrm>
            <a:off x="687825" y="2671050"/>
            <a:ext cx="7749900" cy="4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The required function is the </a:t>
            </a:r>
            <a:r>
              <a:rPr b="1" lang="en" sz="1500">
                <a:solidFill>
                  <a:schemeClr val="dk1"/>
                </a:solidFill>
              </a:rPr>
              <a:t>AND </a:t>
            </a:r>
            <a:r>
              <a:rPr lang="en" sz="1500">
                <a:solidFill>
                  <a:schemeClr val="dk1"/>
                </a:solidFill>
              </a:rPr>
              <a:t>or </a:t>
            </a:r>
            <a:r>
              <a:rPr b="1" lang="en" sz="1500">
                <a:solidFill>
                  <a:schemeClr val="dk1"/>
                </a:solidFill>
              </a:rPr>
              <a:t>sum </a:t>
            </a:r>
            <a:r>
              <a:rPr lang="en" sz="1500">
                <a:solidFill>
                  <a:schemeClr val="dk1"/>
                </a:solidFill>
              </a:rPr>
              <a:t>of the </a:t>
            </a:r>
            <a:r>
              <a:rPr b="1" lang="en" sz="1500">
                <a:solidFill>
                  <a:schemeClr val="dk1"/>
                </a:solidFill>
              </a:rPr>
              <a:t>minterms </a:t>
            </a:r>
            <a:r>
              <a:rPr lang="en" sz="1500">
                <a:solidFill>
                  <a:schemeClr val="dk1"/>
                </a:solidFill>
              </a:rPr>
              <a:t>having </a:t>
            </a:r>
            <a:r>
              <a:rPr b="1" lang="en" sz="1500">
                <a:solidFill>
                  <a:schemeClr val="dk1"/>
                </a:solidFill>
              </a:rPr>
              <a:t>output 1</a:t>
            </a:r>
            <a:r>
              <a:rPr lang="en" sz="1500">
                <a:solidFill>
                  <a:schemeClr val="dk1"/>
                </a:solidFill>
              </a:rPr>
              <a:t>.</a:t>
            </a:r>
            <a:endParaRPr sz="150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5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p33"/>
          <p:cNvSpPr txBox="1"/>
          <p:nvPr>
            <p:ph type="title"/>
          </p:nvPr>
        </p:nvSpPr>
        <p:spPr>
          <a:xfrm>
            <a:off x="715100" y="894750"/>
            <a:ext cx="75303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Boolean Functions using Minterms (SoP)</a:t>
            </a:r>
            <a:endParaRPr/>
          </a:p>
        </p:txBody>
      </p:sp>
      <p:cxnSp>
        <p:nvCxnSpPr>
          <p:cNvPr id="697" name="Google Shape;697;p33"/>
          <p:cNvCxnSpPr>
            <a:stCxn id="698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9" name="Google Shape;699;p33"/>
          <p:cNvCxnSpPr>
            <a:endCxn id="698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00" name="Google Shape;700;p3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01" name="Google Shape;701;p33"/>
          <p:cNvPicPr preferRelativeResize="0"/>
          <p:nvPr/>
        </p:nvPicPr>
        <p:blipFill rotWithShape="1">
          <a:blip r:embed="rId3">
            <a:alphaModFix/>
          </a:blip>
          <a:srcRect b="0" l="1921" r="3917" t="0"/>
          <a:stretch/>
        </p:blipFill>
        <p:spPr>
          <a:xfrm>
            <a:off x="562702" y="1500591"/>
            <a:ext cx="4754880" cy="3063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02" name="Google Shape;702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91107" y="2238375"/>
            <a:ext cx="523875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03" name="Google Shape;703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91107" y="3151225"/>
            <a:ext cx="523875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04" name="Google Shape;704;p3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491107" y="4111200"/>
            <a:ext cx="3905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5" name="Google Shape;705;p3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075032" y="2865850"/>
            <a:ext cx="457200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06" name="Google Shape;706;p3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075032" y="3445337"/>
            <a:ext cx="457200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07" name="Google Shape;707;p33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075032" y="3778700"/>
            <a:ext cx="457200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08" name="Google Shape;708;p33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5075019" y="4172075"/>
            <a:ext cx="3905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9" name="Google Shape;709;p33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5807225" y="1903409"/>
            <a:ext cx="1012375" cy="246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0" name="Google Shape;710;p33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5784775" y="1620850"/>
            <a:ext cx="1057275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4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p34"/>
          <p:cNvSpPr txBox="1"/>
          <p:nvPr>
            <p:ph type="title"/>
          </p:nvPr>
        </p:nvSpPr>
        <p:spPr>
          <a:xfrm>
            <a:off x="715100" y="894750"/>
            <a:ext cx="75303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Boolean Functions using Minterms (SoP)</a:t>
            </a:r>
            <a:endParaRPr/>
          </a:p>
        </p:txBody>
      </p:sp>
      <p:cxnSp>
        <p:nvCxnSpPr>
          <p:cNvPr id="716" name="Google Shape;716;p34"/>
          <p:cNvCxnSpPr>
            <a:stCxn id="717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8" name="Google Shape;718;p34"/>
          <p:cNvCxnSpPr>
            <a:endCxn id="717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19" name="Google Shape;719;p3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20" name="Google Shape;720;p34"/>
          <p:cNvPicPr preferRelativeResize="0"/>
          <p:nvPr/>
        </p:nvPicPr>
        <p:blipFill rotWithShape="1">
          <a:blip r:embed="rId3">
            <a:alphaModFix/>
          </a:blip>
          <a:srcRect b="0" l="1921" r="3917" t="0"/>
          <a:stretch/>
        </p:blipFill>
        <p:spPr>
          <a:xfrm>
            <a:off x="562702" y="1500591"/>
            <a:ext cx="4754880" cy="3063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21" name="Google Shape;721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00875" y="2466327"/>
            <a:ext cx="3208199" cy="364215"/>
          </a:xfrm>
          <a:prstGeom prst="rect">
            <a:avLst/>
          </a:prstGeom>
          <a:noFill/>
          <a:ln>
            <a:noFill/>
          </a:ln>
        </p:spPr>
      </p:pic>
      <p:pic>
        <p:nvPicPr>
          <p:cNvPr id="722" name="Google Shape;722;p3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53404" y="3481257"/>
            <a:ext cx="3744720" cy="359082"/>
          </a:xfrm>
          <a:prstGeom prst="rect">
            <a:avLst/>
          </a:prstGeom>
          <a:noFill/>
          <a:ln>
            <a:noFill/>
          </a:ln>
        </p:spPr>
      </p:pic>
      <p:pic>
        <p:nvPicPr>
          <p:cNvPr id="723" name="Google Shape;723;p3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874288" y="2865850"/>
            <a:ext cx="1009650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24" name="Google Shape;724;p3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874300" y="3953075"/>
            <a:ext cx="1171575" cy="333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35"/>
          <p:cNvSpPr txBox="1"/>
          <p:nvPr>
            <p:ph idx="1" type="body"/>
          </p:nvPr>
        </p:nvSpPr>
        <p:spPr>
          <a:xfrm>
            <a:off x="687825" y="1451850"/>
            <a:ext cx="7749900" cy="4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Any boolean function can be expressed as a </a:t>
            </a:r>
            <a:r>
              <a:rPr lang="en" sz="1500">
                <a:solidFill>
                  <a:schemeClr val="dk1"/>
                </a:solidFill>
              </a:rPr>
              <a:t>product of maxterms </a:t>
            </a:r>
            <a:r>
              <a:rPr lang="en" sz="1500">
                <a:solidFill>
                  <a:schemeClr val="dk1"/>
                </a:solidFill>
              </a:rPr>
              <a:t>(or </a:t>
            </a:r>
            <a:r>
              <a:rPr lang="en" sz="1500">
                <a:solidFill>
                  <a:schemeClr val="dk1"/>
                </a:solidFill>
              </a:rPr>
              <a:t>sum of minterms</a:t>
            </a:r>
            <a:r>
              <a:rPr lang="en" sz="1500">
                <a:solidFill>
                  <a:schemeClr val="dk1"/>
                </a:solidFill>
              </a:rPr>
              <a:t>).</a:t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730" name="Google Shape;730;p35"/>
          <p:cNvSpPr txBox="1"/>
          <p:nvPr>
            <p:ph type="title"/>
          </p:nvPr>
        </p:nvSpPr>
        <p:spPr>
          <a:xfrm>
            <a:off x="715100" y="894750"/>
            <a:ext cx="75303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Boolean Functions using Maxterms (PoS)</a:t>
            </a:r>
            <a:endParaRPr/>
          </a:p>
        </p:txBody>
      </p:sp>
      <p:cxnSp>
        <p:nvCxnSpPr>
          <p:cNvPr id="731" name="Google Shape;731;p35"/>
          <p:cNvCxnSpPr>
            <a:stCxn id="732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33" name="Google Shape;733;p35"/>
          <p:cNvCxnSpPr>
            <a:endCxn id="732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34" name="Google Shape;734;p3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35" name="Google Shape;735;p35"/>
          <p:cNvSpPr txBox="1"/>
          <p:nvPr>
            <p:ph idx="1" type="body"/>
          </p:nvPr>
        </p:nvSpPr>
        <p:spPr>
          <a:xfrm>
            <a:off x="687825" y="2061450"/>
            <a:ext cx="7749900" cy="4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From a given truth table, </a:t>
            </a:r>
            <a:r>
              <a:rPr b="1" lang="en" sz="1500">
                <a:solidFill>
                  <a:schemeClr val="dk1"/>
                </a:solidFill>
              </a:rPr>
              <a:t>maxterms</a:t>
            </a:r>
            <a:r>
              <a:rPr b="1" lang="en" sz="1500">
                <a:solidFill>
                  <a:schemeClr val="dk1"/>
                </a:solidFill>
              </a:rPr>
              <a:t> </a:t>
            </a:r>
            <a:r>
              <a:rPr lang="en" sz="1500">
                <a:solidFill>
                  <a:schemeClr val="dk1"/>
                </a:solidFill>
              </a:rPr>
              <a:t>are produced from those combinations of variables which produces </a:t>
            </a:r>
            <a:r>
              <a:rPr b="1" lang="en" sz="1500">
                <a:solidFill>
                  <a:schemeClr val="dk1"/>
                </a:solidFill>
              </a:rPr>
              <a:t>0</a:t>
            </a:r>
            <a:r>
              <a:rPr b="1" lang="en" sz="1500">
                <a:solidFill>
                  <a:schemeClr val="dk1"/>
                </a:solidFill>
              </a:rPr>
              <a:t> (False) </a:t>
            </a:r>
            <a:r>
              <a:rPr lang="en" sz="1500">
                <a:solidFill>
                  <a:schemeClr val="dk1"/>
                </a:solidFill>
              </a:rPr>
              <a:t>.</a:t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736" name="Google Shape;736;p35"/>
          <p:cNvSpPr txBox="1"/>
          <p:nvPr>
            <p:ph idx="1" type="body"/>
          </p:nvPr>
        </p:nvSpPr>
        <p:spPr>
          <a:xfrm>
            <a:off x="687825" y="2671050"/>
            <a:ext cx="7749900" cy="4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The required function is the </a:t>
            </a:r>
            <a:r>
              <a:rPr b="1" lang="en" sz="1500">
                <a:solidFill>
                  <a:schemeClr val="dk1"/>
                </a:solidFill>
              </a:rPr>
              <a:t>OR </a:t>
            </a:r>
            <a:r>
              <a:rPr lang="en" sz="1500">
                <a:solidFill>
                  <a:schemeClr val="dk1"/>
                </a:solidFill>
              </a:rPr>
              <a:t>or </a:t>
            </a:r>
            <a:r>
              <a:rPr b="1" lang="en" sz="1500">
                <a:solidFill>
                  <a:schemeClr val="dk1"/>
                </a:solidFill>
              </a:rPr>
              <a:t>product </a:t>
            </a:r>
            <a:r>
              <a:rPr lang="en" sz="1500">
                <a:solidFill>
                  <a:schemeClr val="dk1"/>
                </a:solidFill>
              </a:rPr>
              <a:t>of the </a:t>
            </a:r>
            <a:r>
              <a:rPr b="1" lang="en" sz="1500">
                <a:solidFill>
                  <a:schemeClr val="dk1"/>
                </a:solidFill>
              </a:rPr>
              <a:t>maxterms</a:t>
            </a:r>
            <a:r>
              <a:rPr b="1" lang="en" sz="1500">
                <a:solidFill>
                  <a:schemeClr val="dk1"/>
                </a:solidFill>
              </a:rPr>
              <a:t> </a:t>
            </a:r>
            <a:r>
              <a:rPr lang="en" sz="1500">
                <a:solidFill>
                  <a:schemeClr val="dk1"/>
                </a:solidFill>
              </a:rPr>
              <a:t>having </a:t>
            </a:r>
            <a:r>
              <a:rPr b="1" lang="en" sz="1500">
                <a:solidFill>
                  <a:schemeClr val="dk1"/>
                </a:solidFill>
              </a:rPr>
              <a:t>output 0</a:t>
            </a:r>
            <a:r>
              <a:rPr lang="en" sz="1500">
                <a:solidFill>
                  <a:schemeClr val="dk1"/>
                </a:solidFill>
              </a:rPr>
              <a:t>.</a:t>
            </a:r>
            <a:endParaRPr sz="150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p36"/>
          <p:cNvSpPr txBox="1"/>
          <p:nvPr>
            <p:ph type="title"/>
          </p:nvPr>
        </p:nvSpPr>
        <p:spPr>
          <a:xfrm>
            <a:off x="715100" y="894750"/>
            <a:ext cx="75303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Boolean Functions using Minterms (SoP)</a:t>
            </a:r>
            <a:endParaRPr/>
          </a:p>
        </p:txBody>
      </p:sp>
      <p:cxnSp>
        <p:nvCxnSpPr>
          <p:cNvPr id="742" name="Google Shape;742;p36"/>
          <p:cNvCxnSpPr>
            <a:stCxn id="743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44" name="Google Shape;744;p36"/>
          <p:cNvCxnSpPr>
            <a:endCxn id="743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45" name="Google Shape;745;p3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46" name="Google Shape;746;p36"/>
          <p:cNvPicPr preferRelativeResize="0"/>
          <p:nvPr/>
        </p:nvPicPr>
        <p:blipFill rotWithShape="1">
          <a:blip r:embed="rId3">
            <a:alphaModFix/>
          </a:blip>
          <a:srcRect b="0" l="1921" r="3917" t="0"/>
          <a:stretch/>
        </p:blipFill>
        <p:spPr>
          <a:xfrm>
            <a:off x="562702" y="1500591"/>
            <a:ext cx="4754880" cy="3063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47" name="Google Shape;747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14903" y="1950230"/>
            <a:ext cx="623665" cy="2424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48" name="Google Shape;748;p3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83805" y="1606296"/>
            <a:ext cx="10858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49" name="Google Shape;749;p3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481950" y="1989925"/>
            <a:ext cx="88582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0" name="Google Shape;750;p3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453375" y="2532487"/>
            <a:ext cx="942975" cy="314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51" name="Google Shape;751;p3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420038" y="2875375"/>
            <a:ext cx="1009650" cy="314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52" name="Google Shape;752;p36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420050" y="3474075"/>
            <a:ext cx="1009650" cy="314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53" name="Google Shape;753;p36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420038" y="3808450"/>
            <a:ext cx="1009650" cy="314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54" name="Google Shape;754;p36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5131000" y="1989925"/>
            <a:ext cx="88582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5" name="Google Shape;755;p36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5102425" y="2256625"/>
            <a:ext cx="942975" cy="314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56" name="Google Shape;756;p36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5102425" y="2571750"/>
            <a:ext cx="942975" cy="314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57" name="Google Shape;757;p36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5102425" y="3134731"/>
            <a:ext cx="942975" cy="314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37"/>
          <p:cNvSpPr txBox="1"/>
          <p:nvPr>
            <p:ph type="title"/>
          </p:nvPr>
        </p:nvSpPr>
        <p:spPr>
          <a:xfrm>
            <a:off x="715100" y="894750"/>
            <a:ext cx="75303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Boolean Functions using Minterms (SoP)</a:t>
            </a:r>
            <a:endParaRPr/>
          </a:p>
        </p:txBody>
      </p:sp>
      <p:cxnSp>
        <p:nvCxnSpPr>
          <p:cNvPr id="763" name="Google Shape;763;p37"/>
          <p:cNvCxnSpPr>
            <a:stCxn id="764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65" name="Google Shape;765;p37"/>
          <p:cNvCxnSpPr>
            <a:endCxn id="764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66" name="Google Shape;766;p3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67" name="Google Shape;767;p37"/>
          <p:cNvPicPr preferRelativeResize="0"/>
          <p:nvPr/>
        </p:nvPicPr>
        <p:blipFill rotWithShape="1">
          <a:blip r:embed="rId3">
            <a:alphaModFix/>
          </a:blip>
          <a:srcRect b="0" l="1921" r="3917" t="0"/>
          <a:stretch/>
        </p:blipFill>
        <p:spPr>
          <a:xfrm>
            <a:off x="562702" y="1500591"/>
            <a:ext cx="4754880" cy="30638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68" name="Google Shape;768;p37"/>
          <p:cNvGrpSpPr/>
          <p:nvPr/>
        </p:nvGrpSpPr>
        <p:grpSpPr>
          <a:xfrm>
            <a:off x="5016200" y="2269762"/>
            <a:ext cx="3717777" cy="393594"/>
            <a:chOff x="1697230" y="2509202"/>
            <a:chExt cx="9895601" cy="1097280"/>
          </a:xfrm>
        </p:grpSpPr>
        <p:pic>
          <p:nvPicPr>
            <p:cNvPr id="769" name="Google Shape;769;p3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697230" y="2509202"/>
              <a:ext cx="8113695" cy="109728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70" name="Google Shape;770;p37"/>
            <p:cNvSpPr txBox="1"/>
            <p:nvPr/>
          </p:nvSpPr>
          <p:spPr>
            <a:xfrm>
              <a:off x="9461031" y="2531688"/>
              <a:ext cx="2131800" cy="535500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-19180" l="-330" r="-32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pic>
        <p:nvPicPr>
          <p:cNvPr id="771" name="Google Shape;771;p3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016200" y="3286200"/>
            <a:ext cx="3299700" cy="465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2" name="Google Shape;772;p3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123150" y="2663350"/>
            <a:ext cx="1304925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3" name="Google Shape;773;p3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123150" y="3858850"/>
            <a:ext cx="1143000" cy="333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p38"/>
          <p:cNvSpPr txBox="1"/>
          <p:nvPr>
            <p:ph idx="1" type="body"/>
          </p:nvPr>
        </p:nvSpPr>
        <p:spPr>
          <a:xfrm>
            <a:off x="687825" y="1451850"/>
            <a:ext cx="7749900" cy="4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Taking each combination of variables (</a:t>
            </a:r>
            <a:r>
              <a:rPr b="1" lang="en" sz="1500">
                <a:solidFill>
                  <a:schemeClr val="dk1"/>
                </a:solidFill>
              </a:rPr>
              <a:t>minterms</a:t>
            </a:r>
            <a:r>
              <a:rPr lang="en" sz="1500">
                <a:solidFill>
                  <a:schemeClr val="dk1"/>
                </a:solidFill>
              </a:rPr>
              <a:t>) that produces 0 (</a:t>
            </a:r>
            <a:r>
              <a:rPr b="1" lang="en" sz="1500">
                <a:solidFill>
                  <a:schemeClr val="dk1"/>
                </a:solidFill>
              </a:rPr>
              <a:t>False</a:t>
            </a:r>
            <a:r>
              <a:rPr lang="en" sz="1500">
                <a:solidFill>
                  <a:schemeClr val="dk1"/>
                </a:solidFill>
              </a:rPr>
              <a:t>) in the function and </a:t>
            </a:r>
            <a:r>
              <a:rPr b="1" lang="en" sz="1500">
                <a:solidFill>
                  <a:schemeClr val="dk1"/>
                </a:solidFill>
              </a:rPr>
              <a:t>OR</a:t>
            </a:r>
            <a:r>
              <a:rPr lang="en" sz="1500">
                <a:solidFill>
                  <a:schemeClr val="dk1"/>
                </a:solidFill>
              </a:rPr>
              <a:t> them.</a:t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779" name="Google Shape;779;p38"/>
          <p:cNvSpPr txBox="1"/>
          <p:nvPr>
            <p:ph type="title"/>
          </p:nvPr>
        </p:nvSpPr>
        <p:spPr>
          <a:xfrm>
            <a:off x="715100" y="894750"/>
            <a:ext cx="75303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Complement of Boolean Functions</a:t>
            </a:r>
            <a:endParaRPr/>
          </a:p>
        </p:txBody>
      </p:sp>
      <p:cxnSp>
        <p:nvCxnSpPr>
          <p:cNvPr id="780" name="Google Shape;780;p38"/>
          <p:cNvCxnSpPr>
            <a:stCxn id="781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2" name="Google Shape;782;p38"/>
          <p:cNvCxnSpPr>
            <a:endCxn id="781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83" name="Google Shape;783;p3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84" name="Google Shape;784;p38"/>
          <p:cNvSpPr txBox="1"/>
          <p:nvPr>
            <p:ph idx="1" type="body"/>
          </p:nvPr>
        </p:nvSpPr>
        <p:spPr>
          <a:xfrm>
            <a:off x="687825" y="2061450"/>
            <a:ext cx="7749900" cy="4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Or, t</a:t>
            </a:r>
            <a:r>
              <a:rPr lang="en" sz="1500">
                <a:solidFill>
                  <a:schemeClr val="dk1"/>
                </a:solidFill>
              </a:rPr>
              <a:t>aking each combination of variables (</a:t>
            </a:r>
            <a:r>
              <a:rPr b="1" lang="en" sz="1500">
                <a:solidFill>
                  <a:schemeClr val="dk1"/>
                </a:solidFill>
              </a:rPr>
              <a:t>maxterms</a:t>
            </a:r>
            <a:r>
              <a:rPr lang="en" sz="1500">
                <a:solidFill>
                  <a:schemeClr val="dk1"/>
                </a:solidFill>
              </a:rPr>
              <a:t>) that produces 1 (</a:t>
            </a:r>
            <a:r>
              <a:rPr b="1" lang="en" sz="1500">
                <a:solidFill>
                  <a:schemeClr val="dk1"/>
                </a:solidFill>
              </a:rPr>
              <a:t>True</a:t>
            </a:r>
            <a:r>
              <a:rPr lang="en" sz="1500">
                <a:solidFill>
                  <a:schemeClr val="dk1"/>
                </a:solidFill>
              </a:rPr>
              <a:t>) in the function and </a:t>
            </a:r>
            <a:r>
              <a:rPr b="1" lang="en" sz="1500">
                <a:solidFill>
                  <a:schemeClr val="dk1"/>
                </a:solidFill>
              </a:rPr>
              <a:t>AND</a:t>
            </a:r>
            <a:r>
              <a:rPr lang="en" sz="1500">
                <a:solidFill>
                  <a:schemeClr val="dk1"/>
                </a:solidFill>
              </a:rPr>
              <a:t> them.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8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Google Shape;789;p39"/>
          <p:cNvSpPr txBox="1"/>
          <p:nvPr>
            <p:ph type="title"/>
          </p:nvPr>
        </p:nvSpPr>
        <p:spPr>
          <a:xfrm>
            <a:off x="1682250" y="2595788"/>
            <a:ext cx="5779500" cy="56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Standard and Canonical Form</a:t>
            </a:r>
            <a:endParaRPr sz="3200"/>
          </a:p>
        </p:txBody>
      </p:sp>
      <p:sp>
        <p:nvSpPr>
          <p:cNvPr id="790" name="Google Shape;790;p39"/>
          <p:cNvSpPr txBox="1"/>
          <p:nvPr>
            <p:ph idx="2" type="title"/>
          </p:nvPr>
        </p:nvSpPr>
        <p:spPr>
          <a:xfrm>
            <a:off x="4114800" y="1437729"/>
            <a:ext cx="914400" cy="91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791" name="Google Shape;791;p39"/>
          <p:cNvSpPr txBox="1"/>
          <p:nvPr>
            <p:ph idx="1" type="subTitle"/>
          </p:nvPr>
        </p:nvSpPr>
        <p:spPr>
          <a:xfrm>
            <a:off x="1682250" y="3273338"/>
            <a:ext cx="5779500" cy="41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SoP and Pos Forms</a:t>
            </a:r>
            <a:endParaRPr/>
          </a:p>
        </p:txBody>
      </p:sp>
      <p:cxnSp>
        <p:nvCxnSpPr>
          <p:cNvPr id="792" name="Google Shape;792;p39"/>
          <p:cNvCxnSpPr>
            <a:stCxn id="790" idx="0"/>
          </p:cNvCxnSpPr>
          <p:nvPr/>
        </p:nvCxnSpPr>
        <p:spPr>
          <a:xfrm rot="10800000">
            <a:off x="4572000" y="-101271"/>
            <a:ext cx="0" cy="1539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93" name="Google Shape;793;p3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7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Google Shape;798;p40"/>
          <p:cNvSpPr txBox="1"/>
          <p:nvPr>
            <p:ph idx="1" type="body"/>
          </p:nvPr>
        </p:nvSpPr>
        <p:spPr>
          <a:xfrm>
            <a:off x="715100" y="1451850"/>
            <a:ext cx="7640100" cy="4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A Boolean expression is in </a:t>
            </a:r>
            <a:r>
              <a:rPr b="1" lang="en" sz="1500">
                <a:solidFill>
                  <a:schemeClr val="dk1"/>
                </a:solidFill>
              </a:rPr>
              <a:t>canonical form </a:t>
            </a:r>
            <a:r>
              <a:rPr lang="en" sz="1500">
                <a:solidFill>
                  <a:schemeClr val="dk1"/>
                </a:solidFill>
              </a:rPr>
              <a:t>when </a:t>
            </a:r>
            <a:r>
              <a:rPr b="1" lang="en" sz="1500">
                <a:solidFill>
                  <a:schemeClr val="dk1"/>
                </a:solidFill>
              </a:rPr>
              <a:t>each term </a:t>
            </a:r>
            <a:r>
              <a:rPr lang="en" sz="1500">
                <a:solidFill>
                  <a:schemeClr val="dk1"/>
                </a:solidFill>
              </a:rPr>
              <a:t>in the expression contains </a:t>
            </a:r>
            <a:r>
              <a:rPr b="1" lang="en" sz="1500">
                <a:solidFill>
                  <a:schemeClr val="dk1"/>
                </a:solidFill>
              </a:rPr>
              <a:t>all the variables </a:t>
            </a:r>
            <a:r>
              <a:rPr lang="en" sz="1500">
                <a:solidFill>
                  <a:schemeClr val="dk1"/>
                </a:solidFill>
              </a:rPr>
              <a:t>in the domain (either complemented or not).</a:t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799" name="Google Shape;799;p40"/>
          <p:cNvSpPr txBox="1"/>
          <p:nvPr>
            <p:ph type="title"/>
          </p:nvPr>
        </p:nvSpPr>
        <p:spPr>
          <a:xfrm>
            <a:off x="715100" y="894750"/>
            <a:ext cx="40467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Canonical Form</a:t>
            </a:r>
            <a:endParaRPr/>
          </a:p>
        </p:txBody>
      </p:sp>
      <p:cxnSp>
        <p:nvCxnSpPr>
          <p:cNvPr id="800" name="Google Shape;800;p40"/>
          <p:cNvCxnSpPr>
            <a:stCxn id="801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2" name="Google Shape;802;p40"/>
          <p:cNvCxnSpPr>
            <a:endCxn id="801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03" name="Google Shape;803;p4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04" name="Google Shape;804;p40"/>
          <p:cNvSpPr txBox="1"/>
          <p:nvPr>
            <p:ph idx="1" type="body"/>
          </p:nvPr>
        </p:nvSpPr>
        <p:spPr>
          <a:xfrm>
            <a:off x="715100" y="2137650"/>
            <a:ext cx="7640100" cy="4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There exists two such forms</a:t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805" name="Google Shape;805;p40"/>
          <p:cNvSpPr txBox="1"/>
          <p:nvPr>
            <p:ph idx="1" type="body"/>
          </p:nvPr>
        </p:nvSpPr>
        <p:spPr>
          <a:xfrm>
            <a:off x="791300" y="2518650"/>
            <a:ext cx="7640100" cy="4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Sum of minterms / Products (SoP)</a:t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806" name="Google Shape;806;p40"/>
          <p:cNvSpPr txBox="1"/>
          <p:nvPr>
            <p:ph idx="1" type="body"/>
          </p:nvPr>
        </p:nvSpPr>
        <p:spPr>
          <a:xfrm>
            <a:off x="791300" y="2899650"/>
            <a:ext cx="7640100" cy="4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Product</a:t>
            </a:r>
            <a:r>
              <a:rPr lang="en" sz="1500">
                <a:solidFill>
                  <a:schemeClr val="dk1"/>
                </a:solidFill>
              </a:rPr>
              <a:t> of maxterms / Sums (PoS)</a:t>
            </a:r>
            <a:endParaRPr sz="150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0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p41"/>
          <p:cNvSpPr txBox="1"/>
          <p:nvPr>
            <p:ph idx="1" type="body"/>
          </p:nvPr>
        </p:nvSpPr>
        <p:spPr>
          <a:xfrm>
            <a:off x="715100" y="1451850"/>
            <a:ext cx="7640100" cy="4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If the function is not in this form,</a:t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812" name="Google Shape;812;p41"/>
          <p:cNvSpPr txBox="1"/>
          <p:nvPr>
            <p:ph type="title"/>
          </p:nvPr>
        </p:nvSpPr>
        <p:spPr>
          <a:xfrm>
            <a:off x="715100" y="894750"/>
            <a:ext cx="40467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 of Minterms</a:t>
            </a:r>
            <a:endParaRPr/>
          </a:p>
        </p:txBody>
      </p:sp>
      <p:cxnSp>
        <p:nvCxnSpPr>
          <p:cNvPr id="813" name="Google Shape;813;p41"/>
          <p:cNvCxnSpPr>
            <a:stCxn id="814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15" name="Google Shape;815;p41"/>
          <p:cNvCxnSpPr>
            <a:endCxn id="814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16" name="Google Shape;816;p4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17" name="Google Shape;817;p41"/>
          <p:cNvSpPr txBox="1"/>
          <p:nvPr>
            <p:ph idx="1" type="body"/>
          </p:nvPr>
        </p:nvSpPr>
        <p:spPr>
          <a:xfrm>
            <a:off x="1019900" y="1832850"/>
            <a:ext cx="7640100" cy="4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The expression is expanded into a </a:t>
            </a:r>
            <a:r>
              <a:rPr b="1" lang="en" sz="1500">
                <a:solidFill>
                  <a:schemeClr val="dk1"/>
                </a:solidFill>
              </a:rPr>
              <a:t>sum of ANDed terms</a:t>
            </a:r>
            <a:r>
              <a:rPr lang="en" sz="1500">
                <a:solidFill>
                  <a:schemeClr val="dk1"/>
                </a:solidFill>
              </a:rPr>
              <a:t>.</a:t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818" name="Google Shape;818;p41"/>
          <p:cNvSpPr txBox="1"/>
          <p:nvPr>
            <p:ph idx="1" type="body"/>
          </p:nvPr>
        </p:nvSpPr>
        <p:spPr>
          <a:xfrm>
            <a:off x="1019900" y="2213850"/>
            <a:ext cx="7640100" cy="4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Each term is inspected whether it </a:t>
            </a:r>
            <a:r>
              <a:rPr b="1" lang="en" sz="1500">
                <a:solidFill>
                  <a:schemeClr val="dk1"/>
                </a:solidFill>
              </a:rPr>
              <a:t>contains</a:t>
            </a:r>
            <a:r>
              <a:rPr b="1" lang="en" sz="1500">
                <a:solidFill>
                  <a:schemeClr val="dk1"/>
                </a:solidFill>
              </a:rPr>
              <a:t> all the variables</a:t>
            </a:r>
            <a:r>
              <a:rPr lang="en" sz="1500">
                <a:solidFill>
                  <a:schemeClr val="dk1"/>
                </a:solidFill>
              </a:rPr>
              <a:t>, if missing it is introduced by </a:t>
            </a:r>
            <a:r>
              <a:rPr b="1" lang="en" sz="1500">
                <a:solidFill>
                  <a:schemeClr val="dk1"/>
                </a:solidFill>
              </a:rPr>
              <a:t>ANDing </a:t>
            </a:r>
            <a:r>
              <a:rPr lang="en" sz="1500">
                <a:solidFill>
                  <a:schemeClr val="dk1"/>
                </a:solidFill>
              </a:rPr>
              <a:t>the term with (x + x’).</a:t>
            </a:r>
            <a:endParaRPr sz="1500">
              <a:solidFill>
                <a:schemeClr val="dk1"/>
              </a:solidFill>
            </a:endParaRPr>
          </a:p>
        </p:txBody>
      </p:sp>
      <p:pic>
        <p:nvPicPr>
          <p:cNvPr id="819" name="Google Shape;819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39223" y="3364685"/>
            <a:ext cx="4465562" cy="791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820" name="Google Shape;820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43786" y="3047725"/>
            <a:ext cx="1353231" cy="292863"/>
          </a:xfrm>
          <a:prstGeom prst="rect">
            <a:avLst/>
          </a:prstGeom>
          <a:noFill/>
          <a:ln>
            <a:noFill/>
          </a:ln>
        </p:spPr>
      </p:pic>
      <p:pic>
        <p:nvPicPr>
          <p:cNvPr id="821" name="Google Shape;821;p4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388994" y="4076839"/>
            <a:ext cx="2418859" cy="336211"/>
          </a:xfrm>
          <a:prstGeom prst="rect">
            <a:avLst/>
          </a:prstGeom>
          <a:noFill/>
          <a:ln>
            <a:noFill/>
          </a:ln>
        </p:spPr>
      </p:pic>
      <p:sp>
        <p:nvSpPr>
          <p:cNvPr id="822" name="Google Shape;822;p41"/>
          <p:cNvSpPr txBox="1"/>
          <p:nvPr/>
        </p:nvSpPr>
        <p:spPr>
          <a:xfrm>
            <a:off x="5554828" y="3752825"/>
            <a:ext cx="1182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Notation 1</a:t>
            </a:r>
            <a:endParaRPr/>
          </a:p>
        </p:txBody>
      </p:sp>
      <p:sp>
        <p:nvSpPr>
          <p:cNvPr id="823" name="Google Shape;823;p41"/>
          <p:cNvSpPr txBox="1"/>
          <p:nvPr/>
        </p:nvSpPr>
        <p:spPr>
          <a:xfrm>
            <a:off x="5554825" y="4076850"/>
            <a:ext cx="1182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Notation 2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7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" name="Google Shape;828;p42"/>
          <p:cNvSpPr txBox="1"/>
          <p:nvPr>
            <p:ph type="title"/>
          </p:nvPr>
        </p:nvSpPr>
        <p:spPr>
          <a:xfrm>
            <a:off x="715100" y="894750"/>
            <a:ext cx="40467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 of Minterms</a:t>
            </a:r>
            <a:endParaRPr/>
          </a:p>
        </p:txBody>
      </p:sp>
      <p:cxnSp>
        <p:nvCxnSpPr>
          <p:cNvPr id="829" name="Google Shape;829;p42"/>
          <p:cNvCxnSpPr>
            <a:stCxn id="830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31" name="Google Shape;831;p42"/>
          <p:cNvCxnSpPr>
            <a:endCxn id="830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32" name="Google Shape;832;p4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833" name="Google Shape;833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92438" y="1395750"/>
            <a:ext cx="3359125" cy="3017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4" name="Google Shape;834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35863" y="2405063"/>
            <a:ext cx="1504950" cy="333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8" name="Shape 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Google Shape;839;p43"/>
          <p:cNvSpPr txBox="1"/>
          <p:nvPr>
            <p:ph idx="1" type="body"/>
          </p:nvPr>
        </p:nvSpPr>
        <p:spPr>
          <a:xfrm>
            <a:off x="715100" y="1451850"/>
            <a:ext cx="7640100" cy="4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If the function is not in this form,</a:t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840" name="Google Shape;840;p43"/>
          <p:cNvSpPr txBox="1"/>
          <p:nvPr>
            <p:ph type="title"/>
          </p:nvPr>
        </p:nvSpPr>
        <p:spPr>
          <a:xfrm>
            <a:off x="715100" y="894750"/>
            <a:ext cx="40467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Product of Maxterms</a:t>
            </a:r>
            <a:endParaRPr/>
          </a:p>
        </p:txBody>
      </p:sp>
      <p:cxnSp>
        <p:nvCxnSpPr>
          <p:cNvPr id="841" name="Google Shape;841;p43"/>
          <p:cNvCxnSpPr>
            <a:stCxn id="842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3" name="Google Shape;843;p43"/>
          <p:cNvCxnSpPr>
            <a:endCxn id="842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44" name="Google Shape;844;p4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45" name="Google Shape;845;p43"/>
          <p:cNvSpPr txBox="1"/>
          <p:nvPr>
            <p:ph idx="1" type="body"/>
          </p:nvPr>
        </p:nvSpPr>
        <p:spPr>
          <a:xfrm>
            <a:off x="1019900" y="1832850"/>
            <a:ext cx="7640100" cy="4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The expression is expressed into a </a:t>
            </a:r>
            <a:r>
              <a:rPr b="1" lang="en" sz="1500">
                <a:solidFill>
                  <a:schemeClr val="dk1"/>
                </a:solidFill>
              </a:rPr>
              <a:t>product</a:t>
            </a:r>
            <a:r>
              <a:rPr b="1" lang="en" sz="1500">
                <a:solidFill>
                  <a:schemeClr val="dk1"/>
                </a:solidFill>
              </a:rPr>
              <a:t> of ORed terms</a:t>
            </a:r>
            <a:r>
              <a:rPr lang="en" sz="1500">
                <a:solidFill>
                  <a:schemeClr val="dk1"/>
                </a:solidFill>
              </a:rPr>
              <a:t>.</a:t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846" name="Google Shape;846;p43"/>
          <p:cNvSpPr txBox="1"/>
          <p:nvPr>
            <p:ph idx="1" type="body"/>
          </p:nvPr>
        </p:nvSpPr>
        <p:spPr>
          <a:xfrm>
            <a:off x="1019900" y="2213850"/>
            <a:ext cx="7640100" cy="4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Each term is inspected whether it </a:t>
            </a:r>
            <a:r>
              <a:rPr b="1" lang="en" sz="1500">
                <a:solidFill>
                  <a:schemeClr val="dk1"/>
                </a:solidFill>
              </a:rPr>
              <a:t>contains all the variables</a:t>
            </a:r>
            <a:r>
              <a:rPr lang="en" sz="1500">
                <a:solidFill>
                  <a:schemeClr val="dk1"/>
                </a:solidFill>
              </a:rPr>
              <a:t>, if missing it is introduced by </a:t>
            </a:r>
            <a:r>
              <a:rPr b="1" lang="en" sz="1500">
                <a:solidFill>
                  <a:schemeClr val="dk1"/>
                </a:solidFill>
              </a:rPr>
              <a:t>ORing</a:t>
            </a:r>
            <a:r>
              <a:rPr b="1" lang="en" sz="1500">
                <a:solidFill>
                  <a:schemeClr val="dk1"/>
                </a:solidFill>
              </a:rPr>
              <a:t> </a:t>
            </a:r>
            <a:r>
              <a:rPr lang="en" sz="1500">
                <a:solidFill>
                  <a:schemeClr val="dk1"/>
                </a:solidFill>
              </a:rPr>
              <a:t>the term with (x.x’).</a:t>
            </a:r>
            <a:endParaRPr sz="1500">
              <a:solidFill>
                <a:schemeClr val="dk1"/>
              </a:solidFill>
            </a:endParaRPr>
          </a:p>
        </p:txBody>
      </p:sp>
      <p:pic>
        <p:nvPicPr>
          <p:cNvPr id="847" name="Google Shape;847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54779" y="2920049"/>
            <a:ext cx="1332845" cy="33321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8" name="Google Shape;848;p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67160" y="3278990"/>
            <a:ext cx="5200640" cy="716977"/>
          </a:xfrm>
          <a:prstGeom prst="rect">
            <a:avLst/>
          </a:prstGeom>
          <a:noFill/>
          <a:ln>
            <a:noFill/>
          </a:ln>
        </p:spPr>
      </p:pic>
      <p:pic>
        <p:nvPicPr>
          <p:cNvPr id="849" name="Google Shape;849;p4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065675" y="4015243"/>
            <a:ext cx="2360534" cy="374356"/>
          </a:xfrm>
          <a:prstGeom prst="rect">
            <a:avLst/>
          </a:prstGeom>
          <a:noFill/>
          <a:ln>
            <a:noFill/>
          </a:ln>
        </p:spPr>
      </p:pic>
      <p:sp>
        <p:nvSpPr>
          <p:cNvPr id="850" name="Google Shape;850;p43"/>
          <p:cNvSpPr txBox="1"/>
          <p:nvPr/>
        </p:nvSpPr>
        <p:spPr>
          <a:xfrm>
            <a:off x="5221448" y="3665100"/>
            <a:ext cx="1332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Notation 1</a:t>
            </a:r>
            <a:endParaRPr/>
          </a:p>
        </p:txBody>
      </p:sp>
      <p:sp>
        <p:nvSpPr>
          <p:cNvPr id="851" name="Google Shape;851;p43"/>
          <p:cNvSpPr txBox="1"/>
          <p:nvPr/>
        </p:nvSpPr>
        <p:spPr>
          <a:xfrm>
            <a:off x="5209123" y="4048350"/>
            <a:ext cx="1167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Notation 2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5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p44"/>
          <p:cNvSpPr txBox="1"/>
          <p:nvPr>
            <p:ph type="title"/>
          </p:nvPr>
        </p:nvSpPr>
        <p:spPr>
          <a:xfrm>
            <a:off x="715100" y="894750"/>
            <a:ext cx="72945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Conversion between Canonical Forms</a:t>
            </a:r>
            <a:endParaRPr/>
          </a:p>
        </p:txBody>
      </p:sp>
      <p:cxnSp>
        <p:nvCxnSpPr>
          <p:cNvPr id="857" name="Google Shape;857;p44"/>
          <p:cNvCxnSpPr>
            <a:stCxn id="858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59" name="Google Shape;859;p44"/>
          <p:cNvCxnSpPr>
            <a:endCxn id="858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60" name="Google Shape;860;p4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861" name="Google Shape;861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1300" y="1502175"/>
            <a:ext cx="5095875" cy="49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2" name="Google Shape;862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00413" y="2076450"/>
            <a:ext cx="2543175" cy="49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3" name="Google Shape;863;p4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51300" y="2713100"/>
            <a:ext cx="5495925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4" name="Google Shape;864;p4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643200" y="3311650"/>
            <a:ext cx="3857625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65" name="Google Shape;865;p44"/>
          <p:cNvPicPr preferRelativeResize="0"/>
          <p:nvPr/>
        </p:nvPicPr>
        <p:blipFill rotWithShape="1">
          <a:blip r:embed="rId7">
            <a:alphaModFix/>
          </a:blip>
          <a:srcRect b="50627" l="0" r="0" t="0"/>
          <a:stretch/>
        </p:blipFill>
        <p:spPr>
          <a:xfrm>
            <a:off x="851300" y="3885925"/>
            <a:ext cx="3209925" cy="221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66" name="Google Shape;866;p4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095750" y="4066680"/>
            <a:ext cx="952500" cy="3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0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Google Shape;871;p45"/>
          <p:cNvSpPr txBox="1"/>
          <p:nvPr>
            <p:ph type="title"/>
          </p:nvPr>
        </p:nvSpPr>
        <p:spPr>
          <a:xfrm>
            <a:off x="715100" y="894750"/>
            <a:ext cx="72945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Conversion between Canonical Forms</a:t>
            </a:r>
            <a:endParaRPr/>
          </a:p>
        </p:txBody>
      </p:sp>
      <p:cxnSp>
        <p:nvCxnSpPr>
          <p:cNvPr id="872" name="Google Shape;872;p45"/>
          <p:cNvCxnSpPr>
            <a:stCxn id="873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74" name="Google Shape;874;p45"/>
          <p:cNvCxnSpPr>
            <a:endCxn id="873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75" name="Google Shape;875;p4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876" name="Google Shape;876;p45"/>
          <p:cNvGrpSpPr/>
          <p:nvPr/>
        </p:nvGrpSpPr>
        <p:grpSpPr>
          <a:xfrm>
            <a:off x="794378" y="2046690"/>
            <a:ext cx="1972048" cy="1217870"/>
            <a:chOff x="1830304" y="2608334"/>
            <a:chExt cx="2583920" cy="1165426"/>
          </a:xfrm>
        </p:grpSpPr>
        <p:pic>
          <p:nvPicPr>
            <p:cNvPr id="877" name="Google Shape;877;p4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830304" y="2608334"/>
              <a:ext cx="1813454" cy="4240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78" name="Google Shape;878;p4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830304" y="3038735"/>
              <a:ext cx="2460567" cy="3657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79" name="Google Shape;879;p4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830304" y="3408000"/>
              <a:ext cx="2583920" cy="36576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880" name="Google Shape;880;p45"/>
          <p:cNvPicPr preferRelativeResize="0"/>
          <p:nvPr/>
        </p:nvPicPr>
        <p:blipFill rotWithShape="1">
          <a:blip r:embed="rId6">
            <a:alphaModFix/>
          </a:blip>
          <a:srcRect b="0" l="0" r="0" t="8164"/>
          <a:stretch/>
        </p:blipFill>
        <p:spPr>
          <a:xfrm>
            <a:off x="3727524" y="1749274"/>
            <a:ext cx="4622090" cy="2648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4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p46"/>
          <p:cNvSpPr txBox="1"/>
          <p:nvPr/>
        </p:nvSpPr>
        <p:spPr>
          <a:xfrm>
            <a:off x="715100" y="1556425"/>
            <a:ext cx="7984800" cy="20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177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b="1" lang="en" sz="2000">
                <a:latin typeface="Calibri"/>
                <a:ea typeface="Calibri"/>
                <a:cs typeface="Calibri"/>
                <a:sym typeface="Calibri"/>
              </a:rPr>
              <a:t>Canonical forms: 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-1778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</a:pPr>
            <a:r>
              <a:rPr lang="en" sz="1600">
                <a:latin typeface="Calibri"/>
                <a:ea typeface="Calibri"/>
                <a:cs typeface="Calibri"/>
                <a:sym typeface="Calibri"/>
              </a:rPr>
              <a:t>Both are easily formed from truth table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-1778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b="1" lang="e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minterm or maxterm must contain all variables; either primed or unprimed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b="1" lang="en" sz="2000">
                <a:latin typeface="Calibri"/>
                <a:ea typeface="Calibri"/>
                <a:cs typeface="Calibri"/>
                <a:sym typeface="Calibri"/>
              </a:rPr>
              <a:t>Standard form: 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-1778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</a:pPr>
            <a:r>
              <a:rPr lang="en" sz="1600">
                <a:latin typeface="Calibri"/>
                <a:ea typeface="Calibri"/>
                <a:cs typeface="Calibri"/>
                <a:sym typeface="Calibri"/>
              </a:rPr>
              <a:t>Terms may have </a:t>
            </a:r>
            <a:r>
              <a:rPr b="1" lang="en" sz="1600">
                <a:latin typeface="Calibri"/>
                <a:ea typeface="Calibri"/>
                <a:cs typeface="Calibri"/>
                <a:sym typeface="Calibri"/>
              </a:rPr>
              <a:t>one</a:t>
            </a:r>
            <a:r>
              <a:rPr lang="en" sz="1600"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1" lang="en" sz="1600">
                <a:latin typeface="Calibri"/>
                <a:ea typeface="Calibri"/>
                <a:cs typeface="Calibri"/>
                <a:sym typeface="Calibri"/>
              </a:rPr>
              <a:t>two</a:t>
            </a:r>
            <a:r>
              <a:rPr lang="en" sz="1600"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1" lang="en" sz="1600">
                <a:latin typeface="Calibri"/>
                <a:ea typeface="Calibri"/>
                <a:cs typeface="Calibri"/>
                <a:sym typeface="Calibri"/>
              </a:rPr>
              <a:t>three </a:t>
            </a:r>
            <a:r>
              <a:rPr lang="en" sz="1600">
                <a:latin typeface="Calibri"/>
                <a:ea typeface="Calibri"/>
                <a:cs typeface="Calibri"/>
                <a:sym typeface="Calibri"/>
              </a:rPr>
              <a:t>or </a:t>
            </a:r>
            <a:r>
              <a:rPr b="1" lang="en" sz="1600">
                <a:latin typeface="Calibri"/>
                <a:ea typeface="Calibri"/>
                <a:cs typeface="Calibri"/>
                <a:sym typeface="Calibri"/>
              </a:rPr>
              <a:t>any </a:t>
            </a:r>
            <a:r>
              <a:rPr lang="en" sz="1600">
                <a:latin typeface="Calibri"/>
                <a:ea typeface="Calibri"/>
                <a:cs typeface="Calibri"/>
                <a:sym typeface="Calibri"/>
              </a:rPr>
              <a:t>number of literals.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-1778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</a:pPr>
            <a:r>
              <a:rPr b="1" lang="en" sz="1600">
                <a:latin typeface="Calibri"/>
                <a:ea typeface="Calibri"/>
                <a:cs typeface="Calibri"/>
                <a:sym typeface="Calibri"/>
              </a:rPr>
              <a:t>Two types:</a:t>
            </a:r>
            <a:r>
              <a:rPr lang="en" sz="1600">
                <a:latin typeface="Calibri"/>
                <a:ea typeface="Calibri"/>
                <a:cs typeface="Calibri"/>
                <a:sym typeface="Calibri"/>
              </a:rPr>
              <a:t> SOP and POS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6" name="Google Shape;886;p46"/>
          <p:cNvSpPr txBox="1"/>
          <p:nvPr>
            <p:ph type="title"/>
          </p:nvPr>
        </p:nvSpPr>
        <p:spPr>
          <a:xfrm>
            <a:off x="715100" y="894750"/>
            <a:ext cx="40467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Standard Form</a:t>
            </a:r>
            <a:endParaRPr/>
          </a:p>
        </p:txBody>
      </p:sp>
      <p:cxnSp>
        <p:nvCxnSpPr>
          <p:cNvPr id="887" name="Google Shape;887;p46"/>
          <p:cNvCxnSpPr>
            <a:stCxn id="888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89" name="Google Shape;889;p46"/>
          <p:cNvCxnSpPr>
            <a:endCxn id="888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90" name="Google Shape;890;p4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4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p47"/>
          <p:cNvSpPr txBox="1"/>
          <p:nvPr>
            <p:ph type="title"/>
          </p:nvPr>
        </p:nvSpPr>
        <p:spPr>
          <a:xfrm>
            <a:off x="715100" y="894750"/>
            <a:ext cx="40467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Standard Form (SoP)</a:t>
            </a:r>
            <a:endParaRPr/>
          </a:p>
        </p:txBody>
      </p:sp>
      <p:cxnSp>
        <p:nvCxnSpPr>
          <p:cNvPr id="896" name="Google Shape;896;p47"/>
          <p:cNvCxnSpPr>
            <a:stCxn id="897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98" name="Google Shape;898;p47"/>
          <p:cNvCxnSpPr>
            <a:endCxn id="897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99" name="Google Shape;899;p4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00" name="Google Shape;900;p47"/>
          <p:cNvSpPr txBox="1"/>
          <p:nvPr/>
        </p:nvSpPr>
        <p:spPr>
          <a:xfrm>
            <a:off x="715100" y="1632625"/>
            <a:ext cx="7984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bri"/>
              <a:buChar char="●"/>
            </a:pPr>
            <a:r>
              <a:rPr lang="en" sz="2000">
                <a:latin typeface="Calibri"/>
                <a:ea typeface="Calibri"/>
                <a:cs typeface="Calibri"/>
                <a:sym typeface="Calibri"/>
              </a:rPr>
              <a:t>Has </a:t>
            </a:r>
            <a:r>
              <a:rPr b="1" lang="en" sz="2000">
                <a:latin typeface="Calibri"/>
                <a:ea typeface="Calibri"/>
                <a:cs typeface="Calibri"/>
                <a:sym typeface="Calibri"/>
              </a:rPr>
              <a:t>ANDed </a:t>
            </a:r>
            <a:r>
              <a:rPr lang="en" sz="2000">
                <a:latin typeface="Calibri"/>
                <a:ea typeface="Calibri"/>
                <a:cs typeface="Calibri"/>
                <a:sym typeface="Calibri"/>
              </a:rPr>
              <a:t>terms (</a:t>
            </a:r>
            <a:r>
              <a:rPr b="1" lang="en" sz="2000">
                <a:latin typeface="Calibri"/>
                <a:ea typeface="Calibri"/>
                <a:cs typeface="Calibri"/>
                <a:sym typeface="Calibri"/>
              </a:rPr>
              <a:t>products</a:t>
            </a:r>
            <a:r>
              <a:rPr lang="en" sz="2000">
                <a:latin typeface="Calibri"/>
                <a:ea typeface="Calibri"/>
                <a:cs typeface="Calibri"/>
                <a:sym typeface="Calibri"/>
              </a:rPr>
              <a:t>) which are finally </a:t>
            </a:r>
            <a:r>
              <a:rPr b="1" lang="en" sz="2000">
                <a:latin typeface="Calibri"/>
                <a:ea typeface="Calibri"/>
                <a:cs typeface="Calibri"/>
                <a:sym typeface="Calibri"/>
              </a:rPr>
              <a:t>ORed </a:t>
            </a:r>
            <a:r>
              <a:rPr lang="en" sz="2000"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b="1" lang="en" sz="2000">
                <a:latin typeface="Calibri"/>
                <a:ea typeface="Calibri"/>
                <a:cs typeface="Calibri"/>
                <a:sym typeface="Calibri"/>
              </a:rPr>
              <a:t>sum</a:t>
            </a:r>
            <a:r>
              <a:rPr lang="en" sz="2000">
                <a:latin typeface="Calibri"/>
                <a:ea typeface="Calibri"/>
                <a:cs typeface="Calibri"/>
                <a:sym typeface="Calibri"/>
              </a:rPr>
              <a:t>)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1" name="Google Shape;901;p47"/>
          <p:cNvSpPr txBox="1"/>
          <p:nvPr/>
        </p:nvSpPr>
        <p:spPr>
          <a:xfrm>
            <a:off x="715100" y="2089825"/>
            <a:ext cx="79848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bri"/>
              <a:buChar char="●"/>
            </a:pPr>
            <a:r>
              <a:rPr lang="en" sz="2000">
                <a:latin typeface="Calibri"/>
                <a:ea typeface="Calibri"/>
                <a:cs typeface="Calibri"/>
                <a:sym typeface="Calibri"/>
              </a:rPr>
              <a:t>Logic diagrams contain a group of </a:t>
            </a:r>
            <a:r>
              <a:rPr b="1" lang="en" sz="2000">
                <a:latin typeface="Calibri"/>
                <a:ea typeface="Calibri"/>
                <a:cs typeface="Calibri"/>
                <a:sym typeface="Calibri"/>
              </a:rPr>
              <a:t>AND gates followed </a:t>
            </a:r>
            <a:r>
              <a:rPr lang="en" sz="2000">
                <a:latin typeface="Calibri"/>
                <a:ea typeface="Calibri"/>
                <a:cs typeface="Calibri"/>
                <a:sym typeface="Calibri"/>
              </a:rPr>
              <a:t>by a </a:t>
            </a:r>
            <a:r>
              <a:rPr b="1" lang="en" sz="2000">
                <a:latin typeface="Calibri"/>
                <a:ea typeface="Calibri"/>
                <a:cs typeface="Calibri"/>
                <a:sym typeface="Calibri"/>
              </a:rPr>
              <a:t>single OR gate</a:t>
            </a:r>
            <a:r>
              <a:rPr lang="en" sz="2000">
                <a:latin typeface="Calibri"/>
                <a:ea typeface="Calibri"/>
                <a:cs typeface="Calibri"/>
                <a:sym typeface="Calibri"/>
              </a:rPr>
              <a:t>. It’s assumed that the complements of variables are directly available in their input. </a:t>
            </a:r>
            <a:r>
              <a:rPr b="1" lang="en" sz="2000">
                <a:latin typeface="Calibri"/>
                <a:ea typeface="Calibri"/>
                <a:cs typeface="Calibri"/>
                <a:sym typeface="Calibri"/>
              </a:rPr>
              <a:t>Known as two-level-implementation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02" name="Google Shape;902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57242" y="3492674"/>
            <a:ext cx="2743196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903" name="Google Shape;903;p47"/>
          <p:cNvSpPr txBox="1"/>
          <p:nvPr/>
        </p:nvSpPr>
        <p:spPr>
          <a:xfrm>
            <a:off x="2403530" y="3492674"/>
            <a:ext cx="636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SOP: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7" name="Shape 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" name="Google Shape;908;p48"/>
          <p:cNvSpPr txBox="1"/>
          <p:nvPr>
            <p:ph type="title"/>
          </p:nvPr>
        </p:nvSpPr>
        <p:spPr>
          <a:xfrm>
            <a:off x="715100" y="894750"/>
            <a:ext cx="40467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Standard Form (PoS)</a:t>
            </a:r>
            <a:endParaRPr/>
          </a:p>
        </p:txBody>
      </p:sp>
      <p:cxnSp>
        <p:nvCxnSpPr>
          <p:cNvPr id="909" name="Google Shape;909;p48"/>
          <p:cNvCxnSpPr>
            <a:stCxn id="910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11" name="Google Shape;911;p48"/>
          <p:cNvCxnSpPr>
            <a:endCxn id="910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12" name="Google Shape;912;p4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13" name="Google Shape;913;p48"/>
          <p:cNvSpPr txBox="1"/>
          <p:nvPr/>
        </p:nvSpPr>
        <p:spPr>
          <a:xfrm>
            <a:off x="715100" y="1632625"/>
            <a:ext cx="7984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bri"/>
              <a:buChar char="●"/>
            </a:pPr>
            <a:r>
              <a:rPr lang="en" sz="2000">
                <a:latin typeface="Calibri"/>
                <a:ea typeface="Calibri"/>
                <a:cs typeface="Calibri"/>
                <a:sym typeface="Calibri"/>
              </a:rPr>
              <a:t>Has </a:t>
            </a:r>
            <a:r>
              <a:rPr b="1" lang="en" sz="2000">
                <a:latin typeface="Calibri"/>
                <a:ea typeface="Calibri"/>
                <a:cs typeface="Calibri"/>
                <a:sym typeface="Calibri"/>
              </a:rPr>
              <a:t>OR</a:t>
            </a:r>
            <a:r>
              <a:rPr b="1" lang="en" sz="2000">
                <a:latin typeface="Calibri"/>
                <a:ea typeface="Calibri"/>
                <a:cs typeface="Calibri"/>
                <a:sym typeface="Calibri"/>
              </a:rPr>
              <a:t>ed </a:t>
            </a:r>
            <a:r>
              <a:rPr lang="en" sz="2000">
                <a:latin typeface="Calibri"/>
                <a:ea typeface="Calibri"/>
                <a:cs typeface="Calibri"/>
                <a:sym typeface="Calibri"/>
              </a:rPr>
              <a:t>terms (</a:t>
            </a:r>
            <a:r>
              <a:rPr b="1" lang="en" sz="2000">
                <a:latin typeface="Calibri"/>
                <a:ea typeface="Calibri"/>
                <a:cs typeface="Calibri"/>
                <a:sym typeface="Calibri"/>
              </a:rPr>
              <a:t>sums</a:t>
            </a:r>
            <a:r>
              <a:rPr lang="en" sz="2000">
                <a:latin typeface="Calibri"/>
                <a:ea typeface="Calibri"/>
                <a:cs typeface="Calibri"/>
                <a:sym typeface="Calibri"/>
              </a:rPr>
              <a:t>) which are finally </a:t>
            </a:r>
            <a:r>
              <a:rPr b="1" lang="en" sz="2000">
                <a:latin typeface="Calibri"/>
                <a:ea typeface="Calibri"/>
                <a:cs typeface="Calibri"/>
                <a:sym typeface="Calibri"/>
              </a:rPr>
              <a:t>AND</a:t>
            </a:r>
            <a:r>
              <a:rPr b="1" lang="en" sz="2000">
                <a:latin typeface="Calibri"/>
                <a:ea typeface="Calibri"/>
                <a:cs typeface="Calibri"/>
                <a:sym typeface="Calibri"/>
              </a:rPr>
              <a:t>ed </a:t>
            </a:r>
            <a:r>
              <a:rPr lang="en" sz="2000"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b="1" lang="en" sz="2000">
                <a:latin typeface="Calibri"/>
                <a:ea typeface="Calibri"/>
                <a:cs typeface="Calibri"/>
                <a:sym typeface="Calibri"/>
              </a:rPr>
              <a:t>product</a:t>
            </a:r>
            <a:r>
              <a:rPr lang="en" sz="2000">
                <a:latin typeface="Calibri"/>
                <a:ea typeface="Calibri"/>
                <a:cs typeface="Calibri"/>
                <a:sym typeface="Calibri"/>
              </a:rPr>
              <a:t>)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4" name="Google Shape;914;p48"/>
          <p:cNvSpPr txBox="1"/>
          <p:nvPr/>
        </p:nvSpPr>
        <p:spPr>
          <a:xfrm>
            <a:off x="715100" y="2089825"/>
            <a:ext cx="79848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bri"/>
              <a:buChar char="●"/>
            </a:pPr>
            <a:r>
              <a:rPr lang="en" sz="2000">
                <a:latin typeface="Calibri"/>
                <a:ea typeface="Calibri"/>
                <a:cs typeface="Calibri"/>
                <a:sym typeface="Calibri"/>
              </a:rPr>
              <a:t>Logic diagrams contain a group of </a:t>
            </a:r>
            <a:r>
              <a:rPr b="1" lang="en" sz="2000">
                <a:latin typeface="Calibri"/>
                <a:ea typeface="Calibri"/>
                <a:cs typeface="Calibri"/>
                <a:sym typeface="Calibri"/>
              </a:rPr>
              <a:t>OR </a:t>
            </a:r>
            <a:r>
              <a:rPr b="1" lang="en" sz="2000">
                <a:latin typeface="Calibri"/>
                <a:ea typeface="Calibri"/>
                <a:cs typeface="Calibri"/>
                <a:sym typeface="Calibri"/>
              </a:rPr>
              <a:t>gates followed </a:t>
            </a:r>
            <a:r>
              <a:rPr lang="en" sz="2000">
                <a:latin typeface="Calibri"/>
                <a:ea typeface="Calibri"/>
                <a:cs typeface="Calibri"/>
                <a:sym typeface="Calibri"/>
              </a:rPr>
              <a:t>by a </a:t>
            </a:r>
            <a:r>
              <a:rPr b="1" lang="en" sz="2000">
                <a:latin typeface="Calibri"/>
                <a:ea typeface="Calibri"/>
                <a:cs typeface="Calibri"/>
                <a:sym typeface="Calibri"/>
              </a:rPr>
              <a:t>single AND gate</a:t>
            </a:r>
            <a:r>
              <a:rPr lang="en" sz="2000">
                <a:latin typeface="Calibri"/>
                <a:ea typeface="Calibri"/>
                <a:cs typeface="Calibri"/>
                <a:sym typeface="Calibri"/>
              </a:rPr>
              <a:t>. It’s assumed that the complements of variables are directly available in their input. </a:t>
            </a:r>
            <a:r>
              <a:rPr b="1" lang="en" sz="2000">
                <a:latin typeface="Calibri"/>
                <a:ea typeface="Calibri"/>
                <a:cs typeface="Calibri"/>
                <a:sym typeface="Calibri"/>
              </a:rPr>
              <a:t>Another </a:t>
            </a:r>
            <a:r>
              <a:rPr b="1" lang="en" sz="2000">
                <a:latin typeface="Calibri"/>
                <a:ea typeface="Calibri"/>
                <a:cs typeface="Calibri"/>
                <a:sym typeface="Calibri"/>
              </a:rPr>
              <a:t>two-level-implementation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15" name="Google Shape;915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55349" y="3324056"/>
            <a:ext cx="3483228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916" name="Google Shape;916;p48"/>
          <p:cNvSpPr txBox="1"/>
          <p:nvPr/>
        </p:nvSpPr>
        <p:spPr>
          <a:xfrm>
            <a:off x="2405413" y="3377470"/>
            <a:ext cx="636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POS: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0" name="Shape 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" name="Google Shape;921;p49"/>
          <p:cNvSpPr txBox="1"/>
          <p:nvPr>
            <p:ph type="title"/>
          </p:nvPr>
        </p:nvSpPr>
        <p:spPr>
          <a:xfrm>
            <a:off x="715100" y="894750"/>
            <a:ext cx="40467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SoP and PoS</a:t>
            </a:r>
            <a:endParaRPr/>
          </a:p>
        </p:txBody>
      </p:sp>
      <p:cxnSp>
        <p:nvCxnSpPr>
          <p:cNvPr id="922" name="Google Shape;922;p49"/>
          <p:cNvCxnSpPr>
            <a:stCxn id="923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24" name="Google Shape;924;p49"/>
          <p:cNvCxnSpPr>
            <a:endCxn id="923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25" name="Google Shape;925;p4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26" name="Google Shape;926;p4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5799" y="2178671"/>
            <a:ext cx="6960000" cy="1765200"/>
          </a:xfrm>
          <a:prstGeom prst="rect">
            <a:avLst/>
          </a:prstGeom>
          <a:noFill/>
          <a:ln>
            <a:noFill/>
          </a:ln>
        </p:spPr>
      </p:pic>
      <p:sp>
        <p:nvSpPr>
          <p:cNvPr id="927" name="Google Shape;927;p49"/>
          <p:cNvSpPr txBox="1"/>
          <p:nvPr/>
        </p:nvSpPr>
        <p:spPr>
          <a:xfrm>
            <a:off x="715100" y="1480225"/>
            <a:ext cx="7984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Calibri"/>
                <a:ea typeface="Calibri"/>
                <a:cs typeface="Calibri"/>
                <a:sym typeface="Calibri"/>
              </a:rPr>
              <a:t>Two level implementation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1" name="Shape 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2" name="Google Shape;932;p50"/>
          <p:cNvSpPr txBox="1"/>
          <p:nvPr>
            <p:ph type="title"/>
          </p:nvPr>
        </p:nvSpPr>
        <p:spPr>
          <a:xfrm>
            <a:off x="715100" y="894750"/>
            <a:ext cx="40467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Non -Standard Form </a:t>
            </a:r>
            <a:endParaRPr/>
          </a:p>
        </p:txBody>
      </p:sp>
      <p:cxnSp>
        <p:nvCxnSpPr>
          <p:cNvPr id="933" name="Google Shape;933;p50"/>
          <p:cNvCxnSpPr>
            <a:stCxn id="934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35" name="Google Shape;935;p50"/>
          <p:cNvCxnSpPr>
            <a:endCxn id="934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36" name="Google Shape;936;p5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37" name="Google Shape;937;p50"/>
          <p:cNvSpPr txBox="1"/>
          <p:nvPr/>
        </p:nvSpPr>
        <p:spPr>
          <a:xfrm>
            <a:off x="715100" y="1632625"/>
            <a:ext cx="7984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bri"/>
              <a:buChar char="●"/>
            </a:pPr>
            <a:r>
              <a:rPr lang="en" sz="2000">
                <a:latin typeface="Calibri"/>
                <a:ea typeface="Calibri"/>
                <a:cs typeface="Calibri"/>
                <a:sym typeface="Calibri"/>
              </a:rPr>
              <a:t>The boolean expression is neither in SoP or PoS form.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38" name="Google Shape;938;p50"/>
          <p:cNvGrpSpPr/>
          <p:nvPr/>
        </p:nvGrpSpPr>
        <p:grpSpPr>
          <a:xfrm>
            <a:off x="947019" y="2268499"/>
            <a:ext cx="7249961" cy="934796"/>
            <a:chOff x="2471019" y="5604116"/>
            <a:chExt cx="7249961" cy="934796"/>
          </a:xfrm>
        </p:grpSpPr>
        <p:pic>
          <p:nvPicPr>
            <p:cNvPr id="939" name="Google Shape;939;p5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741204" y="5604116"/>
              <a:ext cx="2548413" cy="51206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40" name="Google Shape;940;p50"/>
            <p:cNvSpPr txBox="1"/>
            <p:nvPr/>
          </p:nvSpPr>
          <p:spPr>
            <a:xfrm>
              <a:off x="2471019" y="5675482"/>
              <a:ext cx="20400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Nonstandard Form:</a:t>
              </a:r>
              <a:endParaRPr/>
            </a:p>
          </p:txBody>
        </p:sp>
        <p:pic>
          <p:nvPicPr>
            <p:cNvPr id="941" name="Google Shape;941;p5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741204" y="6081712"/>
              <a:ext cx="4979776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42" name="Google Shape;942;p50"/>
            <p:cNvSpPr txBox="1"/>
            <p:nvPr/>
          </p:nvSpPr>
          <p:spPr>
            <a:xfrm>
              <a:off x="2878664" y="6101369"/>
              <a:ext cx="17283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Standard Form:</a:t>
              </a:r>
              <a:endParaRPr/>
            </a:p>
          </p:txBody>
        </p:sp>
      </p:grpSp>
      <p:sp>
        <p:nvSpPr>
          <p:cNvPr id="943" name="Google Shape;943;p50"/>
          <p:cNvSpPr txBox="1"/>
          <p:nvPr/>
        </p:nvSpPr>
        <p:spPr>
          <a:xfrm>
            <a:off x="715100" y="3537625"/>
            <a:ext cx="7984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Calibri"/>
                <a:ea typeface="Calibri"/>
                <a:cs typeface="Calibri"/>
                <a:sym typeface="Calibri"/>
              </a:rPr>
              <a:t>Can be converted to standard form following the distributive law.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7" name="Shape 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8" name="Google Shape;948;p51"/>
          <p:cNvSpPr txBox="1"/>
          <p:nvPr>
            <p:ph type="title"/>
          </p:nvPr>
        </p:nvSpPr>
        <p:spPr>
          <a:xfrm>
            <a:off x="715100" y="894750"/>
            <a:ext cx="40467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Non -Standard Form </a:t>
            </a:r>
            <a:endParaRPr/>
          </a:p>
        </p:txBody>
      </p:sp>
      <p:cxnSp>
        <p:nvCxnSpPr>
          <p:cNvPr id="949" name="Google Shape;949;p51"/>
          <p:cNvCxnSpPr>
            <a:stCxn id="950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51" name="Google Shape;951;p51"/>
          <p:cNvCxnSpPr>
            <a:endCxn id="950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52" name="Google Shape;952;p5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53" name="Google Shape;953;p5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1550" y="1815525"/>
            <a:ext cx="7140900" cy="2062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7" name="Shape 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8" name="Google Shape;958;p52"/>
          <p:cNvSpPr txBox="1"/>
          <p:nvPr>
            <p:ph type="title"/>
          </p:nvPr>
        </p:nvSpPr>
        <p:spPr>
          <a:xfrm>
            <a:off x="715100" y="894750"/>
            <a:ext cx="40467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Worksheets</a:t>
            </a:r>
            <a:endParaRPr/>
          </a:p>
        </p:txBody>
      </p:sp>
      <p:cxnSp>
        <p:nvCxnSpPr>
          <p:cNvPr id="959" name="Google Shape;959;p52"/>
          <p:cNvCxnSpPr>
            <a:stCxn id="960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61" name="Google Shape;961;p52"/>
          <p:cNvCxnSpPr>
            <a:endCxn id="960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62" name="Google Shape;962;p5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63" name="Google Shape;963;p52"/>
          <p:cNvSpPr txBox="1"/>
          <p:nvPr/>
        </p:nvSpPr>
        <p:spPr>
          <a:xfrm>
            <a:off x="715100" y="1632625"/>
            <a:ext cx="7984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bri"/>
              <a:buChar char="●"/>
            </a:pPr>
            <a:r>
              <a:rPr lang="en" sz="20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Worksheet 1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7" name="Shape 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8" name="Google Shape;968;p53"/>
          <p:cNvSpPr txBox="1"/>
          <p:nvPr>
            <p:ph idx="1" type="subTitle"/>
          </p:nvPr>
        </p:nvSpPr>
        <p:spPr>
          <a:xfrm>
            <a:off x="2241500" y="2869150"/>
            <a:ext cx="4867800" cy="65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Feel free to ask any questions</a:t>
            </a:r>
            <a:endParaRPr/>
          </a:p>
        </p:txBody>
      </p:sp>
      <p:sp>
        <p:nvSpPr>
          <p:cNvPr id="969" name="Google Shape;969;p53"/>
          <p:cNvSpPr txBox="1"/>
          <p:nvPr>
            <p:ph type="title"/>
          </p:nvPr>
        </p:nvSpPr>
        <p:spPr>
          <a:xfrm>
            <a:off x="2241400" y="1811225"/>
            <a:ext cx="4867800" cy="83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 !!</a:t>
            </a:r>
            <a:endParaRPr/>
          </a:p>
        </p:txBody>
      </p:sp>
      <p:cxnSp>
        <p:nvCxnSpPr>
          <p:cNvPr id="970" name="Google Shape;970;p53"/>
          <p:cNvCxnSpPr>
            <a:endCxn id="968" idx="2"/>
          </p:cNvCxnSpPr>
          <p:nvPr/>
        </p:nvCxnSpPr>
        <p:spPr>
          <a:xfrm rot="10800000">
            <a:off x="4675400" y="3520150"/>
            <a:ext cx="0" cy="1775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71" name="Google Shape;971;p5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eometric Conference Style Presentation by Slidesgo">
  <a:themeElements>
    <a:clrScheme name="Simple Light">
      <a:dk1>
        <a:srgbClr val="041E36"/>
      </a:dk1>
      <a:lt1>
        <a:srgbClr val="E5F1F5"/>
      </a:lt1>
      <a:dk2>
        <a:srgbClr val="1C4587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41E36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