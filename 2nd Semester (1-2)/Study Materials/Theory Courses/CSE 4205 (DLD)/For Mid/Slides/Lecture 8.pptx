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6858000" cy="9144000"/>
  <p:embeddedFontLst>
    <p:embeddedFont>
      <p:font typeface="Nunito"/>
      <p:regular r:id="rId11"/>
      <p:bold r:id="rId12"/>
      <p:italic r:id="rId13"/>
      <p:boldItalic r:id="rId14"/>
    </p:embeddedFont>
    <p:embeddedFont>
      <p:font typeface="Inter Tight"/>
      <p:regular r:id="rId15"/>
      <p:bold r:id="rId16"/>
      <p:italic r:id="rId17"/>
      <p:boldItalic r:id="rId18"/>
    </p:embeddedFont>
    <p:embeddedFont>
      <p:font typeface="Open Sans"/>
      <p:regular r:id="rId19"/>
      <p:bold r:id="rId20"/>
      <p:italic r:id="rId21"/>
      <p:boldItalic r:id="rId22"/>
    </p:embeddedFont>
    <p:embeddedFont>
      <p:font typeface="Inter Tight SemiBold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22" Type="http://schemas.openxmlformats.org/officeDocument/2006/relationships/font" Target="fonts/OpenSans-boldItalic.fntdata"/><Relationship Id="rId21" Type="http://schemas.openxmlformats.org/officeDocument/2006/relationships/font" Target="fonts/OpenSans-italic.fntdata"/><Relationship Id="rId24" Type="http://schemas.openxmlformats.org/officeDocument/2006/relationships/font" Target="fonts/InterTightSemiBold-bold.fntdata"/><Relationship Id="rId23" Type="http://schemas.openxmlformats.org/officeDocument/2006/relationships/font" Target="fonts/InterTightSemiBold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nterTightSemiBold-boldItalic.fntdata"/><Relationship Id="rId25" Type="http://schemas.openxmlformats.org/officeDocument/2006/relationships/font" Target="fonts/InterTightSemiBold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font" Target="fonts/Nunito-regular.fntdata"/><Relationship Id="rId10" Type="http://schemas.openxmlformats.org/officeDocument/2006/relationships/slide" Target="slides/slide6.xml"/><Relationship Id="rId13" Type="http://schemas.openxmlformats.org/officeDocument/2006/relationships/font" Target="fonts/Nunito-italic.fntdata"/><Relationship Id="rId12" Type="http://schemas.openxmlformats.org/officeDocument/2006/relationships/font" Target="fonts/Nunito-bold.fntdata"/><Relationship Id="rId15" Type="http://schemas.openxmlformats.org/officeDocument/2006/relationships/font" Target="fonts/InterTight-regular.fntdata"/><Relationship Id="rId14" Type="http://schemas.openxmlformats.org/officeDocument/2006/relationships/font" Target="fonts/Nunito-boldItalic.fntdata"/><Relationship Id="rId17" Type="http://schemas.openxmlformats.org/officeDocument/2006/relationships/font" Target="fonts/InterTight-italic.fntdata"/><Relationship Id="rId16" Type="http://schemas.openxmlformats.org/officeDocument/2006/relationships/font" Target="fonts/InterTight-bold.fntdata"/><Relationship Id="rId19" Type="http://schemas.openxmlformats.org/officeDocument/2006/relationships/font" Target="fonts/OpenSans-regular.fntdata"/><Relationship Id="rId18" Type="http://schemas.openxmlformats.org/officeDocument/2006/relationships/font" Target="fonts/InterTigh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12126a3bec9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12126a3bec9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5486a98494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5486a98494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67172ecb3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367172ecb3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67172ecb3d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367172ecb3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11fba705b9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11fba705b9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182575" y="180750"/>
            <a:ext cx="9014125" cy="4782000"/>
            <a:chOff x="182575" y="180750"/>
            <a:chExt cx="9014125" cy="4782000"/>
          </a:xfrm>
        </p:grpSpPr>
        <p:sp>
          <p:nvSpPr>
            <p:cNvPr id="11" name="Google Shape;11;p2"/>
            <p:cNvSpPr/>
            <p:nvPr/>
          </p:nvSpPr>
          <p:spPr>
            <a:xfrm>
              <a:off x="8084900" y="1784100"/>
              <a:ext cx="11118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4" name="Google Shape;14;p2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" name="Google Shape;15;p2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" name="Google Shape;16;p2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" name="Google Shape;18;p2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" name="Google Shape;19;p2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" name="Google Shape;20;p2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" name="Google Shape;21;p2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" name="Google Shape;22;p2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" name="Google Shape;23;p2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" name="Google Shape;24;p2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" name="Google Shape;25;p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" name="Google Shape;26;p2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" name="Google Shape;27;p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" name="Google Shape;28;p2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" name="Google Shape;29;p2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" name="Google Shape;30;p2"/>
          <p:cNvSpPr/>
          <p:nvPr/>
        </p:nvSpPr>
        <p:spPr>
          <a:xfrm>
            <a:off x="856075" y="641475"/>
            <a:ext cx="7431900" cy="386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" name="Google Shape;31;p2"/>
          <p:cNvSpPr txBox="1"/>
          <p:nvPr>
            <p:ph type="ctrTitle"/>
          </p:nvPr>
        </p:nvSpPr>
        <p:spPr>
          <a:xfrm>
            <a:off x="1058900" y="1560913"/>
            <a:ext cx="7026000" cy="141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2" name="Google Shape;32;p2"/>
          <p:cNvSpPr txBox="1"/>
          <p:nvPr>
            <p:ph idx="1" type="subTitle"/>
          </p:nvPr>
        </p:nvSpPr>
        <p:spPr>
          <a:xfrm>
            <a:off x="1058900" y="3173088"/>
            <a:ext cx="7026000" cy="4095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oogle Shape;34;p3"/>
          <p:cNvGrpSpPr/>
          <p:nvPr/>
        </p:nvGrpSpPr>
        <p:grpSpPr>
          <a:xfrm>
            <a:off x="-231525" y="180750"/>
            <a:ext cx="9126225" cy="4782000"/>
            <a:chOff x="-231525" y="180750"/>
            <a:chExt cx="9126225" cy="4782000"/>
          </a:xfrm>
        </p:grpSpPr>
        <p:sp>
          <p:nvSpPr>
            <p:cNvPr id="35" name="Google Shape;35;p3"/>
            <p:cNvSpPr/>
            <p:nvPr/>
          </p:nvSpPr>
          <p:spPr>
            <a:xfrm>
              <a:off x="-231525" y="3273350"/>
              <a:ext cx="1743900" cy="8475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7" name="Google Shape;37;p3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38" name="Google Shape;38;p3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" name="Google Shape;39;p3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" name="Google Shape;40;p3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" name="Google Shape;41;p3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" name="Google Shape;42;p3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" name="Google Shape;43;p3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" name="Google Shape;44;p3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" name="Google Shape;45;p3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" name="Google Shape;46;p3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" name="Google Shape;47;p3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" name="Google Shape;48;p3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" name="Google Shape;49;p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" name="Google Shape;50;p3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" name="Google Shape;51;p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" name="Google Shape;52;p3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" name="Google Shape;53;p3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4" name="Google Shape;54;p3"/>
          <p:cNvSpPr/>
          <p:nvPr/>
        </p:nvSpPr>
        <p:spPr>
          <a:xfrm>
            <a:off x="1140075" y="1022650"/>
            <a:ext cx="6863700" cy="309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" name="Google Shape;55;p3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6" name="Google Shape;56;p3"/>
          <p:cNvSpPr txBox="1"/>
          <p:nvPr>
            <p:ph hasCustomPrompt="1"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7" name="Google Shape;57;p3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4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61" name="Google Shape;61;p4"/>
            <p:cNvSpPr/>
            <p:nvPr/>
          </p:nvSpPr>
          <p:spPr>
            <a:xfrm>
              <a:off x="8355625" y="35229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63" name="Google Shape;63;p4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64" name="Google Shape;64;p4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" name="Google Shape;65;p4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4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" name="Google Shape;67;p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" name="Google Shape;68;p4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" name="Google Shape;69;p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" name="Google Shape;70;p4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" name="Google Shape;71;p4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" name="Google Shape;72;p4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" name="Google Shape;73;p4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" name="Google Shape;74;p4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" name="Google Shape;75;p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" name="Google Shape;76;p4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" name="Google Shape;77;p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" name="Google Shape;78;p4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" name="Google Shape;79;p4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0" name="Google Shape;80;p4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4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" name="Google Shape;82;p4"/>
          <p:cNvSpPr txBox="1"/>
          <p:nvPr>
            <p:ph idx="1" type="body"/>
          </p:nvPr>
        </p:nvSpPr>
        <p:spPr>
          <a:xfrm>
            <a:off x="715100" y="1451850"/>
            <a:ext cx="4046700" cy="27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83" name="Google Shape;83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34343"/>
                </a:solidFill>
              </a:defRPr>
            </a:lvl1pPr>
            <a:lvl2pPr lvl="1">
              <a:buNone/>
              <a:defRPr>
                <a:solidFill>
                  <a:srgbClr val="434343"/>
                </a:solidFill>
              </a:defRPr>
            </a:lvl2pPr>
            <a:lvl3pPr lvl="2">
              <a:buNone/>
              <a:defRPr>
                <a:solidFill>
                  <a:srgbClr val="434343"/>
                </a:solidFill>
              </a:defRPr>
            </a:lvl3pPr>
            <a:lvl4pPr lvl="3">
              <a:buNone/>
              <a:defRPr>
                <a:solidFill>
                  <a:srgbClr val="434343"/>
                </a:solidFill>
              </a:defRPr>
            </a:lvl4pPr>
            <a:lvl5pPr lvl="4">
              <a:buNone/>
              <a:defRPr>
                <a:solidFill>
                  <a:srgbClr val="434343"/>
                </a:solidFill>
              </a:defRPr>
            </a:lvl5pPr>
            <a:lvl6pPr lvl="5">
              <a:buNone/>
              <a:defRPr>
                <a:solidFill>
                  <a:srgbClr val="434343"/>
                </a:solidFill>
              </a:defRPr>
            </a:lvl6pPr>
            <a:lvl7pPr lvl="6">
              <a:buNone/>
              <a:defRPr>
                <a:solidFill>
                  <a:srgbClr val="434343"/>
                </a:solidFill>
              </a:defRPr>
            </a:lvl7pPr>
            <a:lvl8pPr lvl="7">
              <a:buNone/>
              <a:defRPr>
                <a:solidFill>
                  <a:srgbClr val="434343"/>
                </a:solidFill>
              </a:defRPr>
            </a:lvl8pPr>
            <a:lvl9pPr lvl="8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5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86" name="Google Shape;86;p5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88" name="Google Shape;88;p5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89" name="Google Shape;89;p5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" name="Google Shape;90;p5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" name="Google Shape;91;p5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" name="Google Shape;92;p5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" name="Google Shape;93;p5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" name="Google Shape;94;p5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" name="Google Shape;95;p5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" name="Google Shape;96;p5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" name="Google Shape;97;p5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" name="Google Shape;98;p5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" name="Google Shape;99;p5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" name="Google Shape;100;p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" name="Google Shape;101;p5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" name="Google Shape;102;p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" name="Google Shape;103;p5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5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5" name="Google Shape;105;p5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5"/>
          <p:cNvSpPr txBox="1"/>
          <p:nvPr>
            <p:ph idx="1" type="subTitle"/>
          </p:nvPr>
        </p:nvSpPr>
        <p:spPr>
          <a:xfrm>
            <a:off x="1428900" y="1940800"/>
            <a:ext cx="23520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107" name="Google Shape;107;p5"/>
          <p:cNvSpPr txBox="1"/>
          <p:nvPr>
            <p:ph idx="2" type="subTitle"/>
          </p:nvPr>
        </p:nvSpPr>
        <p:spPr>
          <a:xfrm>
            <a:off x="1428900" y="3114425"/>
            <a:ext cx="23520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108" name="Google Shape;108;p5"/>
          <p:cNvSpPr txBox="1"/>
          <p:nvPr>
            <p:ph idx="3" type="subTitle"/>
          </p:nvPr>
        </p:nvSpPr>
        <p:spPr>
          <a:xfrm>
            <a:off x="1428900" y="2297500"/>
            <a:ext cx="23520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5"/>
          <p:cNvSpPr txBox="1"/>
          <p:nvPr>
            <p:ph idx="4" type="subTitle"/>
          </p:nvPr>
        </p:nvSpPr>
        <p:spPr>
          <a:xfrm>
            <a:off x="1428900" y="3471125"/>
            <a:ext cx="23520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5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" name="Google Shape;111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6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114" name="Google Shape;114;p6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16" name="Google Shape;116;p6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17" name="Google Shape;117;p6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" name="Google Shape;118;p6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" name="Google Shape;119;p6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" name="Google Shape;120;p6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" name="Google Shape;121;p6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" name="Google Shape;122;p6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" name="Google Shape;123;p6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" name="Google Shape;124;p6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" name="Google Shape;125;p6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" name="Google Shape;126;p6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" name="Google Shape;127;p6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" name="Google Shape;128;p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" name="Google Shape;129;p6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" name="Google Shape;130;p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" name="Google Shape;131;p6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" name="Google Shape;132;p6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3" name="Google Shape;133;p6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6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5" name="Google Shape;135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7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138" name="Google Shape;138;p7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40" name="Google Shape;140;p7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41" name="Google Shape;141;p7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7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" name="Google Shape;143;p7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" name="Google Shape;144;p7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" name="Google Shape;145;p7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" name="Google Shape;146;p7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" name="Google Shape;147;p7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" name="Google Shape;148;p7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" name="Google Shape;149;p7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" name="Google Shape;150;p7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" name="Google Shape;151;p7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" name="Google Shape;152;p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" name="Google Shape;153;p7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" name="Google Shape;154;p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" name="Google Shape;155;p7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" name="Google Shape;156;p7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7" name="Google Shape;157;p7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" name="Google Shape;158;p7"/>
          <p:cNvSpPr txBox="1"/>
          <p:nvPr>
            <p:ph idx="1" type="body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59" name="Google Shape;159;p7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0" name="Google Shape;160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34343"/>
                </a:solidFill>
              </a:defRPr>
            </a:lvl1pPr>
            <a:lvl2pPr lvl="1">
              <a:buNone/>
              <a:defRPr>
                <a:solidFill>
                  <a:srgbClr val="434343"/>
                </a:solidFill>
              </a:defRPr>
            </a:lvl2pPr>
            <a:lvl3pPr lvl="2">
              <a:buNone/>
              <a:defRPr>
                <a:solidFill>
                  <a:srgbClr val="434343"/>
                </a:solidFill>
              </a:defRPr>
            </a:lvl3pPr>
            <a:lvl4pPr lvl="3">
              <a:buNone/>
              <a:defRPr>
                <a:solidFill>
                  <a:srgbClr val="434343"/>
                </a:solidFill>
              </a:defRPr>
            </a:lvl4pPr>
            <a:lvl5pPr lvl="4">
              <a:buNone/>
              <a:defRPr>
                <a:solidFill>
                  <a:srgbClr val="434343"/>
                </a:solidFill>
              </a:defRPr>
            </a:lvl5pPr>
            <a:lvl6pPr lvl="5">
              <a:buNone/>
              <a:defRPr>
                <a:solidFill>
                  <a:srgbClr val="434343"/>
                </a:solidFill>
              </a:defRPr>
            </a:lvl6pPr>
            <a:lvl7pPr lvl="6">
              <a:buNone/>
              <a:defRPr>
                <a:solidFill>
                  <a:srgbClr val="434343"/>
                </a:solidFill>
              </a:defRPr>
            </a:lvl7pPr>
            <a:lvl8pPr lvl="7">
              <a:buNone/>
              <a:defRPr>
                <a:solidFill>
                  <a:srgbClr val="434343"/>
                </a:solidFill>
              </a:defRPr>
            </a:lvl8pPr>
            <a:lvl9pPr lvl="8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8"/>
          <p:cNvGrpSpPr/>
          <p:nvPr/>
        </p:nvGrpSpPr>
        <p:grpSpPr>
          <a:xfrm>
            <a:off x="182575" y="180750"/>
            <a:ext cx="9069975" cy="4782000"/>
            <a:chOff x="182575" y="180750"/>
            <a:chExt cx="9069975" cy="4782000"/>
          </a:xfrm>
        </p:grpSpPr>
        <p:sp>
          <p:nvSpPr>
            <p:cNvPr id="163" name="Google Shape;163;p8"/>
            <p:cNvSpPr/>
            <p:nvPr/>
          </p:nvSpPr>
          <p:spPr>
            <a:xfrm flipH="1" rot="10800000">
              <a:off x="7329850" y="3217900"/>
              <a:ext cx="1922700" cy="9057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65" name="Google Shape;165;p8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66" name="Google Shape;166;p8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" name="Google Shape;167;p8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" name="Google Shape;168;p8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" name="Google Shape;169;p8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8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" name="Google Shape;171;p8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2" name="Google Shape;172;p8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" name="Google Shape;173;p8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" name="Google Shape;174;p8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" name="Google Shape;175;p8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" name="Google Shape;176;p8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" name="Google Shape;177;p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" name="Google Shape;178;p8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" name="Google Shape;179;p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" name="Google Shape;180;p8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" name="Google Shape;181;p8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2" name="Google Shape;182;p8"/>
          <p:cNvSpPr/>
          <p:nvPr/>
        </p:nvSpPr>
        <p:spPr>
          <a:xfrm>
            <a:off x="1013650" y="1022650"/>
            <a:ext cx="7116600" cy="309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3" name="Google Shape;183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84" name="Google Shape;184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9"/>
          <p:cNvGrpSpPr/>
          <p:nvPr/>
        </p:nvGrpSpPr>
        <p:grpSpPr>
          <a:xfrm>
            <a:off x="182575" y="180750"/>
            <a:ext cx="9069975" cy="4782000"/>
            <a:chOff x="182575" y="180750"/>
            <a:chExt cx="9069975" cy="4782000"/>
          </a:xfrm>
        </p:grpSpPr>
        <p:sp>
          <p:nvSpPr>
            <p:cNvPr id="187" name="Google Shape;187;p9"/>
            <p:cNvSpPr/>
            <p:nvPr/>
          </p:nvSpPr>
          <p:spPr>
            <a:xfrm flipH="1" rot="10800000">
              <a:off x="7329850" y="3217900"/>
              <a:ext cx="1922700" cy="9057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89" name="Google Shape;189;p9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90" name="Google Shape;190;p9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" name="Google Shape;191;p9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" name="Google Shape;192;p9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" name="Google Shape;193;p9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" name="Google Shape;194;p9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5" name="Google Shape;195;p9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6" name="Google Shape;196;p9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7" name="Google Shape;197;p9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" name="Google Shape;198;p9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9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" name="Google Shape;200;p9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" name="Google Shape;201;p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" name="Google Shape;202;p9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" name="Google Shape;203;p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" name="Google Shape;204;p9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5" name="Google Shape;205;p9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6" name="Google Shape;206;p9"/>
          <p:cNvSpPr/>
          <p:nvPr/>
        </p:nvSpPr>
        <p:spPr>
          <a:xfrm>
            <a:off x="1589850" y="1022650"/>
            <a:ext cx="5964300" cy="309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" name="Google Shape;207;p9"/>
          <p:cNvSpPr txBox="1"/>
          <p:nvPr>
            <p:ph type="title"/>
          </p:nvPr>
        </p:nvSpPr>
        <p:spPr>
          <a:xfrm>
            <a:off x="2241400" y="1354025"/>
            <a:ext cx="4867800" cy="8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8" name="Google Shape;208;p9"/>
          <p:cNvSpPr txBox="1"/>
          <p:nvPr>
            <p:ph idx="1" type="subTitle"/>
          </p:nvPr>
        </p:nvSpPr>
        <p:spPr>
          <a:xfrm>
            <a:off x="2241504" y="2261775"/>
            <a:ext cx="4867800" cy="12585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10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212" name="Google Shape;212;p10"/>
            <p:cNvSpPr/>
            <p:nvPr/>
          </p:nvSpPr>
          <p:spPr>
            <a:xfrm>
              <a:off x="-33410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3" name="Google Shape;213;p10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14" name="Google Shape;214;p10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15" name="Google Shape;215;p10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" name="Google Shape;216;p10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7" name="Google Shape;217;p10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8" name="Google Shape;218;p10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9" name="Google Shape;219;p10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" name="Google Shape;220;p10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" name="Google Shape;221;p10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2" name="Google Shape;222;p10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" name="Google Shape;223;p10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" name="Google Shape;224;p10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5" name="Google Shape;225;p10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6" name="Google Shape;226;p1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7" name="Google Shape;227;p10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8" name="Google Shape;228;p1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9" name="Google Shape;229;p10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0" name="Google Shape;230;p10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1" name="Google Shape;231;p10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2" name="Google Shape;232;p10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3" name="Google Shape;233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11"/>
          <p:cNvGrpSpPr/>
          <p:nvPr/>
        </p:nvGrpSpPr>
        <p:grpSpPr>
          <a:xfrm>
            <a:off x="-334100" y="-138700"/>
            <a:ext cx="9228800" cy="5101450"/>
            <a:chOff x="-334100" y="-138700"/>
            <a:chExt cx="9228800" cy="5101450"/>
          </a:xfrm>
        </p:grpSpPr>
        <p:sp>
          <p:nvSpPr>
            <p:cNvPr id="236" name="Google Shape;236;p11"/>
            <p:cNvSpPr/>
            <p:nvPr/>
          </p:nvSpPr>
          <p:spPr>
            <a:xfrm>
              <a:off x="-334100" y="-1387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7" name="Google Shape;237;p11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38" name="Google Shape;238;p11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39" name="Google Shape;239;p11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" name="Google Shape;240;p11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1" name="Google Shape;241;p11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" name="Google Shape;242;p11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3" name="Google Shape;243;p11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11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5" name="Google Shape;245;p11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6" name="Google Shape;246;p11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7" name="Google Shape;247;p11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8" name="Google Shape;248;p11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9" name="Google Shape;249;p11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0" name="Google Shape;250;p11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1" name="Google Shape;251;p11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2" name="Google Shape;252;p11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3" name="Google Shape;253;p11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4" name="Google Shape;254;p11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5" name="Google Shape;255;p11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6" name="Google Shape;256;p11"/>
          <p:cNvSpPr txBox="1"/>
          <p:nvPr>
            <p:ph hasCustomPrompt="1"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57" name="Google Shape;257;p11"/>
          <p:cNvSpPr txBox="1"/>
          <p:nvPr>
            <p:ph idx="1" type="subTitle"/>
          </p:nvPr>
        </p:nvSpPr>
        <p:spPr>
          <a:xfrm>
            <a:off x="1284000" y="3333375"/>
            <a:ext cx="6576000" cy="7134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58" name="Google Shape;258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262;p13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263" name="Google Shape;263;p13"/>
            <p:cNvSpPr/>
            <p:nvPr/>
          </p:nvSpPr>
          <p:spPr>
            <a:xfrm>
              <a:off x="-33410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4" name="Google Shape;264;p13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65" name="Google Shape;265;p13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66" name="Google Shape;266;p13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7" name="Google Shape;267;p13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8" name="Google Shape;268;p13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9" name="Google Shape;269;p13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0" name="Google Shape;270;p13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1" name="Google Shape;271;p13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2" name="Google Shape;272;p13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3" name="Google Shape;273;p13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2" name="Google Shape;282;p13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3" name="Google Shape;283;p13"/>
          <p:cNvSpPr txBox="1"/>
          <p:nvPr>
            <p:ph type="title"/>
          </p:nvPr>
        </p:nvSpPr>
        <p:spPr>
          <a:xfrm>
            <a:off x="1535775" y="3419063"/>
            <a:ext cx="6072600" cy="4116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4" name="Google Shape;284;p13"/>
          <p:cNvSpPr txBox="1"/>
          <p:nvPr>
            <p:ph idx="1" type="subTitle"/>
          </p:nvPr>
        </p:nvSpPr>
        <p:spPr>
          <a:xfrm>
            <a:off x="1535775" y="1123425"/>
            <a:ext cx="6072600" cy="207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5" name="Google Shape;285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14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288" name="Google Shape;288;p14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90" name="Google Shape;290;p14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91" name="Google Shape;291;p14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2" name="Google Shape;292;p14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3" name="Google Shape;293;p14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4" name="Google Shape;294;p1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5" name="Google Shape;295;p14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6" name="Google Shape;296;p14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7" name="Google Shape;297;p14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14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9" name="Google Shape;299;p14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7" name="Google Shape;307;p14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8" name="Google Shape;308;p14"/>
          <p:cNvSpPr txBox="1"/>
          <p:nvPr>
            <p:ph idx="1" type="subTitle"/>
          </p:nvPr>
        </p:nvSpPr>
        <p:spPr>
          <a:xfrm>
            <a:off x="715100" y="1253525"/>
            <a:ext cx="7704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0" name="Google Shape;310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312;p15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313" name="Google Shape;313;p15"/>
            <p:cNvSpPr/>
            <p:nvPr/>
          </p:nvSpPr>
          <p:spPr>
            <a:xfrm>
              <a:off x="8355625" y="35229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4" name="Google Shape;314;p15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15" name="Google Shape;315;p15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316" name="Google Shape;316;p15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7" name="Google Shape;317;p15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8" name="Google Shape;318;p15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9" name="Google Shape;319;p15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0" name="Google Shape;320;p15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1" name="Google Shape;321;p15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2" name="Google Shape;322;p15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3" name="Google Shape;323;p15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4" name="Google Shape;324;p15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5" name="Google Shape;325;p15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6" name="Google Shape;326;p15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" name="Google Shape;327;p1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8" name="Google Shape;328;p15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9" name="Google Shape;329;p1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0" name="Google Shape;330;p15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1" name="Google Shape;331;p15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32" name="Google Shape;332;p15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3" name="Google Shape;333;p15"/>
          <p:cNvSpPr txBox="1"/>
          <p:nvPr>
            <p:ph idx="1" type="subTitle"/>
          </p:nvPr>
        </p:nvSpPr>
        <p:spPr>
          <a:xfrm>
            <a:off x="715100" y="1253525"/>
            <a:ext cx="6119400" cy="31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4" name="Google Shape;334;p15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5" name="Google Shape;335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16"/>
          <p:cNvGrpSpPr/>
          <p:nvPr/>
        </p:nvGrpSpPr>
        <p:grpSpPr>
          <a:xfrm>
            <a:off x="-334100" y="180750"/>
            <a:ext cx="9282425" cy="4782000"/>
            <a:chOff x="-334100" y="180750"/>
            <a:chExt cx="9282425" cy="4782000"/>
          </a:xfrm>
        </p:grpSpPr>
        <p:sp>
          <p:nvSpPr>
            <p:cNvPr id="338" name="Google Shape;338;p16"/>
            <p:cNvSpPr/>
            <p:nvPr/>
          </p:nvSpPr>
          <p:spPr>
            <a:xfrm>
              <a:off x="-334100" y="19662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9" name="Google Shape;339;p16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40" name="Google Shape;340;p16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341" name="Google Shape;341;p16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2" name="Google Shape;342;p16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3" name="Google Shape;343;p16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4" name="Google Shape;344;p16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5" name="Google Shape;345;p16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6" name="Google Shape;346;p16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7" name="Google Shape;347;p16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8" name="Google Shape;348;p16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16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16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16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1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16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1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16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7" name="Google Shape;357;p16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8" name="Google Shape;358;p16"/>
          <p:cNvSpPr txBox="1"/>
          <p:nvPr>
            <p:ph idx="1" type="subTitle"/>
          </p:nvPr>
        </p:nvSpPr>
        <p:spPr>
          <a:xfrm>
            <a:off x="720000" y="2836013"/>
            <a:ext cx="2336400" cy="40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59" name="Google Shape;359;p16"/>
          <p:cNvSpPr txBox="1"/>
          <p:nvPr>
            <p:ph idx="2" type="subTitle"/>
          </p:nvPr>
        </p:nvSpPr>
        <p:spPr>
          <a:xfrm>
            <a:off x="720000" y="3771501"/>
            <a:ext cx="23364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16"/>
          <p:cNvSpPr txBox="1"/>
          <p:nvPr>
            <p:ph idx="3" type="subTitle"/>
          </p:nvPr>
        </p:nvSpPr>
        <p:spPr>
          <a:xfrm>
            <a:off x="3403800" y="3771501"/>
            <a:ext cx="23364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16"/>
          <p:cNvSpPr txBox="1"/>
          <p:nvPr>
            <p:ph idx="4" type="subTitle"/>
          </p:nvPr>
        </p:nvSpPr>
        <p:spPr>
          <a:xfrm>
            <a:off x="6087600" y="3771501"/>
            <a:ext cx="23364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p16"/>
          <p:cNvSpPr txBox="1"/>
          <p:nvPr>
            <p:ph idx="5" type="subTitle"/>
          </p:nvPr>
        </p:nvSpPr>
        <p:spPr>
          <a:xfrm>
            <a:off x="3403800" y="2836013"/>
            <a:ext cx="2336400" cy="40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63" name="Google Shape;363;p16"/>
          <p:cNvSpPr txBox="1"/>
          <p:nvPr>
            <p:ph idx="6" type="subTitle"/>
          </p:nvPr>
        </p:nvSpPr>
        <p:spPr>
          <a:xfrm>
            <a:off x="6087600" y="2836013"/>
            <a:ext cx="2336400" cy="40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64" name="Google Shape;364;p16"/>
          <p:cNvSpPr txBox="1"/>
          <p:nvPr>
            <p:ph idx="7" type="subTitle"/>
          </p:nvPr>
        </p:nvSpPr>
        <p:spPr>
          <a:xfrm>
            <a:off x="720000" y="3239289"/>
            <a:ext cx="2336400" cy="532200"/>
          </a:xfrm>
          <a:prstGeom prst="rect">
            <a:avLst/>
          </a:prstGeom>
          <a:solidFill>
            <a:srgbClr val="1C4587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16"/>
          <p:cNvSpPr txBox="1"/>
          <p:nvPr>
            <p:ph idx="8" type="subTitle"/>
          </p:nvPr>
        </p:nvSpPr>
        <p:spPr>
          <a:xfrm>
            <a:off x="3403800" y="3239289"/>
            <a:ext cx="2336400" cy="532200"/>
          </a:xfrm>
          <a:prstGeom prst="rect">
            <a:avLst/>
          </a:prstGeom>
          <a:solidFill>
            <a:srgbClr val="1C4587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p16"/>
          <p:cNvSpPr txBox="1"/>
          <p:nvPr>
            <p:ph idx="9" type="subTitle"/>
          </p:nvPr>
        </p:nvSpPr>
        <p:spPr>
          <a:xfrm>
            <a:off x="6087600" y="3239289"/>
            <a:ext cx="2336400" cy="532200"/>
          </a:xfrm>
          <a:prstGeom prst="rect">
            <a:avLst/>
          </a:prstGeom>
          <a:solidFill>
            <a:srgbClr val="1C4587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16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8" name="Google Shape;368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" name="Google Shape;370;p17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371" name="Google Shape;371;p17"/>
            <p:cNvSpPr/>
            <p:nvPr/>
          </p:nvSpPr>
          <p:spPr>
            <a:xfrm>
              <a:off x="8355625" y="19662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2" name="Google Shape;372;p17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73" name="Google Shape;373;p17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374" name="Google Shape;374;p17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p17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6" name="Google Shape;376;p17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7" name="Google Shape;377;p17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8" name="Google Shape;378;p17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9" name="Google Shape;379;p17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0" name="Google Shape;380;p17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1" name="Google Shape;381;p17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2" name="Google Shape;382;p17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3" name="Google Shape;383;p17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4" name="Google Shape;384;p17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" name="Google Shape;385;p1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" name="Google Shape;386;p17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7" name="Google Shape;387;p1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8" name="Google Shape;388;p17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9" name="Google Shape;389;p17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90" name="Google Shape;390;p17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1" name="Google Shape;391;p17"/>
          <p:cNvSpPr txBox="1"/>
          <p:nvPr>
            <p:ph idx="1" type="subTitle"/>
          </p:nvPr>
        </p:nvSpPr>
        <p:spPr>
          <a:xfrm>
            <a:off x="1802824" y="1793200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2" name="Google Shape;392;p17"/>
          <p:cNvSpPr txBox="1"/>
          <p:nvPr>
            <p:ph idx="2" type="subTitle"/>
          </p:nvPr>
        </p:nvSpPr>
        <p:spPr>
          <a:xfrm>
            <a:off x="1802812" y="2073698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p17"/>
          <p:cNvSpPr txBox="1"/>
          <p:nvPr>
            <p:ph idx="3" type="subTitle"/>
          </p:nvPr>
        </p:nvSpPr>
        <p:spPr>
          <a:xfrm>
            <a:off x="5714187" y="2073698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17"/>
          <p:cNvSpPr txBox="1"/>
          <p:nvPr>
            <p:ph idx="4" type="subTitle"/>
          </p:nvPr>
        </p:nvSpPr>
        <p:spPr>
          <a:xfrm>
            <a:off x="1802800" y="3595951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17"/>
          <p:cNvSpPr txBox="1"/>
          <p:nvPr>
            <p:ph idx="5" type="subTitle"/>
          </p:nvPr>
        </p:nvSpPr>
        <p:spPr>
          <a:xfrm>
            <a:off x="5714175" y="3595951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17"/>
          <p:cNvSpPr txBox="1"/>
          <p:nvPr>
            <p:ph idx="6" type="subTitle"/>
          </p:nvPr>
        </p:nvSpPr>
        <p:spPr>
          <a:xfrm>
            <a:off x="1802824" y="3317703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7" name="Google Shape;397;p17"/>
          <p:cNvSpPr txBox="1"/>
          <p:nvPr>
            <p:ph idx="7" type="subTitle"/>
          </p:nvPr>
        </p:nvSpPr>
        <p:spPr>
          <a:xfrm>
            <a:off x="5714194" y="1793200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8" name="Google Shape;398;p17"/>
          <p:cNvSpPr txBox="1"/>
          <p:nvPr>
            <p:ph idx="8" type="subTitle"/>
          </p:nvPr>
        </p:nvSpPr>
        <p:spPr>
          <a:xfrm>
            <a:off x="5714194" y="3317703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9" name="Google Shape;399;p17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BLANK_1_1_1_1_2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2" name="Google Shape;402;p18"/>
          <p:cNvGrpSpPr/>
          <p:nvPr/>
        </p:nvGrpSpPr>
        <p:grpSpPr>
          <a:xfrm>
            <a:off x="-334100" y="180750"/>
            <a:ext cx="9282425" cy="4782000"/>
            <a:chOff x="-334100" y="180750"/>
            <a:chExt cx="9282425" cy="4782000"/>
          </a:xfrm>
        </p:grpSpPr>
        <p:sp>
          <p:nvSpPr>
            <p:cNvPr id="403" name="Google Shape;403;p18"/>
            <p:cNvSpPr/>
            <p:nvPr/>
          </p:nvSpPr>
          <p:spPr>
            <a:xfrm>
              <a:off x="-334100" y="19662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4" name="Google Shape;404;p18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05" name="Google Shape;405;p18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406" name="Google Shape;406;p18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7" name="Google Shape;407;p18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8" name="Google Shape;408;p18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9" name="Google Shape;409;p18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0" name="Google Shape;410;p18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1" name="Google Shape;411;p18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2" name="Google Shape;412;p18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3" name="Google Shape;413;p18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4" name="Google Shape;414;p18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5" name="Google Shape;415;p18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6" name="Google Shape;416;p18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7" name="Google Shape;417;p1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8" name="Google Shape;418;p18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9" name="Google Shape;419;p1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0" name="Google Shape;420;p18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1" name="Google Shape;421;p18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22" name="Google Shape;422;p18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3" name="Google Shape;423;p18"/>
          <p:cNvSpPr txBox="1"/>
          <p:nvPr>
            <p:ph idx="1" type="subTitle"/>
          </p:nvPr>
        </p:nvSpPr>
        <p:spPr>
          <a:xfrm>
            <a:off x="720000" y="3690800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24" name="Google Shape;424;p18"/>
          <p:cNvSpPr txBox="1"/>
          <p:nvPr>
            <p:ph idx="2" type="subTitle"/>
          </p:nvPr>
        </p:nvSpPr>
        <p:spPr>
          <a:xfrm>
            <a:off x="720000" y="3971300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5" name="Google Shape;425;p18"/>
          <p:cNvSpPr txBox="1"/>
          <p:nvPr>
            <p:ph hasCustomPrompt="1" type="title"/>
          </p:nvPr>
        </p:nvSpPr>
        <p:spPr>
          <a:xfrm>
            <a:off x="1617001" y="2942492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26" name="Google Shape;426;p18"/>
          <p:cNvSpPr txBox="1"/>
          <p:nvPr>
            <p:ph idx="3" type="subTitle"/>
          </p:nvPr>
        </p:nvSpPr>
        <p:spPr>
          <a:xfrm>
            <a:off x="3359550" y="3690800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27" name="Google Shape;427;p18"/>
          <p:cNvSpPr txBox="1"/>
          <p:nvPr>
            <p:ph idx="4" type="subTitle"/>
          </p:nvPr>
        </p:nvSpPr>
        <p:spPr>
          <a:xfrm>
            <a:off x="3359550" y="3971300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8" name="Google Shape;428;p18"/>
          <p:cNvSpPr txBox="1"/>
          <p:nvPr>
            <p:ph hasCustomPrompt="1" idx="5" type="title"/>
          </p:nvPr>
        </p:nvSpPr>
        <p:spPr>
          <a:xfrm>
            <a:off x="4256539" y="2942492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29" name="Google Shape;429;p18"/>
          <p:cNvSpPr txBox="1"/>
          <p:nvPr>
            <p:ph idx="6" type="subTitle"/>
          </p:nvPr>
        </p:nvSpPr>
        <p:spPr>
          <a:xfrm>
            <a:off x="5999050" y="3690800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0" name="Google Shape;430;p18"/>
          <p:cNvSpPr txBox="1"/>
          <p:nvPr>
            <p:ph idx="7" type="subTitle"/>
          </p:nvPr>
        </p:nvSpPr>
        <p:spPr>
          <a:xfrm>
            <a:off x="5999050" y="3971300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18"/>
          <p:cNvSpPr txBox="1"/>
          <p:nvPr>
            <p:ph hasCustomPrompt="1" idx="8" type="title"/>
          </p:nvPr>
        </p:nvSpPr>
        <p:spPr>
          <a:xfrm>
            <a:off x="6896076" y="2942492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2" name="Google Shape;432;p18"/>
          <p:cNvSpPr txBox="1"/>
          <p:nvPr>
            <p:ph idx="9" type="subTitle"/>
          </p:nvPr>
        </p:nvSpPr>
        <p:spPr>
          <a:xfrm>
            <a:off x="2039800" y="1955375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3" name="Google Shape;433;p18"/>
          <p:cNvSpPr txBox="1"/>
          <p:nvPr>
            <p:ph idx="13" type="subTitle"/>
          </p:nvPr>
        </p:nvSpPr>
        <p:spPr>
          <a:xfrm>
            <a:off x="2039800" y="2235875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18"/>
          <p:cNvSpPr txBox="1"/>
          <p:nvPr>
            <p:ph hasCustomPrompt="1" idx="14" type="title"/>
          </p:nvPr>
        </p:nvSpPr>
        <p:spPr>
          <a:xfrm>
            <a:off x="2936770" y="1207067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5" name="Google Shape;435;p18"/>
          <p:cNvSpPr txBox="1"/>
          <p:nvPr>
            <p:ph idx="15" type="subTitle"/>
          </p:nvPr>
        </p:nvSpPr>
        <p:spPr>
          <a:xfrm>
            <a:off x="4679300" y="1955375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6" name="Google Shape;436;p18"/>
          <p:cNvSpPr txBox="1"/>
          <p:nvPr>
            <p:ph idx="16" type="subTitle"/>
          </p:nvPr>
        </p:nvSpPr>
        <p:spPr>
          <a:xfrm>
            <a:off x="4679300" y="2235875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18"/>
          <p:cNvSpPr txBox="1"/>
          <p:nvPr>
            <p:ph hasCustomPrompt="1" idx="17" type="title"/>
          </p:nvPr>
        </p:nvSpPr>
        <p:spPr>
          <a:xfrm>
            <a:off x="5576308" y="1207067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8" name="Google Shape;438;p18"/>
          <p:cNvSpPr txBox="1"/>
          <p:nvPr>
            <p:ph idx="18"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9" name="Google Shape;439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19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442" name="Google Shape;442;p19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43" name="Google Shape;443;p19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44" name="Google Shape;444;p19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445" name="Google Shape;445;p19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" name="Google Shape;446;p19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7" name="Google Shape;447;p19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8" name="Google Shape;448;p19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9" name="Google Shape;449;p19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0" name="Google Shape;450;p19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1" name="Google Shape;451;p19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2" name="Google Shape;452;p19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3" name="Google Shape;453;p19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4" name="Google Shape;454;p19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5" name="Google Shape;455;p19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6" name="Google Shape;456;p1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7" name="Google Shape;457;p19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8" name="Google Shape;458;p1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9" name="Google Shape;459;p19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0" name="Google Shape;460;p19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61" name="Google Shape;461;p19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2" name="Google Shape;462;p19"/>
          <p:cNvSpPr txBox="1"/>
          <p:nvPr>
            <p:ph idx="1" type="subTitle"/>
          </p:nvPr>
        </p:nvSpPr>
        <p:spPr>
          <a:xfrm>
            <a:off x="717550" y="2261856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19"/>
          <p:cNvSpPr txBox="1"/>
          <p:nvPr>
            <p:ph idx="2" type="subTitle"/>
          </p:nvPr>
        </p:nvSpPr>
        <p:spPr>
          <a:xfrm>
            <a:off x="3375568" y="2261856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19"/>
          <p:cNvSpPr txBox="1"/>
          <p:nvPr>
            <p:ph idx="3" type="subTitle"/>
          </p:nvPr>
        </p:nvSpPr>
        <p:spPr>
          <a:xfrm>
            <a:off x="6033585" y="2261856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19"/>
          <p:cNvSpPr txBox="1"/>
          <p:nvPr>
            <p:ph idx="4" type="subTitle"/>
          </p:nvPr>
        </p:nvSpPr>
        <p:spPr>
          <a:xfrm>
            <a:off x="717550" y="3971302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6" name="Google Shape;466;p19"/>
          <p:cNvSpPr txBox="1"/>
          <p:nvPr>
            <p:ph idx="5" type="subTitle"/>
          </p:nvPr>
        </p:nvSpPr>
        <p:spPr>
          <a:xfrm>
            <a:off x="3375585" y="3971302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7" name="Google Shape;467;p19"/>
          <p:cNvSpPr txBox="1"/>
          <p:nvPr>
            <p:ph idx="6" type="subTitle"/>
          </p:nvPr>
        </p:nvSpPr>
        <p:spPr>
          <a:xfrm>
            <a:off x="6033620" y="3971302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8" name="Google Shape;468;p19"/>
          <p:cNvSpPr txBox="1"/>
          <p:nvPr>
            <p:ph idx="7" type="subTitle"/>
          </p:nvPr>
        </p:nvSpPr>
        <p:spPr>
          <a:xfrm>
            <a:off x="717550" y="190545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69" name="Google Shape;469;p19"/>
          <p:cNvSpPr txBox="1"/>
          <p:nvPr>
            <p:ph idx="8" type="subTitle"/>
          </p:nvPr>
        </p:nvSpPr>
        <p:spPr>
          <a:xfrm>
            <a:off x="3375568" y="190545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0" name="Google Shape;470;p19"/>
          <p:cNvSpPr txBox="1"/>
          <p:nvPr>
            <p:ph idx="9" type="subTitle"/>
          </p:nvPr>
        </p:nvSpPr>
        <p:spPr>
          <a:xfrm>
            <a:off x="6033585" y="190545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1" name="Google Shape;471;p19"/>
          <p:cNvSpPr txBox="1"/>
          <p:nvPr>
            <p:ph idx="13" type="subTitle"/>
          </p:nvPr>
        </p:nvSpPr>
        <p:spPr>
          <a:xfrm>
            <a:off x="717550" y="361030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2" name="Google Shape;472;p19"/>
          <p:cNvSpPr txBox="1"/>
          <p:nvPr>
            <p:ph idx="14" type="subTitle"/>
          </p:nvPr>
        </p:nvSpPr>
        <p:spPr>
          <a:xfrm>
            <a:off x="3375585" y="361030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3" name="Google Shape;473;p19"/>
          <p:cNvSpPr txBox="1"/>
          <p:nvPr>
            <p:ph idx="15" type="subTitle"/>
          </p:nvPr>
        </p:nvSpPr>
        <p:spPr>
          <a:xfrm>
            <a:off x="6033620" y="361030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4" name="Google Shape;474;p19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5" name="Google Shape;475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7" name="Google Shape;477;p20"/>
          <p:cNvGrpSpPr/>
          <p:nvPr/>
        </p:nvGrpSpPr>
        <p:grpSpPr>
          <a:xfrm>
            <a:off x="182575" y="180750"/>
            <a:ext cx="9070025" cy="5129650"/>
            <a:chOff x="182575" y="180750"/>
            <a:chExt cx="9070025" cy="5129650"/>
          </a:xfrm>
        </p:grpSpPr>
        <p:sp>
          <p:nvSpPr>
            <p:cNvPr id="478" name="Google Shape;478;p20"/>
            <p:cNvSpPr/>
            <p:nvPr/>
          </p:nvSpPr>
          <p:spPr>
            <a:xfrm>
              <a:off x="8302800" y="4231300"/>
              <a:ext cx="949800" cy="1079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79" name="Google Shape;479;p20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80" name="Google Shape;480;p20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481" name="Google Shape;481;p20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2" name="Google Shape;482;p20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3" name="Google Shape;483;p20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4" name="Google Shape;484;p20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5" name="Google Shape;485;p20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6" name="Google Shape;486;p20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7" name="Google Shape;487;p20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8" name="Google Shape;488;p20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9" name="Google Shape;489;p20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0" name="Google Shape;490;p20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1" name="Google Shape;491;p20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2" name="Google Shape;492;p2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3" name="Google Shape;493;p20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4" name="Google Shape;494;p2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5" name="Google Shape;495;p20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6" name="Google Shape;496;p20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97" name="Google Shape;497;p20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8" name="Google Shape;498;p20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9" name="Google Shape;499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1"/>
          <p:cNvSpPr/>
          <p:nvPr/>
        </p:nvSpPr>
        <p:spPr>
          <a:xfrm>
            <a:off x="8502150" y="409500"/>
            <a:ext cx="841200" cy="874200"/>
          </a:xfrm>
          <a:prstGeom prst="rect">
            <a:avLst/>
          </a:prstGeom>
          <a:solidFill>
            <a:srgbClr val="073763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02" name="Google Shape;502;p21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503" name="Google Shape;503;p21"/>
            <p:cNvSpPr/>
            <p:nvPr/>
          </p:nvSpPr>
          <p:spPr>
            <a:xfrm>
              <a:off x="8355625" y="4002950"/>
              <a:ext cx="841200" cy="73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04" name="Google Shape;504;p21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05" name="Google Shape;505;p21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506" name="Google Shape;506;p21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7" name="Google Shape;507;p21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8" name="Google Shape;508;p21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9" name="Google Shape;509;p21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0" name="Google Shape;510;p21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1" name="Google Shape;511;p21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2" name="Google Shape;512;p21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3" name="Google Shape;513;p21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4" name="Google Shape;514;p21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5" name="Google Shape;515;p21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6" name="Google Shape;516;p21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7" name="Google Shape;517;p21"/>
            <p:cNvCxnSpPr/>
            <p:nvPr/>
          </p:nvCxnSpPr>
          <p:spPr>
            <a:xfrm rot="10800000">
              <a:off x="-108750" y="438100"/>
              <a:ext cx="87633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8" name="Google Shape;518;p21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9" name="Google Shape;519;p21"/>
            <p:cNvCxnSpPr/>
            <p:nvPr/>
          </p:nvCxnSpPr>
          <p:spPr>
            <a:xfrm rot="10800000">
              <a:off x="-108775" y="438100"/>
              <a:ext cx="85548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0" name="Google Shape;520;p21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1" name="Google Shape;521;p21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22" name="Google Shape;522;p21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3" name="Google Shape;523;p21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4" name="Google Shape;524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Google Shape;526;p22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527" name="Google Shape;527;p22"/>
            <p:cNvSpPr/>
            <p:nvPr/>
          </p:nvSpPr>
          <p:spPr>
            <a:xfrm>
              <a:off x="-33410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8" name="Google Shape;528;p22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29" name="Google Shape;529;p22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530" name="Google Shape;530;p22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1" name="Google Shape;531;p22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2" name="Google Shape;532;p22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3" name="Google Shape;533;p22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4" name="Google Shape;534;p22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5" name="Google Shape;535;p22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6" name="Google Shape;536;p22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7" name="Google Shape;537;p22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8" name="Google Shape;538;p22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9" name="Google Shape;539;p22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0" name="Google Shape;540;p22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1" name="Google Shape;541;p2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2" name="Google Shape;542;p22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3" name="Google Shape;543;p2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4" name="Google Shape;544;p22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5" name="Google Shape;545;p22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46" name="Google Shape;546;p22"/>
          <p:cNvSpPr/>
          <p:nvPr/>
        </p:nvSpPr>
        <p:spPr>
          <a:xfrm>
            <a:off x="1140075" y="535050"/>
            <a:ext cx="6863700" cy="407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7" name="Google Shape;547;p22"/>
          <p:cNvSpPr txBox="1"/>
          <p:nvPr>
            <p:ph type="title"/>
          </p:nvPr>
        </p:nvSpPr>
        <p:spPr>
          <a:xfrm>
            <a:off x="2099142" y="540000"/>
            <a:ext cx="49458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48" name="Google Shape;548;p22"/>
          <p:cNvSpPr txBox="1"/>
          <p:nvPr>
            <p:ph idx="1" type="subTitle"/>
          </p:nvPr>
        </p:nvSpPr>
        <p:spPr>
          <a:xfrm>
            <a:off x="2099100" y="1502551"/>
            <a:ext cx="4945800" cy="10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49" name="Google Shape;549;p22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2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0" name="Google Shape;550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" name="Google Shape;552;p23"/>
          <p:cNvGrpSpPr/>
          <p:nvPr/>
        </p:nvGrpSpPr>
        <p:grpSpPr>
          <a:xfrm>
            <a:off x="269525" y="180750"/>
            <a:ext cx="8950625" cy="4782000"/>
            <a:chOff x="269525" y="180750"/>
            <a:chExt cx="8950625" cy="4782000"/>
          </a:xfrm>
        </p:grpSpPr>
        <p:sp>
          <p:nvSpPr>
            <p:cNvPr id="553" name="Google Shape;553;p23"/>
            <p:cNvSpPr/>
            <p:nvPr/>
          </p:nvSpPr>
          <p:spPr>
            <a:xfrm>
              <a:off x="763765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54" name="Google Shape;554;p23"/>
            <p:cNvSpPr/>
            <p:nvPr/>
          </p:nvSpPr>
          <p:spPr>
            <a:xfrm>
              <a:off x="2695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55" name="Google Shape;555;p23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556" name="Google Shape;556;p23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7" name="Google Shape;557;p23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8" name="Google Shape;558;p23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9" name="Google Shape;559;p23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0" name="Google Shape;560;p23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1" name="Google Shape;561;p23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2" name="Google Shape;562;p23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3" name="Google Shape;563;p23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4" name="Google Shape;564;p23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5" name="Google Shape;565;p23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6" name="Google Shape;566;p23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7" name="Google Shape;567;p2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8" name="Google Shape;568;p23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9" name="Google Shape;569;p2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0" name="Google Shape;570;p23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1" name="Google Shape;571;p23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72" name="Google Shape;572;p23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3" name="Google Shape;573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5" name="Google Shape;575;p24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576" name="Google Shape;576;p24"/>
            <p:cNvSpPr/>
            <p:nvPr/>
          </p:nvSpPr>
          <p:spPr>
            <a:xfrm>
              <a:off x="-334100" y="339735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77" name="Google Shape;577;p24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78" name="Google Shape;578;p24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579" name="Google Shape;579;p24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0" name="Google Shape;580;p24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1" name="Google Shape;581;p24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2" name="Google Shape;582;p2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3" name="Google Shape;583;p24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4" name="Google Shape;584;p24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5" name="Google Shape;585;p24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6" name="Google Shape;586;p24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7" name="Google Shape;587;p24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8" name="Google Shape;588;p24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9" name="Google Shape;589;p24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0" name="Google Shape;590;p2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1" name="Google Shape;591;p24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2" name="Google Shape;592;p2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3" name="Google Shape;593;p24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4" name="Google Shape;594;p24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95" name="Google Shape;595;p24"/>
          <p:cNvSpPr/>
          <p:nvPr/>
        </p:nvSpPr>
        <p:spPr>
          <a:xfrm>
            <a:off x="1140075" y="535050"/>
            <a:ext cx="6863700" cy="407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6" name="Google Shape;596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eecs.umich.edu/courses/eecs270/Lec/270L19NotesF20.pdf" TargetMode="External"/><Relationship Id="rId4" Type="http://schemas.openxmlformats.org/officeDocument/2006/relationships/hyperlink" Target="https://www.elprocus.com/quine-mccluskey-method/" TargetMode="External"/><Relationship Id="rId5" Type="http://schemas.openxmlformats.org/officeDocument/2006/relationships/hyperlink" Target="https://www.youtube.com/watch?v=l1jgq0R5EwQ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5"/>
          <p:cNvSpPr txBox="1"/>
          <p:nvPr>
            <p:ph type="ctrTitle"/>
          </p:nvPr>
        </p:nvSpPr>
        <p:spPr>
          <a:xfrm>
            <a:off x="1058900" y="951313"/>
            <a:ext cx="7026000" cy="141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Inter Tight SemiBold"/>
                <a:ea typeface="Inter Tight SemiBold"/>
                <a:cs typeface="Inter Tight SemiBold"/>
                <a:sym typeface="Inter Tight SemiBold"/>
              </a:rPr>
              <a:t>Quine-McCluskey Method</a:t>
            </a:r>
            <a:endParaRPr b="0"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602" name="Google Shape;602;p25"/>
          <p:cNvSpPr txBox="1"/>
          <p:nvPr>
            <p:ph idx="1" type="subTitle"/>
          </p:nvPr>
        </p:nvSpPr>
        <p:spPr>
          <a:xfrm>
            <a:off x="1058900" y="2715888"/>
            <a:ext cx="7026000" cy="40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nter Tight"/>
                <a:ea typeface="Inter Tight"/>
                <a:cs typeface="Inter Tight"/>
                <a:sym typeface="Inter Tight"/>
              </a:rPr>
              <a:t>CSE 4205: Digital Logic </a:t>
            </a:r>
            <a:r>
              <a:rPr lang="en" sz="1600">
                <a:latin typeface="Inter Tight"/>
                <a:ea typeface="Inter Tight"/>
                <a:cs typeface="Inter Tight"/>
                <a:sym typeface="Inter Tight"/>
              </a:rPr>
              <a:t>Design</a:t>
            </a:r>
            <a:endParaRPr sz="1600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603" name="Google Shape;603;p25"/>
          <p:cNvSpPr txBox="1"/>
          <p:nvPr/>
        </p:nvSpPr>
        <p:spPr>
          <a:xfrm>
            <a:off x="2418800" y="3395250"/>
            <a:ext cx="43062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Aashnan Rahman</a:t>
            </a:r>
            <a:endParaRPr b="1" sz="15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Junior Lecturer</a:t>
            </a:r>
            <a:endParaRPr sz="15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Department of Computer Science and Engineering (CSE)</a:t>
            </a:r>
            <a:endParaRPr sz="10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Islamic University of Technology</a:t>
            </a:r>
            <a:endParaRPr sz="10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6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Quine-McCluskey Method</a:t>
            </a:r>
            <a:endParaRPr sz="3500"/>
          </a:p>
        </p:txBody>
      </p:sp>
      <p:sp>
        <p:nvSpPr>
          <p:cNvPr id="609" name="Google Shape;609;p26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10" name="Google Shape;610;p26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Tabular Method of Simplification</a:t>
            </a:r>
            <a:endParaRPr/>
          </a:p>
        </p:txBody>
      </p:sp>
      <p:cxnSp>
        <p:nvCxnSpPr>
          <p:cNvPr id="611" name="Google Shape;611;p26"/>
          <p:cNvCxnSpPr>
            <a:stCxn id="609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2" name="Google Shape;612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7"/>
          <p:cNvSpPr txBox="1"/>
          <p:nvPr>
            <p:ph idx="1" type="body"/>
          </p:nvPr>
        </p:nvSpPr>
        <p:spPr>
          <a:xfrm>
            <a:off x="715100" y="1451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 tabular method for simplifying Boolean functions.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18" name="Google Shape;618;p27"/>
          <p:cNvSpPr txBox="1"/>
          <p:nvPr>
            <p:ph type="title"/>
          </p:nvPr>
        </p:nvSpPr>
        <p:spPr>
          <a:xfrm>
            <a:off x="715100" y="894750"/>
            <a:ext cx="55434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Quine-McCluskey Method</a:t>
            </a:r>
            <a:endParaRPr/>
          </a:p>
        </p:txBody>
      </p:sp>
      <p:cxnSp>
        <p:nvCxnSpPr>
          <p:cNvPr id="619" name="Google Shape;619;p27"/>
          <p:cNvCxnSpPr>
            <a:stCxn id="620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" name="Google Shape;621;p27"/>
          <p:cNvCxnSpPr>
            <a:endCxn id="620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2" name="Google Shape;622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3" name="Google Shape;623;p27"/>
          <p:cNvSpPr txBox="1"/>
          <p:nvPr>
            <p:ph idx="1" type="body"/>
          </p:nvPr>
        </p:nvSpPr>
        <p:spPr>
          <a:xfrm>
            <a:off x="715100" y="17566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Suitable for </a:t>
            </a:r>
            <a:r>
              <a:rPr lang="en" sz="1500">
                <a:solidFill>
                  <a:schemeClr val="dk1"/>
                </a:solidFill>
              </a:rPr>
              <a:t>manual </a:t>
            </a:r>
            <a:r>
              <a:rPr lang="en" sz="1500">
                <a:solidFill>
                  <a:schemeClr val="dk1"/>
                </a:solidFill>
              </a:rPr>
              <a:t>simplification of </a:t>
            </a:r>
            <a:r>
              <a:rPr lang="en" sz="1500">
                <a:solidFill>
                  <a:schemeClr val="dk1"/>
                </a:solidFill>
              </a:rPr>
              <a:t>4–</a:t>
            </a:r>
            <a:r>
              <a:rPr lang="en" sz="1500">
                <a:solidFill>
                  <a:schemeClr val="dk1"/>
                </a:solidFill>
              </a:rPr>
              <a:t>6 variables and programmable for more.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24" name="Google Shape;624;p27"/>
          <p:cNvSpPr txBox="1"/>
          <p:nvPr>
            <p:ph idx="1" type="body"/>
          </p:nvPr>
        </p:nvSpPr>
        <p:spPr>
          <a:xfrm>
            <a:off x="715100" y="22900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Systematic and algorithmic (ideal for computers).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25" name="Google Shape;625;p27"/>
          <p:cNvSpPr txBox="1"/>
          <p:nvPr>
            <p:ph idx="1" type="body"/>
          </p:nvPr>
        </p:nvSpPr>
        <p:spPr>
          <a:xfrm>
            <a:off x="715100" y="2594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Suitable for manual simplification of 4–6 variables and programmable for more.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28"/>
          <p:cNvSpPr txBox="1"/>
          <p:nvPr>
            <p:ph idx="1" type="body"/>
          </p:nvPr>
        </p:nvSpPr>
        <p:spPr>
          <a:xfrm>
            <a:off x="715100" y="1451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List all minterms of the function in binary.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31" name="Google Shape;631;p28"/>
          <p:cNvSpPr txBox="1"/>
          <p:nvPr>
            <p:ph type="title"/>
          </p:nvPr>
        </p:nvSpPr>
        <p:spPr>
          <a:xfrm>
            <a:off x="715100" y="894750"/>
            <a:ext cx="65328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Quine-McCluskey Method Steps</a:t>
            </a:r>
            <a:endParaRPr/>
          </a:p>
        </p:txBody>
      </p:sp>
      <p:cxnSp>
        <p:nvCxnSpPr>
          <p:cNvPr id="632" name="Google Shape;632;p28"/>
          <p:cNvCxnSpPr>
            <a:stCxn id="633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4" name="Google Shape;634;p28"/>
          <p:cNvCxnSpPr>
            <a:endCxn id="633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5" name="Google Shape;635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6" name="Google Shape;636;p28"/>
          <p:cNvSpPr txBox="1"/>
          <p:nvPr>
            <p:ph idx="1" type="body"/>
          </p:nvPr>
        </p:nvSpPr>
        <p:spPr>
          <a:xfrm>
            <a:off x="715100" y="17566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Group minterms based on the number of 1s in their binary form.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37" name="Google Shape;637;p28"/>
          <p:cNvSpPr txBox="1"/>
          <p:nvPr>
            <p:ph idx="1" type="body"/>
          </p:nvPr>
        </p:nvSpPr>
        <p:spPr>
          <a:xfrm>
            <a:off x="715100" y="20614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Combine terms that differ by only one bit (replace differing bit with ‘–’).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38" name="Google Shape;638;p28"/>
          <p:cNvSpPr txBox="1"/>
          <p:nvPr>
            <p:ph idx="1" type="body"/>
          </p:nvPr>
        </p:nvSpPr>
        <p:spPr>
          <a:xfrm>
            <a:off x="715100" y="23662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Repeat combinations until no further simplifications.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39" name="Google Shape;639;p28"/>
          <p:cNvSpPr txBox="1"/>
          <p:nvPr>
            <p:ph idx="1" type="body"/>
          </p:nvPr>
        </p:nvSpPr>
        <p:spPr>
          <a:xfrm>
            <a:off x="715100" y="26710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Identify Prime Implicants and form a Prime Implicant Chart.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40" name="Google Shape;640;p28"/>
          <p:cNvSpPr txBox="1"/>
          <p:nvPr>
            <p:ph idx="1" type="body"/>
          </p:nvPr>
        </p:nvSpPr>
        <p:spPr>
          <a:xfrm>
            <a:off x="715100" y="2975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Select essential prime implicants to cover all minterms (simplified function).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9"/>
          <p:cNvSpPr txBox="1"/>
          <p:nvPr>
            <p:ph idx="1" type="body"/>
          </p:nvPr>
        </p:nvSpPr>
        <p:spPr>
          <a:xfrm>
            <a:off x="715100" y="1451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u="sng">
                <a:solidFill>
                  <a:schemeClr val="hlink"/>
                </a:solidFill>
                <a:hlinkClick r:id="rId3"/>
              </a:rPr>
              <a:t>Example 1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46" name="Google Shape;646;p29"/>
          <p:cNvSpPr txBox="1"/>
          <p:nvPr>
            <p:ph type="title"/>
          </p:nvPr>
        </p:nvSpPr>
        <p:spPr>
          <a:xfrm>
            <a:off x="715100" y="894750"/>
            <a:ext cx="65328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Quine-McCluskey Method </a:t>
            </a:r>
            <a:endParaRPr/>
          </a:p>
        </p:txBody>
      </p:sp>
      <p:cxnSp>
        <p:nvCxnSpPr>
          <p:cNvPr id="647" name="Google Shape;647;p29"/>
          <p:cNvCxnSpPr>
            <a:stCxn id="648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9" name="Google Shape;649;p29"/>
          <p:cNvCxnSpPr>
            <a:endCxn id="648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0" name="Google Shape;650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1" name="Google Shape;651;p29"/>
          <p:cNvSpPr txBox="1"/>
          <p:nvPr>
            <p:ph idx="1" type="body"/>
          </p:nvPr>
        </p:nvSpPr>
        <p:spPr>
          <a:xfrm>
            <a:off x="715100" y="17566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u="sng">
                <a:solidFill>
                  <a:schemeClr val="hlink"/>
                </a:solidFill>
                <a:hlinkClick r:id="rId4"/>
              </a:rPr>
              <a:t>Example 2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52" name="Google Shape;652;p29"/>
          <p:cNvSpPr txBox="1"/>
          <p:nvPr>
            <p:ph idx="1" type="body"/>
          </p:nvPr>
        </p:nvSpPr>
        <p:spPr>
          <a:xfrm>
            <a:off x="715100" y="20614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u="sng">
                <a:solidFill>
                  <a:schemeClr val="hlink"/>
                </a:solidFill>
                <a:hlinkClick r:id="rId5"/>
              </a:rPr>
              <a:t>Example 3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30"/>
          <p:cNvSpPr txBox="1"/>
          <p:nvPr>
            <p:ph idx="1" type="subTitle"/>
          </p:nvPr>
        </p:nvSpPr>
        <p:spPr>
          <a:xfrm>
            <a:off x="2241500" y="2869150"/>
            <a:ext cx="4867800" cy="65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Feel free to ask any questions</a:t>
            </a:r>
            <a:endParaRPr/>
          </a:p>
        </p:txBody>
      </p:sp>
      <p:sp>
        <p:nvSpPr>
          <p:cNvPr id="658" name="Google Shape;658;p30"/>
          <p:cNvSpPr txBox="1"/>
          <p:nvPr>
            <p:ph type="title"/>
          </p:nvPr>
        </p:nvSpPr>
        <p:spPr>
          <a:xfrm>
            <a:off x="2241400" y="1811225"/>
            <a:ext cx="4867800" cy="8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!!</a:t>
            </a:r>
            <a:endParaRPr/>
          </a:p>
        </p:txBody>
      </p:sp>
      <p:cxnSp>
        <p:nvCxnSpPr>
          <p:cNvPr id="659" name="Google Shape;659;p30"/>
          <p:cNvCxnSpPr>
            <a:endCxn id="657" idx="2"/>
          </p:cNvCxnSpPr>
          <p:nvPr/>
        </p:nvCxnSpPr>
        <p:spPr>
          <a:xfrm rot="10800000">
            <a:off x="4675400" y="3520150"/>
            <a:ext cx="0" cy="177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0" name="Google Shape;660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Conference Style Presentation by Slidesgo">
  <a:themeElements>
    <a:clrScheme name="Simple Light">
      <a:dk1>
        <a:srgbClr val="041E36"/>
      </a:dk1>
      <a:lt1>
        <a:srgbClr val="E5F1F5"/>
      </a:lt1>
      <a:dk2>
        <a:srgbClr val="1C4587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41E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