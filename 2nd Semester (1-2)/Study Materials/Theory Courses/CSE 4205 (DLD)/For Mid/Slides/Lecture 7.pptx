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5143500" cx="9144000"/>
  <p:notesSz cx="6858000" cy="9144000"/>
  <p:embeddedFontLst>
    <p:embeddedFont>
      <p:font typeface="Nunito"/>
      <p:regular r:id="rId31"/>
      <p:bold r:id="rId32"/>
      <p:italic r:id="rId33"/>
      <p:boldItalic r:id="rId34"/>
    </p:embeddedFont>
    <p:embeddedFont>
      <p:font typeface="Inter Tight"/>
      <p:regular r:id="rId35"/>
      <p:bold r:id="rId36"/>
      <p:italic r:id="rId37"/>
      <p:boldItalic r:id="rId38"/>
    </p:embeddedFont>
    <p:embeddedFont>
      <p:font typeface="Open Sans"/>
      <p:regular r:id="rId39"/>
      <p:bold r:id="rId40"/>
      <p:italic r:id="rId41"/>
      <p:boldItalic r:id="rId42"/>
    </p:embeddedFont>
    <p:embeddedFont>
      <p:font typeface="Inter Tight SemiBold"/>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OpenSans-bold.fntdata"/><Relationship Id="rId20" Type="http://schemas.openxmlformats.org/officeDocument/2006/relationships/slide" Target="slides/slide16.xml"/><Relationship Id="rId42" Type="http://schemas.openxmlformats.org/officeDocument/2006/relationships/font" Target="fonts/OpenSans-boldItalic.fntdata"/><Relationship Id="rId41" Type="http://schemas.openxmlformats.org/officeDocument/2006/relationships/font" Target="fonts/OpenSans-italic.fntdata"/><Relationship Id="rId22" Type="http://schemas.openxmlformats.org/officeDocument/2006/relationships/slide" Target="slides/slide18.xml"/><Relationship Id="rId44" Type="http://schemas.openxmlformats.org/officeDocument/2006/relationships/font" Target="fonts/InterTightSemiBold-bold.fntdata"/><Relationship Id="rId21" Type="http://schemas.openxmlformats.org/officeDocument/2006/relationships/slide" Target="slides/slide17.xml"/><Relationship Id="rId43" Type="http://schemas.openxmlformats.org/officeDocument/2006/relationships/font" Target="fonts/InterTightSemiBold-regular.fntdata"/><Relationship Id="rId24" Type="http://schemas.openxmlformats.org/officeDocument/2006/relationships/slide" Target="slides/slide20.xml"/><Relationship Id="rId46" Type="http://schemas.openxmlformats.org/officeDocument/2006/relationships/font" Target="fonts/InterTightSemiBold-boldItalic.fntdata"/><Relationship Id="rId23" Type="http://schemas.openxmlformats.org/officeDocument/2006/relationships/slide" Target="slides/slide19.xml"/><Relationship Id="rId45" Type="http://schemas.openxmlformats.org/officeDocument/2006/relationships/font" Target="fonts/InterTightSemi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Nunito-regular.fntdata"/><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Nunito-italic.fntdata"/><Relationship Id="rId10" Type="http://schemas.openxmlformats.org/officeDocument/2006/relationships/slide" Target="slides/slide6.xml"/><Relationship Id="rId32" Type="http://schemas.openxmlformats.org/officeDocument/2006/relationships/font" Target="fonts/Nunito-bold.fntdata"/><Relationship Id="rId13" Type="http://schemas.openxmlformats.org/officeDocument/2006/relationships/slide" Target="slides/slide9.xml"/><Relationship Id="rId35" Type="http://schemas.openxmlformats.org/officeDocument/2006/relationships/font" Target="fonts/InterTight-regular.fntdata"/><Relationship Id="rId12" Type="http://schemas.openxmlformats.org/officeDocument/2006/relationships/slide" Target="slides/slide8.xml"/><Relationship Id="rId34" Type="http://schemas.openxmlformats.org/officeDocument/2006/relationships/font" Target="fonts/Nunito-boldItalic.fntdata"/><Relationship Id="rId15" Type="http://schemas.openxmlformats.org/officeDocument/2006/relationships/slide" Target="slides/slide11.xml"/><Relationship Id="rId37" Type="http://schemas.openxmlformats.org/officeDocument/2006/relationships/font" Target="fonts/InterTight-italic.fntdata"/><Relationship Id="rId14" Type="http://schemas.openxmlformats.org/officeDocument/2006/relationships/slide" Target="slides/slide10.xml"/><Relationship Id="rId36" Type="http://schemas.openxmlformats.org/officeDocument/2006/relationships/font" Target="fonts/InterTight-bold.fntdata"/><Relationship Id="rId17" Type="http://schemas.openxmlformats.org/officeDocument/2006/relationships/slide" Target="slides/slide13.xml"/><Relationship Id="rId39" Type="http://schemas.openxmlformats.org/officeDocument/2006/relationships/font" Target="fonts/OpenSans-regular.fntdata"/><Relationship Id="rId16" Type="http://schemas.openxmlformats.org/officeDocument/2006/relationships/slide" Target="slides/slide12.xml"/><Relationship Id="rId38" Type="http://schemas.openxmlformats.org/officeDocument/2006/relationships/font" Target="fonts/InterTight-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12126a3bec9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12126a3bec9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5486a98494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5486a98494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5ecffff00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35ecffff00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5ecffff004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35ecffff00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5ecffff00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35ecffff00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35ecffff00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35ecffff00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35ecffff004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35ecffff004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5ecffff004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35ecffff004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5ecffff004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35ecffff004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5ecffff004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35ecffff004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5ecffff004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35ecffff004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5ecffff004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35ecffff004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5ecffff004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35ecffff004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5ecffff004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7" name="Google Shape;747;g35ecffff004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5ecffff004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35ecffff004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5ecffff004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35ecffff004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5ecffff00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35ecffff00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5ecffff004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35ecffff004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5ecffff004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9" name="Google Shape;799;g35ecffff004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35ecffff004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2" name="Google Shape;812;g35ecffff004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5ecffff004_1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35ecffff004_1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35ecffff004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35ecffff004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35ecffff004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35ecffff004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5ecffff004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35ecffff004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11fba705b9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7" name="Google Shape;867;g11fba705b9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182575" y="180750"/>
            <a:ext cx="9014125" cy="4782000"/>
            <a:chOff x="182575" y="180750"/>
            <a:chExt cx="9014125" cy="4782000"/>
          </a:xfrm>
        </p:grpSpPr>
        <p:sp>
          <p:nvSpPr>
            <p:cNvPr id="11" name="Google Shape;11;p2"/>
            <p:cNvSpPr/>
            <p:nvPr/>
          </p:nvSpPr>
          <p:spPr>
            <a:xfrm>
              <a:off x="8084900" y="1784100"/>
              <a:ext cx="1111800" cy="12111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 name="Google Shape;12;p2"/>
            <p:cNvSpPr/>
            <p:nvPr/>
          </p:nvSpPr>
          <p:spPr>
            <a:xfrm>
              <a:off x="182575" y="180750"/>
              <a:ext cx="4779900" cy="4782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3" name="Google Shape;13;p2"/>
          <p:cNvGrpSpPr/>
          <p:nvPr/>
        </p:nvGrpSpPr>
        <p:grpSpPr>
          <a:xfrm>
            <a:off x="-108850" y="-90654"/>
            <a:ext cx="9361500" cy="5281188"/>
            <a:chOff x="-108850" y="-94500"/>
            <a:chExt cx="9361500" cy="5601600"/>
          </a:xfrm>
        </p:grpSpPr>
        <p:cxnSp>
          <p:nvCxnSpPr>
            <p:cNvPr id="14" name="Google Shape;14;p2"/>
            <p:cNvCxnSpPr/>
            <p:nvPr/>
          </p:nvCxnSpPr>
          <p:spPr>
            <a:xfrm>
              <a:off x="-9400" y="-94500"/>
              <a:ext cx="0" cy="5601600"/>
            </a:xfrm>
            <a:prstGeom prst="straightConnector1">
              <a:avLst/>
            </a:prstGeom>
            <a:noFill/>
            <a:ln cap="flat" cmpd="sng" w="9525">
              <a:solidFill>
                <a:schemeClr val="lt1"/>
              </a:solidFill>
              <a:prstDash val="solid"/>
              <a:round/>
              <a:headEnd len="med" w="med" type="none"/>
              <a:tailEnd len="med" w="med" type="none"/>
            </a:ln>
          </p:spPr>
        </p:cxnSp>
        <p:cxnSp>
          <p:nvCxnSpPr>
            <p:cNvPr id="15" name="Google Shape;15;p2"/>
            <p:cNvCxnSpPr/>
            <p:nvPr/>
          </p:nvCxnSpPr>
          <p:spPr>
            <a:xfrm>
              <a:off x="9144000" y="-94500"/>
              <a:ext cx="0" cy="5576100"/>
            </a:xfrm>
            <a:prstGeom prst="straightConnector1">
              <a:avLst/>
            </a:prstGeom>
            <a:noFill/>
            <a:ln cap="flat" cmpd="sng" w="9525">
              <a:solidFill>
                <a:schemeClr val="lt1"/>
              </a:solidFill>
              <a:prstDash val="solid"/>
              <a:round/>
              <a:headEnd len="med" w="med" type="none"/>
              <a:tailEnd len="med" w="med" type="none"/>
            </a:ln>
          </p:spPr>
        </p:cxnSp>
        <p:cxnSp>
          <p:nvCxnSpPr>
            <p:cNvPr id="16" name="Google Shape;16;p2"/>
            <p:cNvCxnSpPr/>
            <p:nvPr/>
          </p:nvCxnSpPr>
          <p:spPr>
            <a:xfrm>
              <a:off x="4571900"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17" name="Google Shape;17;p2"/>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18" name="Google Shape;18;p2"/>
            <p:cNvCxnSpPr/>
            <p:nvPr/>
          </p:nvCxnSpPr>
          <p:spPr>
            <a:xfrm>
              <a:off x="6857950"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19" name="Google Shape;19;p2"/>
            <p:cNvCxnSpPr/>
            <p:nvPr/>
          </p:nvCxnSpPr>
          <p:spPr>
            <a:xfrm>
              <a:off x="2281250"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20" name="Google Shape;20;p2"/>
            <p:cNvCxnSpPr/>
            <p:nvPr/>
          </p:nvCxnSpPr>
          <p:spPr>
            <a:xfrm>
              <a:off x="3426575"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21" name="Google Shape;21;p2"/>
            <p:cNvCxnSpPr/>
            <p:nvPr/>
          </p:nvCxnSpPr>
          <p:spPr>
            <a:xfrm>
              <a:off x="5714925"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22" name="Google Shape;22;p2"/>
            <p:cNvCxnSpPr/>
            <p:nvPr/>
          </p:nvCxnSpPr>
          <p:spPr>
            <a:xfrm>
              <a:off x="8000975" y="-94500"/>
              <a:ext cx="0" cy="5588100"/>
            </a:xfrm>
            <a:prstGeom prst="straightConnector1">
              <a:avLst/>
            </a:prstGeom>
            <a:noFill/>
            <a:ln cap="flat" cmpd="sng" w="9525">
              <a:solidFill>
                <a:schemeClr val="lt1"/>
              </a:solidFill>
              <a:prstDash val="solid"/>
              <a:round/>
              <a:headEnd len="med" w="med" type="none"/>
              <a:tailEnd len="med" w="med" type="none"/>
            </a:ln>
          </p:spPr>
        </p:cxnSp>
        <p:cxnSp>
          <p:nvCxnSpPr>
            <p:cNvPr id="23" name="Google Shape;23;p2"/>
            <p:cNvCxnSpPr/>
            <p:nvPr/>
          </p:nvCxnSpPr>
          <p:spPr>
            <a:xfrm>
              <a:off x="1135925"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24" name="Google Shape;24;p2"/>
            <p:cNvCxnSpPr/>
            <p:nvPr/>
          </p:nvCxnSpPr>
          <p:spPr>
            <a:xfrm>
              <a:off x="4571900" y="-195200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5" name="Google Shape;25;p2"/>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6" name="Google Shape;26;p2"/>
            <p:cNvCxnSpPr/>
            <p:nvPr/>
          </p:nvCxnSpPr>
          <p:spPr>
            <a:xfrm>
              <a:off x="4571900" y="3340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7" name="Google Shape;27;p2"/>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8" name="Google Shape;28;p2"/>
            <p:cNvCxnSpPr/>
            <p:nvPr/>
          </p:nvCxnSpPr>
          <p:spPr>
            <a:xfrm>
              <a:off x="4571900" y="-3097325"/>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9" name="Google Shape;29;p2"/>
            <p:cNvCxnSpPr/>
            <p:nvPr/>
          </p:nvCxnSpPr>
          <p:spPr>
            <a:xfrm>
              <a:off x="4571900" y="-808975"/>
              <a:ext cx="0" cy="9361500"/>
            </a:xfrm>
            <a:prstGeom prst="straightConnector1">
              <a:avLst/>
            </a:prstGeom>
            <a:noFill/>
            <a:ln cap="flat" cmpd="sng" w="9525">
              <a:solidFill>
                <a:schemeClr val="lt1"/>
              </a:solidFill>
              <a:prstDash val="solid"/>
              <a:round/>
              <a:headEnd len="med" w="med" type="none"/>
              <a:tailEnd len="med" w="med" type="none"/>
            </a:ln>
          </p:spPr>
        </p:cxnSp>
      </p:grpSp>
      <p:sp>
        <p:nvSpPr>
          <p:cNvPr id="30" name="Google Shape;30;p2"/>
          <p:cNvSpPr/>
          <p:nvPr/>
        </p:nvSpPr>
        <p:spPr>
          <a:xfrm>
            <a:off x="856075" y="641475"/>
            <a:ext cx="7431900" cy="3860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 name="Google Shape;31;p2"/>
          <p:cNvSpPr txBox="1"/>
          <p:nvPr>
            <p:ph type="ctrTitle"/>
          </p:nvPr>
        </p:nvSpPr>
        <p:spPr>
          <a:xfrm>
            <a:off x="1058900" y="1560913"/>
            <a:ext cx="7026000" cy="1414500"/>
          </a:xfrm>
          <a:prstGeom prst="rect">
            <a:avLst/>
          </a:prstGeom>
        </p:spPr>
        <p:txBody>
          <a:bodyPr anchorCtr="0" anchor="b" bIns="91425" lIns="91425" spcFirstLastPara="1" rIns="91425" wrap="square" tIns="91425">
            <a:noAutofit/>
          </a:bodyPr>
          <a:lstStyle>
            <a:lvl1pPr lvl="0" algn="ctr">
              <a:lnSpc>
                <a:spcPct val="90000"/>
              </a:lnSpc>
              <a:spcBef>
                <a:spcPts val="0"/>
              </a:spcBef>
              <a:spcAft>
                <a:spcPts val="0"/>
              </a:spcAft>
              <a:buSzPts val="5200"/>
              <a:buNone/>
              <a:defRPr sz="4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2" name="Google Shape;32;p2"/>
          <p:cNvSpPr txBox="1"/>
          <p:nvPr>
            <p:ph idx="1" type="subTitle"/>
          </p:nvPr>
        </p:nvSpPr>
        <p:spPr>
          <a:xfrm>
            <a:off x="1058900" y="3173088"/>
            <a:ext cx="7026000" cy="409500"/>
          </a:xfrm>
          <a:prstGeom prst="rect">
            <a:avLst/>
          </a:prstGeom>
          <a:solidFill>
            <a:srgbClr val="1C4587">
              <a:alpha val="28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grpSp>
        <p:nvGrpSpPr>
          <p:cNvPr id="34" name="Google Shape;34;p3"/>
          <p:cNvGrpSpPr/>
          <p:nvPr/>
        </p:nvGrpSpPr>
        <p:grpSpPr>
          <a:xfrm>
            <a:off x="-231525" y="180750"/>
            <a:ext cx="9126225" cy="4782000"/>
            <a:chOff x="-231525" y="180750"/>
            <a:chExt cx="9126225" cy="4782000"/>
          </a:xfrm>
        </p:grpSpPr>
        <p:sp>
          <p:nvSpPr>
            <p:cNvPr id="35" name="Google Shape;35;p3"/>
            <p:cNvSpPr/>
            <p:nvPr/>
          </p:nvSpPr>
          <p:spPr>
            <a:xfrm>
              <a:off x="-231525" y="3273350"/>
              <a:ext cx="1743900" cy="8475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6" name="Google Shape;36;p3"/>
            <p:cNvSpPr/>
            <p:nvPr/>
          </p:nvSpPr>
          <p:spPr>
            <a:xfrm>
              <a:off x="4114800" y="180750"/>
              <a:ext cx="4779900" cy="4782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37" name="Google Shape;37;p3"/>
          <p:cNvGrpSpPr/>
          <p:nvPr/>
        </p:nvGrpSpPr>
        <p:grpSpPr>
          <a:xfrm>
            <a:off x="-108850" y="-90654"/>
            <a:ext cx="9361500" cy="5281188"/>
            <a:chOff x="-108850" y="-94500"/>
            <a:chExt cx="9361500" cy="5601600"/>
          </a:xfrm>
        </p:grpSpPr>
        <p:cxnSp>
          <p:nvCxnSpPr>
            <p:cNvPr id="38" name="Google Shape;38;p3"/>
            <p:cNvCxnSpPr/>
            <p:nvPr/>
          </p:nvCxnSpPr>
          <p:spPr>
            <a:xfrm>
              <a:off x="-9400" y="-94500"/>
              <a:ext cx="0" cy="5601600"/>
            </a:xfrm>
            <a:prstGeom prst="straightConnector1">
              <a:avLst/>
            </a:prstGeom>
            <a:noFill/>
            <a:ln cap="flat" cmpd="sng" w="9525">
              <a:solidFill>
                <a:schemeClr val="lt1"/>
              </a:solidFill>
              <a:prstDash val="solid"/>
              <a:round/>
              <a:headEnd len="med" w="med" type="none"/>
              <a:tailEnd len="med" w="med" type="none"/>
            </a:ln>
          </p:spPr>
        </p:cxnSp>
        <p:cxnSp>
          <p:nvCxnSpPr>
            <p:cNvPr id="39" name="Google Shape;39;p3"/>
            <p:cNvCxnSpPr/>
            <p:nvPr/>
          </p:nvCxnSpPr>
          <p:spPr>
            <a:xfrm>
              <a:off x="9144000" y="-94500"/>
              <a:ext cx="0" cy="5576100"/>
            </a:xfrm>
            <a:prstGeom prst="straightConnector1">
              <a:avLst/>
            </a:prstGeom>
            <a:noFill/>
            <a:ln cap="flat" cmpd="sng" w="9525">
              <a:solidFill>
                <a:schemeClr val="lt1"/>
              </a:solidFill>
              <a:prstDash val="solid"/>
              <a:round/>
              <a:headEnd len="med" w="med" type="none"/>
              <a:tailEnd len="med" w="med" type="none"/>
            </a:ln>
          </p:spPr>
        </p:cxnSp>
        <p:cxnSp>
          <p:nvCxnSpPr>
            <p:cNvPr id="40" name="Google Shape;40;p3"/>
            <p:cNvCxnSpPr/>
            <p:nvPr/>
          </p:nvCxnSpPr>
          <p:spPr>
            <a:xfrm>
              <a:off x="4571900"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41" name="Google Shape;41;p3"/>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2" name="Google Shape;42;p3"/>
            <p:cNvCxnSpPr/>
            <p:nvPr/>
          </p:nvCxnSpPr>
          <p:spPr>
            <a:xfrm>
              <a:off x="6857950"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43" name="Google Shape;43;p3"/>
            <p:cNvCxnSpPr/>
            <p:nvPr/>
          </p:nvCxnSpPr>
          <p:spPr>
            <a:xfrm>
              <a:off x="2281250"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44" name="Google Shape;44;p3"/>
            <p:cNvCxnSpPr/>
            <p:nvPr/>
          </p:nvCxnSpPr>
          <p:spPr>
            <a:xfrm>
              <a:off x="3426575"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45" name="Google Shape;45;p3"/>
            <p:cNvCxnSpPr/>
            <p:nvPr/>
          </p:nvCxnSpPr>
          <p:spPr>
            <a:xfrm>
              <a:off x="5714925"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46" name="Google Shape;46;p3"/>
            <p:cNvCxnSpPr/>
            <p:nvPr/>
          </p:nvCxnSpPr>
          <p:spPr>
            <a:xfrm>
              <a:off x="8000975" y="-94500"/>
              <a:ext cx="0" cy="5588100"/>
            </a:xfrm>
            <a:prstGeom prst="straightConnector1">
              <a:avLst/>
            </a:prstGeom>
            <a:noFill/>
            <a:ln cap="flat" cmpd="sng" w="9525">
              <a:solidFill>
                <a:schemeClr val="lt1"/>
              </a:solidFill>
              <a:prstDash val="solid"/>
              <a:round/>
              <a:headEnd len="med" w="med" type="none"/>
              <a:tailEnd len="med" w="med" type="none"/>
            </a:ln>
          </p:spPr>
        </p:cxnSp>
        <p:cxnSp>
          <p:nvCxnSpPr>
            <p:cNvPr id="47" name="Google Shape;47;p3"/>
            <p:cNvCxnSpPr/>
            <p:nvPr/>
          </p:nvCxnSpPr>
          <p:spPr>
            <a:xfrm>
              <a:off x="1135925"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48" name="Google Shape;48;p3"/>
            <p:cNvCxnSpPr/>
            <p:nvPr/>
          </p:nvCxnSpPr>
          <p:spPr>
            <a:xfrm>
              <a:off x="4571900" y="-195200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49" name="Google Shape;49;p3"/>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50" name="Google Shape;50;p3"/>
            <p:cNvCxnSpPr/>
            <p:nvPr/>
          </p:nvCxnSpPr>
          <p:spPr>
            <a:xfrm>
              <a:off x="4571900" y="3340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51" name="Google Shape;51;p3"/>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52" name="Google Shape;52;p3"/>
            <p:cNvCxnSpPr/>
            <p:nvPr/>
          </p:nvCxnSpPr>
          <p:spPr>
            <a:xfrm>
              <a:off x="4571900" y="-3097325"/>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53" name="Google Shape;53;p3"/>
            <p:cNvCxnSpPr/>
            <p:nvPr/>
          </p:nvCxnSpPr>
          <p:spPr>
            <a:xfrm>
              <a:off x="4571900" y="-808975"/>
              <a:ext cx="0" cy="9361500"/>
            </a:xfrm>
            <a:prstGeom prst="straightConnector1">
              <a:avLst/>
            </a:prstGeom>
            <a:noFill/>
            <a:ln cap="flat" cmpd="sng" w="9525">
              <a:solidFill>
                <a:schemeClr val="lt1"/>
              </a:solidFill>
              <a:prstDash val="solid"/>
              <a:round/>
              <a:headEnd len="med" w="med" type="none"/>
              <a:tailEnd len="med" w="med" type="none"/>
            </a:ln>
          </p:spPr>
        </p:cxnSp>
      </p:grpSp>
      <p:sp>
        <p:nvSpPr>
          <p:cNvPr id="54" name="Google Shape;54;p3"/>
          <p:cNvSpPr/>
          <p:nvPr/>
        </p:nvSpPr>
        <p:spPr>
          <a:xfrm>
            <a:off x="1140075" y="1022650"/>
            <a:ext cx="6863700" cy="30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5" name="Google Shape;55;p3"/>
          <p:cNvSpPr txBox="1"/>
          <p:nvPr>
            <p:ph type="title"/>
          </p:nvPr>
        </p:nvSpPr>
        <p:spPr>
          <a:xfrm>
            <a:off x="1682250" y="2595788"/>
            <a:ext cx="5779500" cy="5646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6" name="Google Shape;56;p3"/>
          <p:cNvSpPr txBox="1"/>
          <p:nvPr>
            <p:ph hasCustomPrompt="1" idx="2" type="title"/>
          </p:nvPr>
        </p:nvSpPr>
        <p:spPr>
          <a:xfrm>
            <a:off x="4114800" y="1437729"/>
            <a:ext cx="914400" cy="914400"/>
          </a:xfrm>
          <a:prstGeom prst="rect">
            <a:avLst/>
          </a:prstGeom>
          <a:solidFill>
            <a:srgbClr val="1C4587">
              <a:alpha val="28930"/>
            </a:srgbClr>
          </a:solidFill>
        </p:spPr>
        <p:txBody>
          <a:bodyPr anchorCtr="0" anchor="ctr" bIns="91425" lIns="91425" spcFirstLastPara="1" rIns="91425" wrap="square" tIns="91425">
            <a:noAutofit/>
          </a:bodyPr>
          <a:lstStyle>
            <a:lvl1pPr lvl="0" rtl="0" algn="ctr">
              <a:spcBef>
                <a:spcPts val="0"/>
              </a:spcBef>
              <a:spcAft>
                <a:spcPts val="0"/>
              </a:spcAft>
              <a:buSzPts val="6000"/>
              <a:buNone/>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57" name="Google Shape;57;p3"/>
          <p:cNvSpPr txBox="1"/>
          <p:nvPr>
            <p:ph idx="1" type="subTitle"/>
          </p:nvPr>
        </p:nvSpPr>
        <p:spPr>
          <a:xfrm>
            <a:off x="1682250" y="3273338"/>
            <a:ext cx="5779500" cy="411600"/>
          </a:xfrm>
          <a:prstGeom prst="rect">
            <a:avLst/>
          </a:prstGeom>
          <a:solidFill>
            <a:srgbClr val="1C4587">
              <a:alpha val="28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8" name="Google Shape;58;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9" name="Shape 59"/>
        <p:cNvGrpSpPr/>
        <p:nvPr/>
      </p:nvGrpSpPr>
      <p:grpSpPr>
        <a:xfrm>
          <a:off x="0" y="0"/>
          <a:ext cx="0" cy="0"/>
          <a:chOff x="0" y="0"/>
          <a:chExt cx="0" cy="0"/>
        </a:xfrm>
      </p:grpSpPr>
      <p:grpSp>
        <p:nvGrpSpPr>
          <p:cNvPr id="60" name="Google Shape;60;p4"/>
          <p:cNvGrpSpPr/>
          <p:nvPr/>
        </p:nvGrpSpPr>
        <p:grpSpPr>
          <a:xfrm>
            <a:off x="182575" y="180750"/>
            <a:ext cx="9014250" cy="4782000"/>
            <a:chOff x="182575" y="180750"/>
            <a:chExt cx="9014250" cy="4782000"/>
          </a:xfrm>
        </p:grpSpPr>
        <p:sp>
          <p:nvSpPr>
            <p:cNvPr id="61" name="Google Shape;61;p4"/>
            <p:cNvSpPr/>
            <p:nvPr/>
          </p:nvSpPr>
          <p:spPr>
            <a:xfrm>
              <a:off x="8355625" y="3522900"/>
              <a:ext cx="841200" cy="12111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2" name="Google Shape;62;p4"/>
            <p:cNvSpPr/>
            <p:nvPr/>
          </p:nvSpPr>
          <p:spPr>
            <a:xfrm>
              <a:off x="182575" y="180750"/>
              <a:ext cx="4779900" cy="4782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63" name="Google Shape;63;p4"/>
          <p:cNvGrpSpPr/>
          <p:nvPr/>
        </p:nvGrpSpPr>
        <p:grpSpPr>
          <a:xfrm>
            <a:off x="-108850" y="-94500"/>
            <a:ext cx="9361500" cy="5332500"/>
            <a:chOff x="-108850" y="-94500"/>
            <a:chExt cx="9361500" cy="5332500"/>
          </a:xfrm>
        </p:grpSpPr>
        <p:cxnSp>
          <p:nvCxnSpPr>
            <p:cNvPr id="64" name="Google Shape;64;p4"/>
            <p:cNvCxnSpPr/>
            <p:nvPr/>
          </p:nvCxnSpPr>
          <p:spPr>
            <a:xfrm>
              <a:off x="-94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65" name="Google Shape;65;p4"/>
            <p:cNvCxnSpPr/>
            <p:nvPr/>
          </p:nvCxnSpPr>
          <p:spPr>
            <a:xfrm>
              <a:off x="91440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66" name="Google Shape;66;p4"/>
            <p:cNvCxnSpPr/>
            <p:nvPr/>
          </p:nvCxnSpPr>
          <p:spPr>
            <a:xfrm>
              <a:off x="45719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67" name="Google Shape;67;p4"/>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68" name="Google Shape;68;p4"/>
            <p:cNvCxnSpPr/>
            <p:nvPr/>
          </p:nvCxnSpPr>
          <p:spPr>
            <a:xfrm>
              <a:off x="68579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69" name="Google Shape;69;p4"/>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70" name="Google Shape;70;p4"/>
            <p:cNvCxnSpPr/>
            <p:nvPr/>
          </p:nvCxnSpPr>
          <p:spPr>
            <a:xfrm>
              <a:off x="342657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71" name="Google Shape;71;p4"/>
            <p:cNvCxnSpPr/>
            <p:nvPr/>
          </p:nvCxnSpPr>
          <p:spPr>
            <a:xfrm>
              <a:off x="571492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72" name="Google Shape;72;p4"/>
            <p:cNvCxnSpPr/>
            <p:nvPr/>
          </p:nvCxnSpPr>
          <p:spPr>
            <a:xfrm>
              <a:off x="800097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73" name="Google Shape;73;p4"/>
            <p:cNvCxnSpPr/>
            <p:nvPr/>
          </p:nvCxnSpPr>
          <p:spPr>
            <a:xfrm>
              <a:off x="113592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74" name="Google Shape;74;p4"/>
            <p:cNvCxnSpPr/>
            <p:nvPr/>
          </p:nvCxnSpPr>
          <p:spPr>
            <a:xfrm>
              <a:off x="4571900" y="-195200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75" name="Google Shape;75;p4"/>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76" name="Google Shape;76;p4"/>
            <p:cNvCxnSpPr/>
            <p:nvPr/>
          </p:nvCxnSpPr>
          <p:spPr>
            <a:xfrm>
              <a:off x="4571900" y="3340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77" name="Google Shape;77;p4"/>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78" name="Google Shape;78;p4"/>
            <p:cNvCxnSpPr/>
            <p:nvPr/>
          </p:nvCxnSpPr>
          <p:spPr>
            <a:xfrm>
              <a:off x="4571900" y="-3097325"/>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79" name="Google Shape;79;p4"/>
            <p:cNvCxnSpPr/>
            <p:nvPr/>
          </p:nvCxnSpPr>
          <p:spPr>
            <a:xfrm>
              <a:off x="4571900" y="-808975"/>
              <a:ext cx="0" cy="9361500"/>
            </a:xfrm>
            <a:prstGeom prst="straightConnector1">
              <a:avLst/>
            </a:prstGeom>
            <a:noFill/>
            <a:ln cap="flat" cmpd="sng" w="9525">
              <a:solidFill>
                <a:schemeClr val="lt1"/>
              </a:solidFill>
              <a:prstDash val="solid"/>
              <a:round/>
              <a:headEnd len="med" w="med" type="none"/>
              <a:tailEnd len="med" w="med" type="none"/>
            </a:ln>
          </p:spPr>
        </p:cxnSp>
      </p:grpSp>
      <p:sp>
        <p:nvSpPr>
          <p:cNvPr id="80" name="Google Shape;80;p4"/>
          <p:cNvSpPr/>
          <p:nvPr/>
        </p:nvSpPr>
        <p:spPr>
          <a:xfrm>
            <a:off x="409500" y="409500"/>
            <a:ext cx="8325000" cy="43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1" name="Google Shape;81;p4"/>
          <p:cNvSpPr txBox="1"/>
          <p:nvPr>
            <p:ph type="title"/>
          </p:nvPr>
        </p:nvSpPr>
        <p:spPr>
          <a:xfrm>
            <a:off x="715100" y="894750"/>
            <a:ext cx="4046700" cy="5571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2" name="Google Shape;82;p4"/>
          <p:cNvSpPr txBox="1"/>
          <p:nvPr>
            <p:ph idx="1" type="body"/>
          </p:nvPr>
        </p:nvSpPr>
        <p:spPr>
          <a:xfrm>
            <a:off x="715100" y="1451850"/>
            <a:ext cx="4046700" cy="2796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434343"/>
              </a:buClr>
              <a:buSzPts val="1400"/>
              <a:buChar char="●"/>
              <a:defRPr sz="1400">
                <a:solidFill>
                  <a:srgbClr val="434343"/>
                </a:solidFill>
              </a:defRPr>
            </a:lvl1pPr>
            <a:lvl2pPr indent="-317500" lvl="1" marL="914400" rtl="0">
              <a:lnSpc>
                <a:spcPct val="115000"/>
              </a:lnSpc>
              <a:spcBef>
                <a:spcPts val="1000"/>
              </a:spcBef>
              <a:spcAft>
                <a:spcPts val="0"/>
              </a:spcAft>
              <a:buClr>
                <a:srgbClr val="434343"/>
              </a:buClr>
              <a:buSzPts val="1400"/>
              <a:buChar char="○"/>
              <a:defRPr>
                <a:solidFill>
                  <a:srgbClr val="434343"/>
                </a:solidFill>
              </a:defRPr>
            </a:lvl2pPr>
            <a:lvl3pPr indent="-317500" lvl="2" marL="1371600" rtl="0">
              <a:lnSpc>
                <a:spcPct val="115000"/>
              </a:lnSpc>
              <a:spcBef>
                <a:spcPts val="0"/>
              </a:spcBef>
              <a:spcAft>
                <a:spcPts val="0"/>
              </a:spcAft>
              <a:buClr>
                <a:srgbClr val="434343"/>
              </a:buClr>
              <a:buSzPts val="1400"/>
              <a:buChar char="■"/>
              <a:defRPr>
                <a:solidFill>
                  <a:srgbClr val="434343"/>
                </a:solidFill>
              </a:defRPr>
            </a:lvl3pPr>
            <a:lvl4pPr indent="-317500" lvl="3" marL="1828800" rtl="0">
              <a:lnSpc>
                <a:spcPct val="115000"/>
              </a:lnSpc>
              <a:spcBef>
                <a:spcPts val="0"/>
              </a:spcBef>
              <a:spcAft>
                <a:spcPts val="0"/>
              </a:spcAft>
              <a:buClr>
                <a:srgbClr val="434343"/>
              </a:buClr>
              <a:buSzPts val="1400"/>
              <a:buChar char="●"/>
              <a:defRPr>
                <a:solidFill>
                  <a:srgbClr val="434343"/>
                </a:solidFill>
              </a:defRPr>
            </a:lvl4pPr>
            <a:lvl5pPr indent="-317500" lvl="4" marL="2286000" rtl="0">
              <a:lnSpc>
                <a:spcPct val="115000"/>
              </a:lnSpc>
              <a:spcBef>
                <a:spcPts val="0"/>
              </a:spcBef>
              <a:spcAft>
                <a:spcPts val="0"/>
              </a:spcAft>
              <a:buClr>
                <a:srgbClr val="434343"/>
              </a:buClr>
              <a:buSzPts val="1400"/>
              <a:buChar char="○"/>
              <a:defRPr>
                <a:solidFill>
                  <a:srgbClr val="434343"/>
                </a:solidFill>
              </a:defRPr>
            </a:lvl5pPr>
            <a:lvl6pPr indent="-317500" lvl="5" marL="2743200" rtl="0">
              <a:lnSpc>
                <a:spcPct val="115000"/>
              </a:lnSpc>
              <a:spcBef>
                <a:spcPts val="0"/>
              </a:spcBef>
              <a:spcAft>
                <a:spcPts val="0"/>
              </a:spcAft>
              <a:buClr>
                <a:srgbClr val="434343"/>
              </a:buClr>
              <a:buSzPts val="1400"/>
              <a:buChar char="■"/>
              <a:defRPr>
                <a:solidFill>
                  <a:srgbClr val="434343"/>
                </a:solidFill>
              </a:defRPr>
            </a:lvl6pPr>
            <a:lvl7pPr indent="-317500" lvl="6" marL="3200400" rtl="0">
              <a:lnSpc>
                <a:spcPct val="115000"/>
              </a:lnSpc>
              <a:spcBef>
                <a:spcPts val="0"/>
              </a:spcBef>
              <a:spcAft>
                <a:spcPts val="0"/>
              </a:spcAft>
              <a:buClr>
                <a:srgbClr val="434343"/>
              </a:buClr>
              <a:buSzPts val="1400"/>
              <a:buChar char="●"/>
              <a:defRPr>
                <a:solidFill>
                  <a:srgbClr val="434343"/>
                </a:solidFill>
              </a:defRPr>
            </a:lvl7pPr>
            <a:lvl8pPr indent="-317500" lvl="7" marL="3657600" rtl="0">
              <a:lnSpc>
                <a:spcPct val="115000"/>
              </a:lnSpc>
              <a:spcBef>
                <a:spcPts val="0"/>
              </a:spcBef>
              <a:spcAft>
                <a:spcPts val="0"/>
              </a:spcAft>
              <a:buClr>
                <a:srgbClr val="434343"/>
              </a:buClr>
              <a:buSzPts val="1400"/>
              <a:buChar char="○"/>
              <a:defRPr>
                <a:solidFill>
                  <a:srgbClr val="434343"/>
                </a:solidFill>
              </a:defRPr>
            </a:lvl8pPr>
            <a:lvl9pPr indent="-317500" lvl="8" marL="4114800" rtl="0">
              <a:lnSpc>
                <a:spcPct val="115000"/>
              </a:lnSpc>
              <a:spcBef>
                <a:spcPts val="0"/>
              </a:spcBef>
              <a:spcAft>
                <a:spcPts val="0"/>
              </a:spcAft>
              <a:buClr>
                <a:srgbClr val="434343"/>
              </a:buClr>
              <a:buSzPts val="1400"/>
              <a:buChar char="■"/>
              <a:defRPr>
                <a:solidFill>
                  <a:srgbClr val="434343"/>
                </a:solidFill>
              </a:defRPr>
            </a:lvl9pPr>
          </a:lstStyle>
          <a:p/>
        </p:txBody>
      </p:sp>
      <p:sp>
        <p:nvSpPr>
          <p:cNvPr id="83" name="Google Shape;83;p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rgbClr val="434343"/>
                </a:solidFill>
              </a:defRPr>
            </a:lvl1pPr>
            <a:lvl2pPr lvl="1">
              <a:buNone/>
              <a:defRPr>
                <a:solidFill>
                  <a:srgbClr val="434343"/>
                </a:solidFill>
              </a:defRPr>
            </a:lvl2pPr>
            <a:lvl3pPr lvl="2">
              <a:buNone/>
              <a:defRPr>
                <a:solidFill>
                  <a:srgbClr val="434343"/>
                </a:solidFill>
              </a:defRPr>
            </a:lvl3pPr>
            <a:lvl4pPr lvl="3">
              <a:buNone/>
              <a:defRPr>
                <a:solidFill>
                  <a:srgbClr val="434343"/>
                </a:solidFill>
              </a:defRPr>
            </a:lvl4pPr>
            <a:lvl5pPr lvl="4">
              <a:buNone/>
              <a:defRPr>
                <a:solidFill>
                  <a:srgbClr val="434343"/>
                </a:solidFill>
              </a:defRPr>
            </a:lvl5pPr>
            <a:lvl6pPr lvl="5">
              <a:buNone/>
              <a:defRPr>
                <a:solidFill>
                  <a:srgbClr val="434343"/>
                </a:solidFill>
              </a:defRPr>
            </a:lvl6pPr>
            <a:lvl7pPr lvl="6">
              <a:buNone/>
              <a:defRPr>
                <a:solidFill>
                  <a:srgbClr val="434343"/>
                </a:solidFill>
              </a:defRPr>
            </a:lvl7pPr>
            <a:lvl8pPr lvl="7">
              <a:buNone/>
              <a:defRPr>
                <a:solidFill>
                  <a:srgbClr val="434343"/>
                </a:solidFill>
              </a:defRPr>
            </a:lvl8pPr>
            <a:lvl9pPr lvl="8">
              <a:buNone/>
              <a:defRPr>
                <a:solidFill>
                  <a:srgbClr val="43434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4" name="Shape 84"/>
        <p:cNvGrpSpPr/>
        <p:nvPr/>
      </p:nvGrpSpPr>
      <p:grpSpPr>
        <a:xfrm>
          <a:off x="0" y="0"/>
          <a:ext cx="0" cy="0"/>
          <a:chOff x="0" y="0"/>
          <a:chExt cx="0" cy="0"/>
        </a:xfrm>
      </p:grpSpPr>
      <p:grpSp>
        <p:nvGrpSpPr>
          <p:cNvPr id="85" name="Google Shape;85;p5"/>
          <p:cNvGrpSpPr/>
          <p:nvPr/>
        </p:nvGrpSpPr>
        <p:grpSpPr>
          <a:xfrm>
            <a:off x="-231525" y="180750"/>
            <a:ext cx="9179850" cy="5057325"/>
            <a:chOff x="-231525" y="180750"/>
            <a:chExt cx="9179850" cy="5057325"/>
          </a:xfrm>
        </p:grpSpPr>
        <p:sp>
          <p:nvSpPr>
            <p:cNvPr id="86" name="Google Shape;86;p5"/>
            <p:cNvSpPr/>
            <p:nvPr/>
          </p:nvSpPr>
          <p:spPr>
            <a:xfrm>
              <a:off x="-231525" y="3951075"/>
              <a:ext cx="841200" cy="1287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7" name="Google Shape;87;p5"/>
            <p:cNvSpPr/>
            <p:nvPr/>
          </p:nvSpPr>
          <p:spPr>
            <a:xfrm>
              <a:off x="4168425" y="180750"/>
              <a:ext cx="4779900" cy="4782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88" name="Google Shape;88;p5"/>
          <p:cNvGrpSpPr/>
          <p:nvPr/>
        </p:nvGrpSpPr>
        <p:grpSpPr>
          <a:xfrm>
            <a:off x="-108850" y="-90654"/>
            <a:ext cx="9361500" cy="5281188"/>
            <a:chOff x="-108850" y="-94500"/>
            <a:chExt cx="9361500" cy="5601600"/>
          </a:xfrm>
        </p:grpSpPr>
        <p:cxnSp>
          <p:nvCxnSpPr>
            <p:cNvPr id="89" name="Google Shape;89;p5"/>
            <p:cNvCxnSpPr/>
            <p:nvPr/>
          </p:nvCxnSpPr>
          <p:spPr>
            <a:xfrm>
              <a:off x="-9400" y="-94500"/>
              <a:ext cx="0" cy="5601600"/>
            </a:xfrm>
            <a:prstGeom prst="straightConnector1">
              <a:avLst/>
            </a:prstGeom>
            <a:noFill/>
            <a:ln cap="flat" cmpd="sng" w="9525">
              <a:solidFill>
                <a:schemeClr val="lt1"/>
              </a:solidFill>
              <a:prstDash val="solid"/>
              <a:round/>
              <a:headEnd len="med" w="med" type="none"/>
              <a:tailEnd len="med" w="med" type="none"/>
            </a:ln>
          </p:spPr>
        </p:cxnSp>
        <p:cxnSp>
          <p:nvCxnSpPr>
            <p:cNvPr id="90" name="Google Shape;90;p5"/>
            <p:cNvCxnSpPr/>
            <p:nvPr/>
          </p:nvCxnSpPr>
          <p:spPr>
            <a:xfrm>
              <a:off x="9144000" y="-94500"/>
              <a:ext cx="0" cy="5576100"/>
            </a:xfrm>
            <a:prstGeom prst="straightConnector1">
              <a:avLst/>
            </a:prstGeom>
            <a:noFill/>
            <a:ln cap="flat" cmpd="sng" w="9525">
              <a:solidFill>
                <a:schemeClr val="lt1"/>
              </a:solidFill>
              <a:prstDash val="solid"/>
              <a:round/>
              <a:headEnd len="med" w="med" type="none"/>
              <a:tailEnd len="med" w="med" type="none"/>
            </a:ln>
          </p:spPr>
        </p:cxnSp>
        <p:cxnSp>
          <p:nvCxnSpPr>
            <p:cNvPr id="91" name="Google Shape;91;p5"/>
            <p:cNvCxnSpPr/>
            <p:nvPr/>
          </p:nvCxnSpPr>
          <p:spPr>
            <a:xfrm>
              <a:off x="4571900"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92" name="Google Shape;92;p5"/>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93" name="Google Shape;93;p5"/>
            <p:cNvCxnSpPr/>
            <p:nvPr/>
          </p:nvCxnSpPr>
          <p:spPr>
            <a:xfrm>
              <a:off x="6857950"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94" name="Google Shape;94;p5"/>
            <p:cNvCxnSpPr/>
            <p:nvPr/>
          </p:nvCxnSpPr>
          <p:spPr>
            <a:xfrm>
              <a:off x="2281250"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95" name="Google Shape;95;p5"/>
            <p:cNvCxnSpPr/>
            <p:nvPr/>
          </p:nvCxnSpPr>
          <p:spPr>
            <a:xfrm>
              <a:off x="3426575"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96" name="Google Shape;96;p5"/>
            <p:cNvCxnSpPr/>
            <p:nvPr/>
          </p:nvCxnSpPr>
          <p:spPr>
            <a:xfrm>
              <a:off x="5714925"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97" name="Google Shape;97;p5"/>
            <p:cNvCxnSpPr/>
            <p:nvPr/>
          </p:nvCxnSpPr>
          <p:spPr>
            <a:xfrm>
              <a:off x="8000975" y="-94500"/>
              <a:ext cx="0" cy="5588100"/>
            </a:xfrm>
            <a:prstGeom prst="straightConnector1">
              <a:avLst/>
            </a:prstGeom>
            <a:noFill/>
            <a:ln cap="flat" cmpd="sng" w="9525">
              <a:solidFill>
                <a:schemeClr val="lt1"/>
              </a:solidFill>
              <a:prstDash val="solid"/>
              <a:round/>
              <a:headEnd len="med" w="med" type="none"/>
              <a:tailEnd len="med" w="med" type="none"/>
            </a:ln>
          </p:spPr>
        </p:cxnSp>
        <p:cxnSp>
          <p:nvCxnSpPr>
            <p:cNvPr id="98" name="Google Shape;98;p5"/>
            <p:cNvCxnSpPr/>
            <p:nvPr/>
          </p:nvCxnSpPr>
          <p:spPr>
            <a:xfrm>
              <a:off x="1135925"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99" name="Google Shape;99;p5"/>
            <p:cNvCxnSpPr/>
            <p:nvPr/>
          </p:nvCxnSpPr>
          <p:spPr>
            <a:xfrm>
              <a:off x="4571900" y="-195200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100" name="Google Shape;100;p5"/>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101" name="Google Shape;101;p5"/>
            <p:cNvCxnSpPr/>
            <p:nvPr/>
          </p:nvCxnSpPr>
          <p:spPr>
            <a:xfrm>
              <a:off x="4571900" y="3340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102" name="Google Shape;102;p5"/>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103" name="Google Shape;103;p5"/>
            <p:cNvCxnSpPr/>
            <p:nvPr/>
          </p:nvCxnSpPr>
          <p:spPr>
            <a:xfrm>
              <a:off x="4571900" y="-3097325"/>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104" name="Google Shape;104;p5"/>
            <p:cNvCxnSpPr/>
            <p:nvPr/>
          </p:nvCxnSpPr>
          <p:spPr>
            <a:xfrm>
              <a:off x="4571900" y="-808975"/>
              <a:ext cx="0" cy="9361500"/>
            </a:xfrm>
            <a:prstGeom prst="straightConnector1">
              <a:avLst/>
            </a:prstGeom>
            <a:noFill/>
            <a:ln cap="flat" cmpd="sng" w="9525">
              <a:solidFill>
                <a:schemeClr val="lt1"/>
              </a:solidFill>
              <a:prstDash val="solid"/>
              <a:round/>
              <a:headEnd len="med" w="med" type="none"/>
              <a:tailEnd len="med" w="med" type="none"/>
            </a:ln>
          </p:spPr>
        </p:cxnSp>
      </p:grpSp>
      <p:sp>
        <p:nvSpPr>
          <p:cNvPr id="105" name="Google Shape;105;p5"/>
          <p:cNvSpPr/>
          <p:nvPr/>
        </p:nvSpPr>
        <p:spPr>
          <a:xfrm>
            <a:off x="409500" y="409500"/>
            <a:ext cx="8325000" cy="43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6" name="Google Shape;106;p5"/>
          <p:cNvSpPr txBox="1"/>
          <p:nvPr>
            <p:ph idx="1" type="subTitle"/>
          </p:nvPr>
        </p:nvSpPr>
        <p:spPr>
          <a:xfrm>
            <a:off x="1428900" y="1940800"/>
            <a:ext cx="2352000" cy="356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1pPr>
            <a:lvl2pPr lvl="1"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2pPr>
            <a:lvl3pPr lvl="2"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3pPr>
            <a:lvl4pPr lvl="3"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4pPr>
            <a:lvl5pPr lvl="4"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5pPr>
            <a:lvl6pPr lvl="5"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6pPr>
            <a:lvl7pPr lvl="6"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7pPr>
            <a:lvl8pPr lvl="7"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8pPr>
            <a:lvl9pPr lvl="8"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9pPr>
          </a:lstStyle>
          <a:p/>
        </p:txBody>
      </p:sp>
      <p:sp>
        <p:nvSpPr>
          <p:cNvPr id="107" name="Google Shape;107;p5"/>
          <p:cNvSpPr txBox="1"/>
          <p:nvPr>
            <p:ph idx="2" type="subTitle"/>
          </p:nvPr>
        </p:nvSpPr>
        <p:spPr>
          <a:xfrm>
            <a:off x="1428900" y="3114425"/>
            <a:ext cx="2352000" cy="356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1pPr>
            <a:lvl2pPr lvl="1"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2pPr>
            <a:lvl3pPr lvl="2"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3pPr>
            <a:lvl4pPr lvl="3"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4pPr>
            <a:lvl5pPr lvl="4"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5pPr>
            <a:lvl6pPr lvl="5"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6pPr>
            <a:lvl7pPr lvl="6"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7pPr>
            <a:lvl8pPr lvl="7"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8pPr>
            <a:lvl9pPr lvl="8"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9pPr>
          </a:lstStyle>
          <a:p/>
        </p:txBody>
      </p:sp>
      <p:sp>
        <p:nvSpPr>
          <p:cNvPr id="108" name="Google Shape;108;p5"/>
          <p:cNvSpPr txBox="1"/>
          <p:nvPr>
            <p:ph idx="3" type="subTitle"/>
          </p:nvPr>
        </p:nvSpPr>
        <p:spPr>
          <a:xfrm>
            <a:off x="1428900" y="2297500"/>
            <a:ext cx="23520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9" name="Google Shape;109;p5"/>
          <p:cNvSpPr txBox="1"/>
          <p:nvPr>
            <p:ph idx="4" type="subTitle"/>
          </p:nvPr>
        </p:nvSpPr>
        <p:spPr>
          <a:xfrm>
            <a:off x="1428900" y="3471125"/>
            <a:ext cx="23520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0" name="Google Shape;110;p5"/>
          <p:cNvSpPr txBox="1"/>
          <p:nvPr>
            <p:ph type="title"/>
          </p:nvPr>
        </p:nvSpPr>
        <p:spPr>
          <a:xfrm>
            <a:off x="720000" y="597425"/>
            <a:ext cx="77040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1" name="Google Shape;111;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2" name="Shape 112"/>
        <p:cNvGrpSpPr/>
        <p:nvPr/>
      </p:nvGrpSpPr>
      <p:grpSpPr>
        <a:xfrm>
          <a:off x="0" y="0"/>
          <a:ext cx="0" cy="0"/>
          <a:chOff x="0" y="0"/>
          <a:chExt cx="0" cy="0"/>
        </a:xfrm>
      </p:grpSpPr>
      <p:grpSp>
        <p:nvGrpSpPr>
          <p:cNvPr id="113" name="Google Shape;113;p6"/>
          <p:cNvGrpSpPr/>
          <p:nvPr/>
        </p:nvGrpSpPr>
        <p:grpSpPr>
          <a:xfrm>
            <a:off x="-231525" y="180750"/>
            <a:ext cx="9179850" cy="5057325"/>
            <a:chOff x="-231525" y="180750"/>
            <a:chExt cx="9179850" cy="5057325"/>
          </a:xfrm>
        </p:grpSpPr>
        <p:sp>
          <p:nvSpPr>
            <p:cNvPr id="114" name="Google Shape;114;p6"/>
            <p:cNvSpPr/>
            <p:nvPr/>
          </p:nvSpPr>
          <p:spPr>
            <a:xfrm>
              <a:off x="-231525" y="3951075"/>
              <a:ext cx="841200" cy="1287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5" name="Google Shape;115;p6"/>
            <p:cNvSpPr/>
            <p:nvPr/>
          </p:nvSpPr>
          <p:spPr>
            <a:xfrm>
              <a:off x="4168425" y="180750"/>
              <a:ext cx="4779900" cy="4782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16" name="Google Shape;116;p6"/>
          <p:cNvGrpSpPr/>
          <p:nvPr/>
        </p:nvGrpSpPr>
        <p:grpSpPr>
          <a:xfrm>
            <a:off x="-108850" y="-90654"/>
            <a:ext cx="9361500" cy="5281188"/>
            <a:chOff x="-108850" y="-94500"/>
            <a:chExt cx="9361500" cy="5601600"/>
          </a:xfrm>
        </p:grpSpPr>
        <p:cxnSp>
          <p:nvCxnSpPr>
            <p:cNvPr id="117" name="Google Shape;117;p6"/>
            <p:cNvCxnSpPr/>
            <p:nvPr/>
          </p:nvCxnSpPr>
          <p:spPr>
            <a:xfrm>
              <a:off x="-9400" y="-94500"/>
              <a:ext cx="0" cy="5601600"/>
            </a:xfrm>
            <a:prstGeom prst="straightConnector1">
              <a:avLst/>
            </a:prstGeom>
            <a:noFill/>
            <a:ln cap="flat" cmpd="sng" w="9525">
              <a:solidFill>
                <a:schemeClr val="lt1"/>
              </a:solidFill>
              <a:prstDash val="solid"/>
              <a:round/>
              <a:headEnd len="med" w="med" type="none"/>
              <a:tailEnd len="med" w="med" type="none"/>
            </a:ln>
          </p:spPr>
        </p:cxnSp>
        <p:cxnSp>
          <p:nvCxnSpPr>
            <p:cNvPr id="118" name="Google Shape;118;p6"/>
            <p:cNvCxnSpPr/>
            <p:nvPr/>
          </p:nvCxnSpPr>
          <p:spPr>
            <a:xfrm>
              <a:off x="9144000" y="-94500"/>
              <a:ext cx="0" cy="5576100"/>
            </a:xfrm>
            <a:prstGeom prst="straightConnector1">
              <a:avLst/>
            </a:prstGeom>
            <a:noFill/>
            <a:ln cap="flat" cmpd="sng" w="9525">
              <a:solidFill>
                <a:schemeClr val="lt1"/>
              </a:solidFill>
              <a:prstDash val="solid"/>
              <a:round/>
              <a:headEnd len="med" w="med" type="none"/>
              <a:tailEnd len="med" w="med" type="none"/>
            </a:ln>
          </p:spPr>
        </p:cxnSp>
        <p:cxnSp>
          <p:nvCxnSpPr>
            <p:cNvPr id="119" name="Google Shape;119;p6"/>
            <p:cNvCxnSpPr/>
            <p:nvPr/>
          </p:nvCxnSpPr>
          <p:spPr>
            <a:xfrm>
              <a:off x="4571900"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120" name="Google Shape;120;p6"/>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121" name="Google Shape;121;p6"/>
            <p:cNvCxnSpPr/>
            <p:nvPr/>
          </p:nvCxnSpPr>
          <p:spPr>
            <a:xfrm>
              <a:off x="6857950"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122" name="Google Shape;122;p6"/>
            <p:cNvCxnSpPr/>
            <p:nvPr/>
          </p:nvCxnSpPr>
          <p:spPr>
            <a:xfrm>
              <a:off x="2281250"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123" name="Google Shape;123;p6"/>
            <p:cNvCxnSpPr/>
            <p:nvPr/>
          </p:nvCxnSpPr>
          <p:spPr>
            <a:xfrm>
              <a:off x="3426575"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124" name="Google Shape;124;p6"/>
            <p:cNvCxnSpPr/>
            <p:nvPr/>
          </p:nvCxnSpPr>
          <p:spPr>
            <a:xfrm>
              <a:off x="5714925"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125" name="Google Shape;125;p6"/>
            <p:cNvCxnSpPr/>
            <p:nvPr/>
          </p:nvCxnSpPr>
          <p:spPr>
            <a:xfrm>
              <a:off x="8000975" y="-94500"/>
              <a:ext cx="0" cy="5588100"/>
            </a:xfrm>
            <a:prstGeom prst="straightConnector1">
              <a:avLst/>
            </a:prstGeom>
            <a:noFill/>
            <a:ln cap="flat" cmpd="sng" w="9525">
              <a:solidFill>
                <a:schemeClr val="lt1"/>
              </a:solidFill>
              <a:prstDash val="solid"/>
              <a:round/>
              <a:headEnd len="med" w="med" type="none"/>
              <a:tailEnd len="med" w="med" type="none"/>
            </a:ln>
          </p:spPr>
        </p:cxnSp>
        <p:cxnSp>
          <p:nvCxnSpPr>
            <p:cNvPr id="126" name="Google Shape;126;p6"/>
            <p:cNvCxnSpPr/>
            <p:nvPr/>
          </p:nvCxnSpPr>
          <p:spPr>
            <a:xfrm>
              <a:off x="1135925"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127" name="Google Shape;127;p6"/>
            <p:cNvCxnSpPr/>
            <p:nvPr/>
          </p:nvCxnSpPr>
          <p:spPr>
            <a:xfrm>
              <a:off x="4571900" y="-195200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128" name="Google Shape;128;p6"/>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129" name="Google Shape;129;p6"/>
            <p:cNvCxnSpPr/>
            <p:nvPr/>
          </p:nvCxnSpPr>
          <p:spPr>
            <a:xfrm>
              <a:off x="4571900" y="3340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130" name="Google Shape;130;p6"/>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131" name="Google Shape;131;p6"/>
            <p:cNvCxnSpPr/>
            <p:nvPr/>
          </p:nvCxnSpPr>
          <p:spPr>
            <a:xfrm>
              <a:off x="4571900" y="-3097325"/>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132" name="Google Shape;132;p6"/>
            <p:cNvCxnSpPr/>
            <p:nvPr/>
          </p:nvCxnSpPr>
          <p:spPr>
            <a:xfrm>
              <a:off x="4571900" y="-808975"/>
              <a:ext cx="0" cy="9361500"/>
            </a:xfrm>
            <a:prstGeom prst="straightConnector1">
              <a:avLst/>
            </a:prstGeom>
            <a:noFill/>
            <a:ln cap="flat" cmpd="sng" w="9525">
              <a:solidFill>
                <a:schemeClr val="lt1"/>
              </a:solidFill>
              <a:prstDash val="solid"/>
              <a:round/>
              <a:headEnd len="med" w="med" type="none"/>
              <a:tailEnd len="med" w="med" type="none"/>
            </a:ln>
          </p:spPr>
        </p:cxnSp>
      </p:grpSp>
      <p:sp>
        <p:nvSpPr>
          <p:cNvPr id="133" name="Google Shape;133;p6"/>
          <p:cNvSpPr/>
          <p:nvPr/>
        </p:nvSpPr>
        <p:spPr>
          <a:xfrm>
            <a:off x="409500" y="409500"/>
            <a:ext cx="8325000" cy="43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4" name="Google Shape;134;p6"/>
          <p:cNvSpPr txBox="1"/>
          <p:nvPr>
            <p:ph type="title"/>
          </p:nvPr>
        </p:nvSpPr>
        <p:spPr>
          <a:xfrm>
            <a:off x="720000" y="597425"/>
            <a:ext cx="77040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5" name="Google Shape;135;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6" name="Shape 136"/>
        <p:cNvGrpSpPr/>
        <p:nvPr/>
      </p:nvGrpSpPr>
      <p:grpSpPr>
        <a:xfrm>
          <a:off x="0" y="0"/>
          <a:ext cx="0" cy="0"/>
          <a:chOff x="0" y="0"/>
          <a:chExt cx="0" cy="0"/>
        </a:xfrm>
      </p:grpSpPr>
      <p:grpSp>
        <p:nvGrpSpPr>
          <p:cNvPr id="137" name="Google Shape;137;p7"/>
          <p:cNvGrpSpPr/>
          <p:nvPr/>
        </p:nvGrpSpPr>
        <p:grpSpPr>
          <a:xfrm>
            <a:off x="-231525" y="180750"/>
            <a:ext cx="9179850" cy="5057325"/>
            <a:chOff x="-231525" y="180750"/>
            <a:chExt cx="9179850" cy="5057325"/>
          </a:xfrm>
        </p:grpSpPr>
        <p:sp>
          <p:nvSpPr>
            <p:cNvPr id="138" name="Google Shape;138;p7"/>
            <p:cNvSpPr/>
            <p:nvPr/>
          </p:nvSpPr>
          <p:spPr>
            <a:xfrm>
              <a:off x="-231525" y="3951075"/>
              <a:ext cx="841200" cy="1287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9" name="Google Shape;139;p7"/>
            <p:cNvSpPr/>
            <p:nvPr/>
          </p:nvSpPr>
          <p:spPr>
            <a:xfrm>
              <a:off x="4168425" y="180750"/>
              <a:ext cx="4779900" cy="4782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40" name="Google Shape;140;p7"/>
          <p:cNvGrpSpPr/>
          <p:nvPr/>
        </p:nvGrpSpPr>
        <p:grpSpPr>
          <a:xfrm>
            <a:off x="-108850" y="-90654"/>
            <a:ext cx="9361500" cy="5281188"/>
            <a:chOff x="-108850" y="-94500"/>
            <a:chExt cx="9361500" cy="5601600"/>
          </a:xfrm>
        </p:grpSpPr>
        <p:cxnSp>
          <p:nvCxnSpPr>
            <p:cNvPr id="141" name="Google Shape;141;p7"/>
            <p:cNvCxnSpPr/>
            <p:nvPr/>
          </p:nvCxnSpPr>
          <p:spPr>
            <a:xfrm>
              <a:off x="-9400" y="-94500"/>
              <a:ext cx="0" cy="5601600"/>
            </a:xfrm>
            <a:prstGeom prst="straightConnector1">
              <a:avLst/>
            </a:prstGeom>
            <a:noFill/>
            <a:ln cap="flat" cmpd="sng" w="9525">
              <a:solidFill>
                <a:schemeClr val="lt1"/>
              </a:solidFill>
              <a:prstDash val="solid"/>
              <a:round/>
              <a:headEnd len="med" w="med" type="none"/>
              <a:tailEnd len="med" w="med" type="none"/>
            </a:ln>
          </p:spPr>
        </p:cxnSp>
        <p:cxnSp>
          <p:nvCxnSpPr>
            <p:cNvPr id="142" name="Google Shape;142;p7"/>
            <p:cNvCxnSpPr/>
            <p:nvPr/>
          </p:nvCxnSpPr>
          <p:spPr>
            <a:xfrm>
              <a:off x="9144000" y="-94500"/>
              <a:ext cx="0" cy="5576100"/>
            </a:xfrm>
            <a:prstGeom prst="straightConnector1">
              <a:avLst/>
            </a:prstGeom>
            <a:noFill/>
            <a:ln cap="flat" cmpd="sng" w="9525">
              <a:solidFill>
                <a:schemeClr val="lt1"/>
              </a:solidFill>
              <a:prstDash val="solid"/>
              <a:round/>
              <a:headEnd len="med" w="med" type="none"/>
              <a:tailEnd len="med" w="med" type="none"/>
            </a:ln>
          </p:spPr>
        </p:cxnSp>
        <p:cxnSp>
          <p:nvCxnSpPr>
            <p:cNvPr id="143" name="Google Shape;143;p7"/>
            <p:cNvCxnSpPr/>
            <p:nvPr/>
          </p:nvCxnSpPr>
          <p:spPr>
            <a:xfrm>
              <a:off x="4571900"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144" name="Google Shape;144;p7"/>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145" name="Google Shape;145;p7"/>
            <p:cNvCxnSpPr/>
            <p:nvPr/>
          </p:nvCxnSpPr>
          <p:spPr>
            <a:xfrm>
              <a:off x="6857950"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146" name="Google Shape;146;p7"/>
            <p:cNvCxnSpPr/>
            <p:nvPr/>
          </p:nvCxnSpPr>
          <p:spPr>
            <a:xfrm>
              <a:off x="2281250"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147" name="Google Shape;147;p7"/>
            <p:cNvCxnSpPr/>
            <p:nvPr/>
          </p:nvCxnSpPr>
          <p:spPr>
            <a:xfrm>
              <a:off x="3426575"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148" name="Google Shape;148;p7"/>
            <p:cNvCxnSpPr/>
            <p:nvPr/>
          </p:nvCxnSpPr>
          <p:spPr>
            <a:xfrm>
              <a:off x="5714925"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149" name="Google Shape;149;p7"/>
            <p:cNvCxnSpPr/>
            <p:nvPr/>
          </p:nvCxnSpPr>
          <p:spPr>
            <a:xfrm>
              <a:off x="8000975" y="-94500"/>
              <a:ext cx="0" cy="5588100"/>
            </a:xfrm>
            <a:prstGeom prst="straightConnector1">
              <a:avLst/>
            </a:prstGeom>
            <a:noFill/>
            <a:ln cap="flat" cmpd="sng" w="9525">
              <a:solidFill>
                <a:schemeClr val="lt1"/>
              </a:solidFill>
              <a:prstDash val="solid"/>
              <a:round/>
              <a:headEnd len="med" w="med" type="none"/>
              <a:tailEnd len="med" w="med" type="none"/>
            </a:ln>
          </p:spPr>
        </p:cxnSp>
        <p:cxnSp>
          <p:nvCxnSpPr>
            <p:cNvPr id="150" name="Google Shape;150;p7"/>
            <p:cNvCxnSpPr/>
            <p:nvPr/>
          </p:nvCxnSpPr>
          <p:spPr>
            <a:xfrm>
              <a:off x="1135925"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151" name="Google Shape;151;p7"/>
            <p:cNvCxnSpPr/>
            <p:nvPr/>
          </p:nvCxnSpPr>
          <p:spPr>
            <a:xfrm>
              <a:off x="4571900" y="-195200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152" name="Google Shape;152;p7"/>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153" name="Google Shape;153;p7"/>
            <p:cNvCxnSpPr/>
            <p:nvPr/>
          </p:nvCxnSpPr>
          <p:spPr>
            <a:xfrm>
              <a:off x="4571900" y="3340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154" name="Google Shape;154;p7"/>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155" name="Google Shape;155;p7"/>
            <p:cNvCxnSpPr/>
            <p:nvPr/>
          </p:nvCxnSpPr>
          <p:spPr>
            <a:xfrm>
              <a:off x="4571900" y="-3097325"/>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156" name="Google Shape;156;p7"/>
            <p:cNvCxnSpPr/>
            <p:nvPr/>
          </p:nvCxnSpPr>
          <p:spPr>
            <a:xfrm>
              <a:off x="4571900" y="-808975"/>
              <a:ext cx="0" cy="9361500"/>
            </a:xfrm>
            <a:prstGeom prst="straightConnector1">
              <a:avLst/>
            </a:prstGeom>
            <a:noFill/>
            <a:ln cap="flat" cmpd="sng" w="9525">
              <a:solidFill>
                <a:schemeClr val="lt1"/>
              </a:solidFill>
              <a:prstDash val="solid"/>
              <a:round/>
              <a:headEnd len="med" w="med" type="none"/>
              <a:tailEnd len="med" w="med" type="none"/>
            </a:ln>
          </p:spPr>
        </p:cxnSp>
      </p:grpSp>
      <p:sp>
        <p:nvSpPr>
          <p:cNvPr id="157" name="Google Shape;157;p7"/>
          <p:cNvSpPr/>
          <p:nvPr/>
        </p:nvSpPr>
        <p:spPr>
          <a:xfrm>
            <a:off x="409500" y="409500"/>
            <a:ext cx="8325000" cy="43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8" name="Google Shape;158;p7"/>
          <p:cNvSpPr txBox="1"/>
          <p:nvPr>
            <p:ph idx="1" type="body"/>
          </p:nvPr>
        </p:nvSpPr>
        <p:spPr>
          <a:xfrm>
            <a:off x="720000" y="1152475"/>
            <a:ext cx="3322200" cy="34164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rgbClr val="434343"/>
              </a:buClr>
              <a:buSzPts val="1400"/>
              <a:buChar char="●"/>
              <a:defRPr sz="1400">
                <a:solidFill>
                  <a:srgbClr val="434343"/>
                </a:solidFill>
              </a:defRPr>
            </a:lvl1pPr>
            <a:lvl2pPr indent="-317500" lvl="1" marL="914400" rtl="0">
              <a:lnSpc>
                <a:spcPct val="115000"/>
              </a:lnSpc>
              <a:spcBef>
                <a:spcPts val="0"/>
              </a:spcBef>
              <a:spcAft>
                <a:spcPts val="0"/>
              </a:spcAft>
              <a:buClr>
                <a:srgbClr val="434343"/>
              </a:buClr>
              <a:buSzPts val="1400"/>
              <a:buChar char="○"/>
              <a:defRPr>
                <a:solidFill>
                  <a:srgbClr val="434343"/>
                </a:solidFill>
              </a:defRPr>
            </a:lvl2pPr>
            <a:lvl3pPr indent="-317500" lvl="2" marL="1371600" rtl="0">
              <a:lnSpc>
                <a:spcPct val="115000"/>
              </a:lnSpc>
              <a:spcBef>
                <a:spcPts val="0"/>
              </a:spcBef>
              <a:spcAft>
                <a:spcPts val="0"/>
              </a:spcAft>
              <a:buClr>
                <a:srgbClr val="434343"/>
              </a:buClr>
              <a:buSzPts val="1400"/>
              <a:buChar char="■"/>
              <a:defRPr>
                <a:solidFill>
                  <a:srgbClr val="434343"/>
                </a:solidFill>
              </a:defRPr>
            </a:lvl3pPr>
            <a:lvl4pPr indent="-317500" lvl="3" marL="1828800" rtl="0">
              <a:lnSpc>
                <a:spcPct val="115000"/>
              </a:lnSpc>
              <a:spcBef>
                <a:spcPts val="0"/>
              </a:spcBef>
              <a:spcAft>
                <a:spcPts val="0"/>
              </a:spcAft>
              <a:buClr>
                <a:srgbClr val="434343"/>
              </a:buClr>
              <a:buSzPts val="1400"/>
              <a:buChar char="●"/>
              <a:defRPr>
                <a:solidFill>
                  <a:srgbClr val="434343"/>
                </a:solidFill>
              </a:defRPr>
            </a:lvl4pPr>
            <a:lvl5pPr indent="-317500" lvl="4" marL="2286000" rtl="0">
              <a:lnSpc>
                <a:spcPct val="115000"/>
              </a:lnSpc>
              <a:spcBef>
                <a:spcPts val="0"/>
              </a:spcBef>
              <a:spcAft>
                <a:spcPts val="0"/>
              </a:spcAft>
              <a:buClr>
                <a:srgbClr val="434343"/>
              </a:buClr>
              <a:buSzPts val="1400"/>
              <a:buChar char="○"/>
              <a:defRPr>
                <a:solidFill>
                  <a:srgbClr val="434343"/>
                </a:solidFill>
              </a:defRPr>
            </a:lvl5pPr>
            <a:lvl6pPr indent="-317500" lvl="5" marL="2743200" rtl="0">
              <a:lnSpc>
                <a:spcPct val="115000"/>
              </a:lnSpc>
              <a:spcBef>
                <a:spcPts val="0"/>
              </a:spcBef>
              <a:spcAft>
                <a:spcPts val="0"/>
              </a:spcAft>
              <a:buClr>
                <a:srgbClr val="434343"/>
              </a:buClr>
              <a:buSzPts val="1400"/>
              <a:buChar char="■"/>
              <a:defRPr>
                <a:solidFill>
                  <a:srgbClr val="434343"/>
                </a:solidFill>
              </a:defRPr>
            </a:lvl6pPr>
            <a:lvl7pPr indent="-317500" lvl="6" marL="3200400" rtl="0">
              <a:lnSpc>
                <a:spcPct val="115000"/>
              </a:lnSpc>
              <a:spcBef>
                <a:spcPts val="0"/>
              </a:spcBef>
              <a:spcAft>
                <a:spcPts val="0"/>
              </a:spcAft>
              <a:buClr>
                <a:srgbClr val="434343"/>
              </a:buClr>
              <a:buSzPts val="1400"/>
              <a:buChar char="●"/>
              <a:defRPr>
                <a:solidFill>
                  <a:srgbClr val="434343"/>
                </a:solidFill>
              </a:defRPr>
            </a:lvl7pPr>
            <a:lvl8pPr indent="-317500" lvl="7" marL="3657600" rtl="0">
              <a:lnSpc>
                <a:spcPct val="115000"/>
              </a:lnSpc>
              <a:spcBef>
                <a:spcPts val="0"/>
              </a:spcBef>
              <a:spcAft>
                <a:spcPts val="0"/>
              </a:spcAft>
              <a:buClr>
                <a:srgbClr val="434343"/>
              </a:buClr>
              <a:buSzPts val="1400"/>
              <a:buChar char="○"/>
              <a:defRPr>
                <a:solidFill>
                  <a:srgbClr val="434343"/>
                </a:solidFill>
              </a:defRPr>
            </a:lvl8pPr>
            <a:lvl9pPr indent="-317500" lvl="8" marL="4114800" rtl="0">
              <a:lnSpc>
                <a:spcPct val="115000"/>
              </a:lnSpc>
              <a:spcBef>
                <a:spcPts val="0"/>
              </a:spcBef>
              <a:spcAft>
                <a:spcPts val="0"/>
              </a:spcAft>
              <a:buClr>
                <a:srgbClr val="434343"/>
              </a:buClr>
              <a:buSzPts val="1400"/>
              <a:buChar char="■"/>
              <a:defRPr>
                <a:solidFill>
                  <a:srgbClr val="434343"/>
                </a:solidFill>
              </a:defRPr>
            </a:lvl9pPr>
          </a:lstStyle>
          <a:p/>
        </p:txBody>
      </p:sp>
      <p:sp>
        <p:nvSpPr>
          <p:cNvPr id="159" name="Google Shape;159;p7"/>
          <p:cNvSpPr txBox="1"/>
          <p:nvPr>
            <p:ph type="title"/>
          </p:nvPr>
        </p:nvSpPr>
        <p:spPr>
          <a:xfrm>
            <a:off x="720000" y="597425"/>
            <a:ext cx="77040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0" name="Google Shape;160;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rgbClr val="434343"/>
                </a:solidFill>
              </a:defRPr>
            </a:lvl1pPr>
            <a:lvl2pPr lvl="1">
              <a:buNone/>
              <a:defRPr>
                <a:solidFill>
                  <a:srgbClr val="434343"/>
                </a:solidFill>
              </a:defRPr>
            </a:lvl2pPr>
            <a:lvl3pPr lvl="2">
              <a:buNone/>
              <a:defRPr>
                <a:solidFill>
                  <a:srgbClr val="434343"/>
                </a:solidFill>
              </a:defRPr>
            </a:lvl3pPr>
            <a:lvl4pPr lvl="3">
              <a:buNone/>
              <a:defRPr>
                <a:solidFill>
                  <a:srgbClr val="434343"/>
                </a:solidFill>
              </a:defRPr>
            </a:lvl4pPr>
            <a:lvl5pPr lvl="4">
              <a:buNone/>
              <a:defRPr>
                <a:solidFill>
                  <a:srgbClr val="434343"/>
                </a:solidFill>
              </a:defRPr>
            </a:lvl5pPr>
            <a:lvl6pPr lvl="5">
              <a:buNone/>
              <a:defRPr>
                <a:solidFill>
                  <a:srgbClr val="434343"/>
                </a:solidFill>
              </a:defRPr>
            </a:lvl6pPr>
            <a:lvl7pPr lvl="6">
              <a:buNone/>
              <a:defRPr>
                <a:solidFill>
                  <a:srgbClr val="434343"/>
                </a:solidFill>
              </a:defRPr>
            </a:lvl7pPr>
            <a:lvl8pPr lvl="7">
              <a:buNone/>
              <a:defRPr>
                <a:solidFill>
                  <a:srgbClr val="434343"/>
                </a:solidFill>
              </a:defRPr>
            </a:lvl8pPr>
            <a:lvl9pPr lvl="8">
              <a:buNone/>
              <a:defRPr>
                <a:solidFill>
                  <a:srgbClr val="43434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61" name="Shape 161"/>
        <p:cNvGrpSpPr/>
        <p:nvPr/>
      </p:nvGrpSpPr>
      <p:grpSpPr>
        <a:xfrm>
          <a:off x="0" y="0"/>
          <a:ext cx="0" cy="0"/>
          <a:chOff x="0" y="0"/>
          <a:chExt cx="0" cy="0"/>
        </a:xfrm>
      </p:grpSpPr>
      <p:grpSp>
        <p:nvGrpSpPr>
          <p:cNvPr id="162" name="Google Shape;162;p8"/>
          <p:cNvGrpSpPr/>
          <p:nvPr/>
        </p:nvGrpSpPr>
        <p:grpSpPr>
          <a:xfrm>
            <a:off x="182575" y="180750"/>
            <a:ext cx="9069975" cy="4782000"/>
            <a:chOff x="182575" y="180750"/>
            <a:chExt cx="9069975" cy="4782000"/>
          </a:xfrm>
        </p:grpSpPr>
        <p:sp>
          <p:nvSpPr>
            <p:cNvPr id="163" name="Google Shape;163;p8"/>
            <p:cNvSpPr/>
            <p:nvPr/>
          </p:nvSpPr>
          <p:spPr>
            <a:xfrm flipH="1" rot="10800000">
              <a:off x="7329850" y="3217900"/>
              <a:ext cx="1922700" cy="9057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4" name="Google Shape;164;p8"/>
            <p:cNvSpPr/>
            <p:nvPr/>
          </p:nvSpPr>
          <p:spPr>
            <a:xfrm>
              <a:off x="182575" y="180750"/>
              <a:ext cx="4779900" cy="4782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65" name="Google Shape;165;p8"/>
          <p:cNvGrpSpPr/>
          <p:nvPr/>
        </p:nvGrpSpPr>
        <p:grpSpPr>
          <a:xfrm>
            <a:off x="-108850" y="-90654"/>
            <a:ext cx="9361500" cy="5281188"/>
            <a:chOff x="-108850" y="-94500"/>
            <a:chExt cx="9361500" cy="5601600"/>
          </a:xfrm>
        </p:grpSpPr>
        <p:cxnSp>
          <p:nvCxnSpPr>
            <p:cNvPr id="166" name="Google Shape;166;p8"/>
            <p:cNvCxnSpPr/>
            <p:nvPr/>
          </p:nvCxnSpPr>
          <p:spPr>
            <a:xfrm>
              <a:off x="-9400" y="-94500"/>
              <a:ext cx="0" cy="5601600"/>
            </a:xfrm>
            <a:prstGeom prst="straightConnector1">
              <a:avLst/>
            </a:prstGeom>
            <a:noFill/>
            <a:ln cap="flat" cmpd="sng" w="9525">
              <a:solidFill>
                <a:schemeClr val="lt1"/>
              </a:solidFill>
              <a:prstDash val="solid"/>
              <a:round/>
              <a:headEnd len="med" w="med" type="none"/>
              <a:tailEnd len="med" w="med" type="none"/>
            </a:ln>
          </p:spPr>
        </p:cxnSp>
        <p:cxnSp>
          <p:nvCxnSpPr>
            <p:cNvPr id="167" name="Google Shape;167;p8"/>
            <p:cNvCxnSpPr/>
            <p:nvPr/>
          </p:nvCxnSpPr>
          <p:spPr>
            <a:xfrm>
              <a:off x="9144000" y="-94500"/>
              <a:ext cx="0" cy="5576100"/>
            </a:xfrm>
            <a:prstGeom prst="straightConnector1">
              <a:avLst/>
            </a:prstGeom>
            <a:noFill/>
            <a:ln cap="flat" cmpd="sng" w="9525">
              <a:solidFill>
                <a:schemeClr val="lt1"/>
              </a:solidFill>
              <a:prstDash val="solid"/>
              <a:round/>
              <a:headEnd len="med" w="med" type="none"/>
              <a:tailEnd len="med" w="med" type="none"/>
            </a:ln>
          </p:spPr>
        </p:cxnSp>
        <p:cxnSp>
          <p:nvCxnSpPr>
            <p:cNvPr id="168" name="Google Shape;168;p8"/>
            <p:cNvCxnSpPr/>
            <p:nvPr/>
          </p:nvCxnSpPr>
          <p:spPr>
            <a:xfrm>
              <a:off x="4571900"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169" name="Google Shape;169;p8"/>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170" name="Google Shape;170;p8"/>
            <p:cNvCxnSpPr/>
            <p:nvPr/>
          </p:nvCxnSpPr>
          <p:spPr>
            <a:xfrm>
              <a:off x="6857950"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171" name="Google Shape;171;p8"/>
            <p:cNvCxnSpPr/>
            <p:nvPr/>
          </p:nvCxnSpPr>
          <p:spPr>
            <a:xfrm>
              <a:off x="2281250"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172" name="Google Shape;172;p8"/>
            <p:cNvCxnSpPr/>
            <p:nvPr/>
          </p:nvCxnSpPr>
          <p:spPr>
            <a:xfrm>
              <a:off x="3426575"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173" name="Google Shape;173;p8"/>
            <p:cNvCxnSpPr/>
            <p:nvPr/>
          </p:nvCxnSpPr>
          <p:spPr>
            <a:xfrm>
              <a:off x="5714925"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174" name="Google Shape;174;p8"/>
            <p:cNvCxnSpPr/>
            <p:nvPr/>
          </p:nvCxnSpPr>
          <p:spPr>
            <a:xfrm>
              <a:off x="8000975" y="-94500"/>
              <a:ext cx="0" cy="5588100"/>
            </a:xfrm>
            <a:prstGeom prst="straightConnector1">
              <a:avLst/>
            </a:prstGeom>
            <a:noFill/>
            <a:ln cap="flat" cmpd="sng" w="9525">
              <a:solidFill>
                <a:schemeClr val="lt1"/>
              </a:solidFill>
              <a:prstDash val="solid"/>
              <a:round/>
              <a:headEnd len="med" w="med" type="none"/>
              <a:tailEnd len="med" w="med" type="none"/>
            </a:ln>
          </p:spPr>
        </p:cxnSp>
        <p:cxnSp>
          <p:nvCxnSpPr>
            <p:cNvPr id="175" name="Google Shape;175;p8"/>
            <p:cNvCxnSpPr/>
            <p:nvPr/>
          </p:nvCxnSpPr>
          <p:spPr>
            <a:xfrm>
              <a:off x="1135925"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176" name="Google Shape;176;p8"/>
            <p:cNvCxnSpPr/>
            <p:nvPr/>
          </p:nvCxnSpPr>
          <p:spPr>
            <a:xfrm>
              <a:off x="4571900" y="-195200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177" name="Google Shape;177;p8"/>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178" name="Google Shape;178;p8"/>
            <p:cNvCxnSpPr/>
            <p:nvPr/>
          </p:nvCxnSpPr>
          <p:spPr>
            <a:xfrm>
              <a:off x="4571900" y="3340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179" name="Google Shape;179;p8"/>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180" name="Google Shape;180;p8"/>
            <p:cNvCxnSpPr/>
            <p:nvPr/>
          </p:nvCxnSpPr>
          <p:spPr>
            <a:xfrm>
              <a:off x="4571900" y="-3097325"/>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181" name="Google Shape;181;p8"/>
            <p:cNvCxnSpPr/>
            <p:nvPr/>
          </p:nvCxnSpPr>
          <p:spPr>
            <a:xfrm>
              <a:off x="4571900" y="-808975"/>
              <a:ext cx="0" cy="9361500"/>
            </a:xfrm>
            <a:prstGeom prst="straightConnector1">
              <a:avLst/>
            </a:prstGeom>
            <a:noFill/>
            <a:ln cap="flat" cmpd="sng" w="9525">
              <a:solidFill>
                <a:schemeClr val="lt1"/>
              </a:solidFill>
              <a:prstDash val="solid"/>
              <a:round/>
              <a:headEnd len="med" w="med" type="none"/>
              <a:tailEnd len="med" w="med" type="none"/>
            </a:ln>
          </p:spPr>
        </p:cxnSp>
      </p:grpSp>
      <p:sp>
        <p:nvSpPr>
          <p:cNvPr id="182" name="Google Shape;182;p8"/>
          <p:cNvSpPr/>
          <p:nvPr/>
        </p:nvSpPr>
        <p:spPr>
          <a:xfrm>
            <a:off x="1013650" y="1022650"/>
            <a:ext cx="7116600" cy="30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3" name="Google Shape;183;p8"/>
          <p:cNvSpPr txBox="1"/>
          <p:nvPr>
            <p:ph type="title"/>
          </p:nvPr>
        </p:nvSpPr>
        <p:spPr>
          <a:xfrm>
            <a:off x="1388100" y="1307100"/>
            <a:ext cx="6367800" cy="2529300"/>
          </a:xfrm>
          <a:prstGeom prst="rect">
            <a:avLst/>
          </a:prstGeom>
        </p:spPr>
        <p:txBody>
          <a:bodyPr anchorCtr="0" anchor="b"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
        <p:nvSpPr>
          <p:cNvPr id="184" name="Google Shape;184;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85" name="Shape 185"/>
        <p:cNvGrpSpPr/>
        <p:nvPr/>
      </p:nvGrpSpPr>
      <p:grpSpPr>
        <a:xfrm>
          <a:off x="0" y="0"/>
          <a:ext cx="0" cy="0"/>
          <a:chOff x="0" y="0"/>
          <a:chExt cx="0" cy="0"/>
        </a:xfrm>
      </p:grpSpPr>
      <p:grpSp>
        <p:nvGrpSpPr>
          <p:cNvPr id="186" name="Google Shape;186;p9"/>
          <p:cNvGrpSpPr/>
          <p:nvPr/>
        </p:nvGrpSpPr>
        <p:grpSpPr>
          <a:xfrm>
            <a:off x="182575" y="180750"/>
            <a:ext cx="9069975" cy="4782000"/>
            <a:chOff x="182575" y="180750"/>
            <a:chExt cx="9069975" cy="4782000"/>
          </a:xfrm>
        </p:grpSpPr>
        <p:sp>
          <p:nvSpPr>
            <p:cNvPr id="187" name="Google Shape;187;p9"/>
            <p:cNvSpPr/>
            <p:nvPr/>
          </p:nvSpPr>
          <p:spPr>
            <a:xfrm flipH="1" rot="10800000">
              <a:off x="7329850" y="3217900"/>
              <a:ext cx="1922700" cy="9057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8" name="Google Shape;188;p9"/>
            <p:cNvSpPr/>
            <p:nvPr/>
          </p:nvSpPr>
          <p:spPr>
            <a:xfrm>
              <a:off x="182575" y="180750"/>
              <a:ext cx="4779900" cy="4782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89" name="Google Shape;189;p9"/>
          <p:cNvGrpSpPr/>
          <p:nvPr/>
        </p:nvGrpSpPr>
        <p:grpSpPr>
          <a:xfrm>
            <a:off x="-108850" y="-90654"/>
            <a:ext cx="9361500" cy="5281188"/>
            <a:chOff x="-108850" y="-94500"/>
            <a:chExt cx="9361500" cy="5601600"/>
          </a:xfrm>
        </p:grpSpPr>
        <p:cxnSp>
          <p:nvCxnSpPr>
            <p:cNvPr id="190" name="Google Shape;190;p9"/>
            <p:cNvCxnSpPr/>
            <p:nvPr/>
          </p:nvCxnSpPr>
          <p:spPr>
            <a:xfrm>
              <a:off x="-9400" y="-94500"/>
              <a:ext cx="0" cy="5601600"/>
            </a:xfrm>
            <a:prstGeom prst="straightConnector1">
              <a:avLst/>
            </a:prstGeom>
            <a:noFill/>
            <a:ln cap="flat" cmpd="sng" w="9525">
              <a:solidFill>
                <a:schemeClr val="lt1"/>
              </a:solidFill>
              <a:prstDash val="solid"/>
              <a:round/>
              <a:headEnd len="med" w="med" type="none"/>
              <a:tailEnd len="med" w="med" type="none"/>
            </a:ln>
          </p:spPr>
        </p:cxnSp>
        <p:cxnSp>
          <p:nvCxnSpPr>
            <p:cNvPr id="191" name="Google Shape;191;p9"/>
            <p:cNvCxnSpPr/>
            <p:nvPr/>
          </p:nvCxnSpPr>
          <p:spPr>
            <a:xfrm>
              <a:off x="9144000" y="-94500"/>
              <a:ext cx="0" cy="5576100"/>
            </a:xfrm>
            <a:prstGeom prst="straightConnector1">
              <a:avLst/>
            </a:prstGeom>
            <a:noFill/>
            <a:ln cap="flat" cmpd="sng" w="9525">
              <a:solidFill>
                <a:schemeClr val="lt1"/>
              </a:solidFill>
              <a:prstDash val="solid"/>
              <a:round/>
              <a:headEnd len="med" w="med" type="none"/>
              <a:tailEnd len="med" w="med" type="none"/>
            </a:ln>
          </p:spPr>
        </p:cxnSp>
        <p:cxnSp>
          <p:nvCxnSpPr>
            <p:cNvPr id="192" name="Google Shape;192;p9"/>
            <p:cNvCxnSpPr/>
            <p:nvPr/>
          </p:nvCxnSpPr>
          <p:spPr>
            <a:xfrm>
              <a:off x="4571900"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193" name="Google Shape;193;p9"/>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194" name="Google Shape;194;p9"/>
            <p:cNvCxnSpPr/>
            <p:nvPr/>
          </p:nvCxnSpPr>
          <p:spPr>
            <a:xfrm>
              <a:off x="6857950"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195" name="Google Shape;195;p9"/>
            <p:cNvCxnSpPr/>
            <p:nvPr/>
          </p:nvCxnSpPr>
          <p:spPr>
            <a:xfrm>
              <a:off x="2281250"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196" name="Google Shape;196;p9"/>
            <p:cNvCxnSpPr/>
            <p:nvPr/>
          </p:nvCxnSpPr>
          <p:spPr>
            <a:xfrm>
              <a:off x="3426575"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197" name="Google Shape;197;p9"/>
            <p:cNvCxnSpPr/>
            <p:nvPr/>
          </p:nvCxnSpPr>
          <p:spPr>
            <a:xfrm>
              <a:off x="5714925"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198" name="Google Shape;198;p9"/>
            <p:cNvCxnSpPr/>
            <p:nvPr/>
          </p:nvCxnSpPr>
          <p:spPr>
            <a:xfrm>
              <a:off x="8000975" y="-94500"/>
              <a:ext cx="0" cy="5588100"/>
            </a:xfrm>
            <a:prstGeom prst="straightConnector1">
              <a:avLst/>
            </a:prstGeom>
            <a:noFill/>
            <a:ln cap="flat" cmpd="sng" w="9525">
              <a:solidFill>
                <a:schemeClr val="lt1"/>
              </a:solidFill>
              <a:prstDash val="solid"/>
              <a:round/>
              <a:headEnd len="med" w="med" type="none"/>
              <a:tailEnd len="med" w="med" type="none"/>
            </a:ln>
          </p:spPr>
        </p:cxnSp>
        <p:cxnSp>
          <p:nvCxnSpPr>
            <p:cNvPr id="199" name="Google Shape;199;p9"/>
            <p:cNvCxnSpPr/>
            <p:nvPr/>
          </p:nvCxnSpPr>
          <p:spPr>
            <a:xfrm>
              <a:off x="1135925"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200" name="Google Shape;200;p9"/>
            <p:cNvCxnSpPr/>
            <p:nvPr/>
          </p:nvCxnSpPr>
          <p:spPr>
            <a:xfrm>
              <a:off x="4571900" y="-195200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01" name="Google Shape;201;p9"/>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02" name="Google Shape;202;p9"/>
            <p:cNvCxnSpPr/>
            <p:nvPr/>
          </p:nvCxnSpPr>
          <p:spPr>
            <a:xfrm>
              <a:off x="4571900" y="3340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03" name="Google Shape;203;p9"/>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04" name="Google Shape;204;p9"/>
            <p:cNvCxnSpPr/>
            <p:nvPr/>
          </p:nvCxnSpPr>
          <p:spPr>
            <a:xfrm>
              <a:off x="4571900" y="-3097325"/>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05" name="Google Shape;205;p9"/>
            <p:cNvCxnSpPr/>
            <p:nvPr/>
          </p:nvCxnSpPr>
          <p:spPr>
            <a:xfrm>
              <a:off x="4571900" y="-808975"/>
              <a:ext cx="0" cy="9361500"/>
            </a:xfrm>
            <a:prstGeom prst="straightConnector1">
              <a:avLst/>
            </a:prstGeom>
            <a:noFill/>
            <a:ln cap="flat" cmpd="sng" w="9525">
              <a:solidFill>
                <a:schemeClr val="lt1"/>
              </a:solidFill>
              <a:prstDash val="solid"/>
              <a:round/>
              <a:headEnd len="med" w="med" type="none"/>
              <a:tailEnd len="med" w="med" type="none"/>
            </a:ln>
          </p:spPr>
        </p:cxnSp>
      </p:grpSp>
      <p:sp>
        <p:nvSpPr>
          <p:cNvPr id="206" name="Google Shape;206;p9"/>
          <p:cNvSpPr/>
          <p:nvPr/>
        </p:nvSpPr>
        <p:spPr>
          <a:xfrm>
            <a:off x="1589850" y="1022650"/>
            <a:ext cx="5964300" cy="309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7" name="Google Shape;207;p9"/>
          <p:cNvSpPr txBox="1"/>
          <p:nvPr>
            <p:ph type="title"/>
          </p:nvPr>
        </p:nvSpPr>
        <p:spPr>
          <a:xfrm>
            <a:off x="2241400" y="1354025"/>
            <a:ext cx="4867800" cy="835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08" name="Google Shape;208;p9"/>
          <p:cNvSpPr txBox="1"/>
          <p:nvPr>
            <p:ph idx="1" type="subTitle"/>
          </p:nvPr>
        </p:nvSpPr>
        <p:spPr>
          <a:xfrm>
            <a:off x="2241504" y="2261775"/>
            <a:ext cx="4867800" cy="1258500"/>
          </a:xfrm>
          <a:prstGeom prst="rect">
            <a:avLst/>
          </a:prstGeom>
          <a:solidFill>
            <a:srgbClr val="1C4587">
              <a:alpha val="28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9" name="Google Shape;209;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10" name="Shape 210"/>
        <p:cNvGrpSpPr/>
        <p:nvPr/>
      </p:nvGrpSpPr>
      <p:grpSpPr>
        <a:xfrm>
          <a:off x="0" y="0"/>
          <a:ext cx="0" cy="0"/>
          <a:chOff x="0" y="0"/>
          <a:chExt cx="0" cy="0"/>
        </a:xfrm>
      </p:grpSpPr>
      <p:grpSp>
        <p:nvGrpSpPr>
          <p:cNvPr id="211" name="Google Shape;211;p10"/>
          <p:cNvGrpSpPr/>
          <p:nvPr/>
        </p:nvGrpSpPr>
        <p:grpSpPr>
          <a:xfrm>
            <a:off x="-334100" y="180750"/>
            <a:ext cx="9228800" cy="4782000"/>
            <a:chOff x="-334100" y="180750"/>
            <a:chExt cx="9228800" cy="4782000"/>
          </a:xfrm>
        </p:grpSpPr>
        <p:sp>
          <p:nvSpPr>
            <p:cNvPr id="212" name="Google Shape;212;p10"/>
            <p:cNvSpPr/>
            <p:nvPr/>
          </p:nvSpPr>
          <p:spPr>
            <a:xfrm>
              <a:off x="-334100" y="1966200"/>
              <a:ext cx="1582500" cy="12111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3" name="Google Shape;213;p10"/>
            <p:cNvSpPr/>
            <p:nvPr/>
          </p:nvSpPr>
          <p:spPr>
            <a:xfrm>
              <a:off x="4114800" y="180750"/>
              <a:ext cx="4779900" cy="4782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214" name="Google Shape;214;p10"/>
          <p:cNvGrpSpPr/>
          <p:nvPr/>
        </p:nvGrpSpPr>
        <p:grpSpPr>
          <a:xfrm>
            <a:off x="-108850" y="-90654"/>
            <a:ext cx="9361500" cy="5281188"/>
            <a:chOff x="-108850" y="-94500"/>
            <a:chExt cx="9361500" cy="5601600"/>
          </a:xfrm>
        </p:grpSpPr>
        <p:cxnSp>
          <p:nvCxnSpPr>
            <p:cNvPr id="215" name="Google Shape;215;p10"/>
            <p:cNvCxnSpPr/>
            <p:nvPr/>
          </p:nvCxnSpPr>
          <p:spPr>
            <a:xfrm>
              <a:off x="-9400" y="-94500"/>
              <a:ext cx="0" cy="5601600"/>
            </a:xfrm>
            <a:prstGeom prst="straightConnector1">
              <a:avLst/>
            </a:prstGeom>
            <a:noFill/>
            <a:ln cap="flat" cmpd="sng" w="9525">
              <a:solidFill>
                <a:schemeClr val="lt1"/>
              </a:solidFill>
              <a:prstDash val="solid"/>
              <a:round/>
              <a:headEnd len="med" w="med" type="none"/>
              <a:tailEnd len="med" w="med" type="none"/>
            </a:ln>
          </p:spPr>
        </p:cxnSp>
        <p:cxnSp>
          <p:nvCxnSpPr>
            <p:cNvPr id="216" name="Google Shape;216;p10"/>
            <p:cNvCxnSpPr/>
            <p:nvPr/>
          </p:nvCxnSpPr>
          <p:spPr>
            <a:xfrm>
              <a:off x="9144000" y="-94500"/>
              <a:ext cx="0" cy="5576100"/>
            </a:xfrm>
            <a:prstGeom prst="straightConnector1">
              <a:avLst/>
            </a:prstGeom>
            <a:noFill/>
            <a:ln cap="flat" cmpd="sng" w="9525">
              <a:solidFill>
                <a:schemeClr val="lt1"/>
              </a:solidFill>
              <a:prstDash val="solid"/>
              <a:round/>
              <a:headEnd len="med" w="med" type="none"/>
              <a:tailEnd len="med" w="med" type="none"/>
            </a:ln>
          </p:spPr>
        </p:cxnSp>
        <p:cxnSp>
          <p:nvCxnSpPr>
            <p:cNvPr id="217" name="Google Shape;217;p10"/>
            <p:cNvCxnSpPr/>
            <p:nvPr/>
          </p:nvCxnSpPr>
          <p:spPr>
            <a:xfrm>
              <a:off x="4571900"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218" name="Google Shape;218;p10"/>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219" name="Google Shape;219;p10"/>
            <p:cNvCxnSpPr/>
            <p:nvPr/>
          </p:nvCxnSpPr>
          <p:spPr>
            <a:xfrm>
              <a:off x="6857950"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220" name="Google Shape;220;p10"/>
            <p:cNvCxnSpPr/>
            <p:nvPr/>
          </p:nvCxnSpPr>
          <p:spPr>
            <a:xfrm>
              <a:off x="2281250"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221" name="Google Shape;221;p10"/>
            <p:cNvCxnSpPr/>
            <p:nvPr/>
          </p:nvCxnSpPr>
          <p:spPr>
            <a:xfrm>
              <a:off x="3426575"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222" name="Google Shape;222;p10"/>
            <p:cNvCxnSpPr/>
            <p:nvPr/>
          </p:nvCxnSpPr>
          <p:spPr>
            <a:xfrm>
              <a:off x="5714925"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223" name="Google Shape;223;p10"/>
            <p:cNvCxnSpPr/>
            <p:nvPr/>
          </p:nvCxnSpPr>
          <p:spPr>
            <a:xfrm>
              <a:off x="8000975" y="-94500"/>
              <a:ext cx="0" cy="5588100"/>
            </a:xfrm>
            <a:prstGeom prst="straightConnector1">
              <a:avLst/>
            </a:prstGeom>
            <a:noFill/>
            <a:ln cap="flat" cmpd="sng" w="9525">
              <a:solidFill>
                <a:schemeClr val="lt1"/>
              </a:solidFill>
              <a:prstDash val="solid"/>
              <a:round/>
              <a:headEnd len="med" w="med" type="none"/>
              <a:tailEnd len="med" w="med" type="none"/>
            </a:ln>
          </p:spPr>
        </p:cxnSp>
        <p:cxnSp>
          <p:nvCxnSpPr>
            <p:cNvPr id="224" name="Google Shape;224;p10"/>
            <p:cNvCxnSpPr/>
            <p:nvPr/>
          </p:nvCxnSpPr>
          <p:spPr>
            <a:xfrm>
              <a:off x="1135925"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225" name="Google Shape;225;p10"/>
            <p:cNvCxnSpPr/>
            <p:nvPr/>
          </p:nvCxnSpPr>
          <p:spPr>
            <a:xfrm>
              <a:off x="4571900" y="-195200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26" name="Google Shape;226;p10"/>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27" name="Google Shape;227;p10"/>
            <p:cNvCxnSpPr/>
            <p:nvPr/>
          </p:nvCxnSpPr>
          <p:spPr>
            <a:xfrm>
              <a:off x="4571900" y="3340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28" name="Google Shape;228;p10"/>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29" name="Google Shape;229;p10"/>
            <p:cNvCxnSpPr/>
            <p:nvPr/>
          </p:nvCxnSpPr>
          <p:spPr>
            <a:xfrm>
              <a:off x="4571900" y="-3097325"/>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30" name="Google Shape;230;p10"/>
            <p:cNvCxnSpPr/>
            <p:nvPr/>
          </p:nvCxnSpPr>
          <p:spPr>
            <a:xfrm>
              <a:off x="4571900" y="-808975"/>
              <a:ext cx="0" cy="9361500"/>
            </a:xfrm>
            <a:prstGeom prst="straightConnector1">
              <a:avLst/>
            </a:prstGeom>
            <a:noFill/>
            <a:ln cap="flat" cmpd="sng" w="9525">
              <a:solidFill>
                <a:schemeClr val="lt1"/>
              </a:solidFill>
              <a:prstDash val="solid"/>
              <a:round/>
              <a:headEnd len="med" w="med" type="none"/>
              <a:tailEnd len="med" w="med" type="none"/>
            </a:ln>
          </p:spPr>
        </p:cxnSp>
      </p:grpSp>
      <p:sp>
        <p:nvSpPr>
          <p:cNvPr id="231" name="Google Shape;231;p10"/>
          <p:cNvSpPr/>
          <p:nvPr/>
        </p:nvSpPr>
        <p:spPr>
          <a:xfrm>
            <a:off x="1140075" y="858625"/>
            <a:ext cx="6863700" cy="3426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2" name="Google Shape;232;p10"/>
          <p:cNvSpPr txBox="1"/>
          <p:nvPr>
            <p:ph type="title"/>
          </p:nvPr>
        </p:nvSpPr>
        <p:spPr>
          <a:xfrm>
            <a:off x="720000" y="2285400"/>
            <a:ext cx="77040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233" name="Google Shape;233;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34" name="Shape 234"/>
        <p:cNvGrpSpPr/>
        <p:nvPr/>
      </p:nvGrpSpPr>
      <p:grpSpPr>
        <a:xfrm>
          <a:off x="0" y="0"/>
          <a:ext cx="0" cy="0"/>
          <a:chOff x="0" y="0"/>
          <a:chExt cx="0" cy="0"/>
        </a:xfrm>
      </p:grpSpPr>
      <p:grpSp>
        <p:nvGrpSpPr>
          <p:cNvPr id="235" name="Google Shape;235;p11"/>
          <p:cNvGrpSpPr/>
          <p:nvPr/>
        </p:nvGrpSpPr>
        <p:grpSpPr>
          <a:xfrm>
            <a:off x="-334100" y="-138700"/>
            <a:ext cx="9228800" cy="5101450"/>
            <a:chOff x="-334100" y="-138700"/>
            <a:chExt cx="9228800" cy="5101450"/>
          </a:xfrm>
        </p:grpSpPr>
        <p:sp>
          <p:nvSpPr>
            <p:cNvPr id="236" name="Google Shape;236;p11"/>
            <p:cNvSpPr/>
            <p:nvPr/>
          </p:nvSpPr>
          <p:spPr>
            <a:xfrm>
              <a:off x="-334100" y="-138700"/>
              <a:ext cx="1582500" cy="12111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7" name="Google Shape;237;p11"/>
            <p:cNvSpPr/>
            <p:nvPr/>
          </p:nvSpPr>
          <p:spPr>
            <a:xfrm>
              <a:off x="4114800" y="180750"/>
              <a:ext cx="4779900" cy="4782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238" name="Google Shape;238;p11"/>
          <p:cNvGrpSpPr/>
          <p:nvPr/>
        </p:nvGrpSpPr>
        <p:grpSpPr>
          <a:xfrm>
            <a:off x="-108850" y="-90654"/>
            <a:ext cx="9361500" cy="5281188"/>
            <a:chOff x="-108850" y="-94500"/>
            <a:chExt cx="9361500" cy="5601600"/>
          </a:xfrm>
        </p:grpSpPr>
        <p:cxnSp>
          <p:nvCxnSpPr>
            <p:cNvPr id="239" name="Google Shape;239;p11"/>
            <p:cNvCxnSpPr/>
            <p:nvPr/>
          </p:nvCxnSpPr>
          <p:spPr>
            <a:xfrm>
              <a:off x="-9400" y="-94500"/>
              <a:ext cx="0" cy="5601600"/>
            </a:xfrm>
            <a:prstGeom prst="straightConnector1">
              <a:avLst/>
            </a:prstGeom>
            <a:noFill/>
            <a:ln cap="flat" cmpd="sng" w="9525">
              <a:solidFill>
                <a:schemeClr val="lt1"/>
              </a:solidFill>
              <a:prstDash val="solid"/>
              <a:round/>
              <a:headEnd len="med" w="med" type="none"/>
              <a:tailEnd len="med" w="med" type="none"/>
            </a:ln>
          </p:spPr>
        </p:cxnSp>
        <p:cxnSp>
          <p:nvCxnSpPr>
            <p:cNvPr id="240" name="Google Shape;240;p11"/>
            <p:cNvCxnSpPr/>
            <p:nvPr/>
          </p:nvCxnSpPr>
          <p:spPr>
            <a:xfrm>
              <a:off x="9144000" y="-94500"/>
              <a:ext cx="0" cy="5576100"/>
            </a:xfrm>
            <a:prstGeom prst="straightConnector1">
              <a:avLst/>
            </a:prstGeom>
            <a:noFill/>
            <a:ln cap="flat" cmpd="sng" w="9525">
              <a:solidFill>
                <a:schemeClr val="lt1"/>
              </a:solidFill>
              <a:prstDash val="solid"/>
              <a:round/>
              <a:headEnd len="med" w="med" type="none"/>
              <a:tailEnd len="med" w="med" type="none"/>
            </a:ln>
          </p:spPr>
        </p:cxnSp>
        <p:cxnSp>
          <p:nvCxnSpPr>
            <p:cNvPr id="241" name="Google Shape;241;p11"/>
            <p:cNvCxnSpPr/>
            <p:nvPr/>
          </p:nvCxnSpPr>
          <p:spPr>
            <a:xfrm>
              <a:off x="4571900"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242" name="Google Shape;242;p11"/>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243" name="Google Shape;243;p11"/>
            <p:cNvCxnSpPr/>
            <p:nvPr/>
          </p:nvCxnSpPr>
          <p:spPr>
            <a:xfrm>
              <a:off x="6857950"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244" name="Google Shape;244;p11"/>
            <p:cNvCxnSpPr/>
            <p:nvPr/>
          </p:nvCxnSpPr>
          <p:spPr>
            <a:xfrm>
              <a:off x="2281250"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245" name="Google Shape;245;p11"/>
            <p:cNvCxnSpPr/>
            <p:nvPr/>
          </p:nvCxnSpPr>
          <p:spPr>
            <a:xfrm>
              <a:off x="3426575"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246" name="Google Shape;246;p11"/>
            <p:cNvCxnSpPr/>
            <p:nvPr/>
          </p:nvCxnSpPr>
          <p:spPr>
            <a:xfrm>
              <a:off x="5714925"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247" name="Google Shape;247;p11"/>
            <p:cNvCxnSpPr/>
            <p:nvPr/>
          </p:nvCxnSpPr>
          <p:spPr>
            <a:xfrm>
              <a:off x="8000975" y="-94500"/>
              <a:ext cx="0" cy="5588100"/>
            </a:xfrm>
            <a:prstGeom prst="straightConnector1">
              <a:avLst/>
            </a:prstGeom>
            <a:noFill/>
            <a:ln cap="flat" cmpd="sng" w="9525">
              <a:solidFill>
                <a:schemeClr val="lt1"/>
              </a:solidFill>
              <a:prstDash val="solid"/>
              <a:round/>
              <a:headEnd len="med" w="med" type="none"/>
              <a:tailEnd len="med" w="med" type="none"/>
            </a:ln>
          </p:spPr>
        </p:cxnSp>
        <p:cxnSp>
          <p:nvCxnSpPr>
            <p:cNvPr id="248" name="Google Shape;248;p11"/>
            <p:cNvCxnSpPr/>
            <p:nvPr/>
          </p:nvCxnSpPr>
          <p:spPr>
            <a:xfrm>
              <a:off x="1135925"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249" name="Google Shape;249;p11"/>
            <p:cNvCxnSpPr/>
            <p:nvPr/>
          </p:nvCxnSpPr>
          <p:spPr>
            <a:xfrm>
              <a:off x="4571900" y="-195200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50" name="Google Shape;250;p11"/>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51" name="Google Shape;251;p11"/>
            <p:cNvCxnSpPr/>
            <p:nvPr/>
          </p:nvCxnSpPr>
          <p:spPr>
            <a:xfrm>
              <a:off x="4571900" y="3340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52" name="Google Shape;252;p11"/>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53" name="Google Shape;253;p11"/>
            <p:cNvCxnSpPr/>
            <p:nvPr/>
          </p:nvCxnSpPr>
          <p:spPr>
            <a:xfrm>
              <a:off x="4571900" y="-3097325"/>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54" name="Google Shape;254;p11"/>
            <p:cNvCxnSpPr/>
            <p:nvPr/>
          </p:nvCxnSpPr>
          <p:spPr>
            <a:xfrm>
              <a:off x="4571900" y="-808975"/>
              <a:ext cx="0" cy="9361500"/>
            </a:xfrm>
            <a:prstGeom prst="straightConnector1">
              <a:avLst/>
            </a:prstGeom>
            <a:noFill/>
            <a:ln cap="flat" cmpd="sng" w="9525">
              <a:solidFill>
                <a:schemeClr val="lt1"/>
              </a:solidFill>
              <a:prstDash val="solid"/>
              <a:round/>
              <a:headEnd len="med" w="med" type="none"/>
              <a:tailEnd len="med" w="med" type="none"/>
            </a:ln>
          </p:spPr>
        </p:cxnSp>
      </p:grpSp>
      <p:sp>
        <p:nvSpPr>
          <p:cNvPr id="255" name="Google Shape;255;p11"/>
          <p:cNvSpPr/>
          <p:nvPr/>
        </p:nvSpPr>
        <p:spPr>
          <a:xfrm>
            <a:off x="1140075" y="858625"/>
            <a:ext cx="6863700" cy="3426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56" name="Google Shape;256;p11"/>
          <p:cNvSpPr txBox="1"/>
          <p:nvPr>
            <p:ph hasCustomPrompt="1" type="title"/>
          </p:nvPr>
        </p:nvSpPr>
        <p:spPr>
          <a:xfrm>
            <a:off x="1284000" y="1558475"/>
            <a:ext cx="6576000" cy="1511100"/>
          </a:xfrm>
          <a:prstGeom prst="rect">
            <a:avLst/>
          </a:prstGeom>
          <a:solidFill>
            <a:srgbClr val="1C4587">
              <a:alpha val="28930"/>
            </a:srgbClr>
          </a:solidFill>
        </p:spPr>
        <p:txBody>
          <a:bodyPr anchorCtr="0" anchor="ctr" bIns="91425" lIns="91425" spcFirstLastPara="1" rIns="91425" wrap="square" tIns="91425">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57" name="Google Shape;257;p11"/>
          <p:cNvSpPr txBox="1"/>
          <p:nvPr>
            <p:ph idx="1" type="subTitle"/>
          </p:nvPr>
        </p:nvSpPr>
        <p:spPr>
          <a:xfrm>
            <a:off x="1284000" y="3333375"/>
            <a:ext cx="6576000" cy="713400"/>
          </a:xfrm>
          <a:prstGeom prst="rect">
            <a:avLst/>
          </a:prstGeom>
          <a:solidFill>
            <a:srgbClr val="1C4587">
              <a:alpha val="28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258" name="Google Shape;258;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259" name="Shape 259"/>
        <p:cNvGrpSpPr/>
        <p:nvPr/>
      </p:nvGrpSpPr>
      <p:grpSpPr>
        <a:xfrm>
          <a:off x="0" y="0"/>
          <a:ext cx="0" cy="0"/>
          <a:chOff x="0" y="0"/>
          <a:chExt cx="0" cy="0"/>
        </a:xfrm>
      </p:grpSpPr>
      <p:sp>
        <p:nvSpPr>
          <p:cNvPr id="260" name="Google Shape;260;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61" name="Shape 261"/>
        <p:cNvGrpSpPr/>
        <p:nvPr/>
      </p:nvGrpSpPr>
      <p:grpSpPr>
        <a:xfrm>
          <a:off x="0" y="0"/>
          <a:ext cx="0" cy="0"/>
          <a:chOff x="0" y="0"/>
          <a:chExt cx="0" cy="0"/>
        </a:xfrm>
      </p:grpSpPr>
      <p:grpSp>
        <p:nvGrpSpPr>
          <p:cNvPr id="262" name="Google Shape;262;p13"/>
          <p:cNvGrpSpPr/>
          <p:nvPr/>
        </p:nvGrpSpPr>
        <p:grpSpPr>
          <a:xfrm>
            <a:off x="-334100" y="180750"/>
            <a:ext cx="9228800" cy="4782000"/>
            <a:chOff x="-334100" y="180750"/>
            <a:chExt cx="9228800" cy="4782000"/>
          </a:xfrm>
        </p:grpSpPr>
        <p:sp>
          <p:nvSpPr>
            <p:cNvPr id="263" name="Google Shape;263;p13"/>
            <p:cNvSpPr/>
            <p:nvPr/>
          </p:nvSpPr>
          <p:spPr>
            <a:xfrm>
              <a:off x="-334100" y="1966200"/>
              <a:ext cx="1582500" cy="12111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64" name="Google Shape;264;p13"/>
            <p:cNvSpPr/>
            <p:nvPr/>
          </p:nvSpPr>
          <p:spPr>
            <a:xfrm>
              <a:off x="4114800" y="180750"/>
              <a:ext cx="4779900" cy="4782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265" name="Google Shape;265;p13"/>
          <p:cNvGrpSpPr/>
          <p:nvPr/>
        </p:nvGrpSpPr>
        <p:grpSpPr>
          <a:xfrm>
            <a:off x="-108850" y="-90654"/>
            <a:ext cx="9361500" cy="5281188"/>
            <a:chOff x="-108850" y="-94500"/>
            <a:chExt cx="9361500" cy="5601600"/>
          </a:xfrm>
        </p:grpSpPr>
        <p:cxnSp>
          <p:nvCxnSpPr>
            <p:cNvPr id="266" name="Google Shape;266;p13"/>
            <p:cNvCxnSpPr/>
            <p:nvPr/>
          </p:nvCxnSpPr>
          <p:spPr>
            <a:xfrm>
              <a:off x="-9400" y="-94500"/>
              <a:ext cx="0" cy="5601600"/>
            </a:xfrm>
            <a:prstGeom prst="straightConnector1">
              <a:avLst/>
            </a:prstGeom>
            <a:noFill/>
            <a:ln cap="flat" cmpd="sng" w="9525">
              <a:solidFill>
                <a:schemeClr val="lt1"/>
              </a:solidFill>
              <a:prstDash val="solid"/>
              <a:round/>
              <a:headEnd len="med" w="med" type="none"/>
              <a:tailEnd len="med" w="med" type="none"/>
            </a:ln>
          </p:spPr>
        </p:cxnSp>
        <p:cxnSp>
          <p:nvCxnSpPr>
            <p:cNvPr id="267" name="Google Shape;267;p13"/>
            <p:cNvCxnSpPr/>
            <p:nvPr/>
          </p:nvCxnSpPr>
          <p:spPr>
            <a:xfrm>
              <a:off x="9144000" y="-94500"/>
              <a:ext cx="0" cy="5576100"/>
            </a:xfrm>
            <a:prstGeom prst="straightConnector1">
              <a:avLst/>
            </a:prstGeom>
            <a:noFill/>
            <a:ln cap="flat" cmpd="sng" w="9525">
              <a:solidFill>
                <a:schemeClr val="lt1"/>
              </a:solidFill>
              <a:prstDash val="solid"/>
              <a:round/>
              <a:headEnd len="med" w="med" type="none"/>
              <a:tailEnd len="med" w="med" type="none"/>
            </a:ln>
          </p:spPr>
        </p:cxnSp>
        <p:cxnSp>
          <p:nvCxnSpPr>
            <p:cNvPr id="268" name="Google Shape;268;p13"/>
            <p:cNvCxnSpPr/>
            <p:nvPr/>
          </p:nvCxnSpPr>
          <p:spPr>
            <a:xfrm>
              <a:off x="4571900"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269" name="Google Shape;269;p13"/>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270" name="Google Shape;270;p13"/>
            <p:cNvCxnSpPr/>
            <p:nvPr/>
          </p:nvCxnSpPr>
          <p:spPr>
            <a:xfrm>
              <a:off x="6857950"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271" name="Google Shape;271;p13"/>
            <p:cNvCxnSpPr/>
            <p:nvPr/>
          </p:nvCxnSpPr>
          <p:spPr>
            <a:xfrm>
              <a:off x="2281250"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272" name="Google Shape;272;p13"/>
            <p:cNvCxnSpPr/>
            <p:nvPr/>
          </p:nvCxnSpPr>
          <p:spPr>
            <a:xfrm>
              <a:off x="3426575"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273" name="Google Shape;273;p13"/>
            <p:cNvCxnSpPr/>
            <p:nvPr/>
          </p:nvCxnSpPr>
          <p:spPr>
            <a:xfrm>
              <a:off x="5714925"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274" name="Google Shape;274;p13"/>
            <p:cNvCxnSpPr/>
            <p:nvPr/>
          </p:nvCxnSpPr>
          <p:spPr>
            <a:xfrm>
              <a:off x="8000975" y="-94500"/>
              <a:ext cx="0" cy="5588100"/>
            </a:xfrm>
            <a:prstGeom prst="straightConnector1">
              <a:avLst/>
            </a:prstGeom>
            <a:noFill/>
            <a:ln cap="flat" cmpd="sng" w="9525">
              <a:solidFill>
                <a:schemeClr val="lt1"/>
              </a:solidFill>
              <a:prstDash val="solid"/>
              <a:round/>
              <a:headEnd len="med" w="med" type="none"/>
              <a:tailEnd len="med" w="med" type="none"/>
            </a:ln>
          </p:spPr>
        </p:cxnSp>
        <p:cxnSp>
          <p:nvCxnSpPr>
            <p:cNvPr id="275" name="Google Shape;275;p13"/>
            <p:cNvCxnSpPr/>
            <p:nvPr/>
          </p:nvCxnSpPr>
          <p:spPr>
            <a:xfrm>
              <a:off x="1135925"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276" name="Google Shape;276;p13"/>
            <p:cNvCxnSpPr/>
            <p:nvPr/>
          </p:nvCxnSpPr>
          <p:spPr>
            <a:xfrm>
              <a:off x="4571900" y="-195200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77" name="Google Shape;277;p13"/>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78" name="Google Shape;278;p13"/>
            <p:cNvCxnSpPr/>
            <p:nvPr/>
          </p:nvCxnSpPr>
          <p:spPr>
            <a:xfrm>
              <a:off x="4571900" y="3340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79" name="Google Shape;279;p13"/>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80" name="Google Shape;280;p13"/>
            <p:cNvCxnSpPr/>
            <p:nvPr/>
          </p:nvCxnSpPr>
          <p:spPr>
            <a:xfrm>
              <a:off x="4571900" y="-3097325"/>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281" name="Google Shape;281;p13"/>
            <p:cNvCxnSpPr/>
            <p:nvPr/>
          </p:nvCxnSpPr>
          <p:spPr>
            <a:xfrm>
              <a:off x="4571900" y="-808975"/>
              <a:ext cx="0" cy="9361500"/>
            </a:xfrm>
            <a:prstGeom prst="straightConnector1">
              <a:avLst/>
            </a:prstGeom>
            <a:noFill/>
            <a:ln cap="flat" cmpd="sng" w="9525">
              <a:solidFill>
                <a:schemeClr val="lt1"/>
              </a:solidFill>
              <a:prstDash val="solid"/>
              <a:round/>
              <a:headEnd len="med" w="med" type="none"/>
              <a:tailEnd len="med" w="med" type="none"/>
            </a:ln>
          </p:spPr>
        </p:cxnSp>
      </p:grpSp>
      <p:sp>
        <p:nvSpPr>
          <p:cNvPr id="282" name="Google Shape;282;p13"/>
          <p:cNvSpPr/>
          <p:nvPr/>
        </p:nvSpPr>
        <p:spPr>
          <a:xfrm>
            <a:off x="1140075" y="858625"/>
            <a:ext cx="6863700" cy="3426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83" name="Google Shape;283;p13"/>
          <p:cNvSpPr txBox="1"/>
          <p:nvPr>
            <p:ph type="title"/>
          </p:nvPr>
        </p:nvSpPr>
        <p:spPr>
          <a:xfrm>
            <a:off x="1535775" y="3419063"/>
            <a:ext cx="6072600" cy="411600"/>
          </a:xfrm>
          <a:prstGeom prst="rect">
            <a:avLst/>
          </a:prstGeom>
          <a:solidFill>
            <a:srgbClr val="1C4587">
              <a:alpha val="28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18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284" name="Google Shape;284;p13"/>
          <p:cNvSpPr txBox="1"/>
          <p:nvPr>
            <p:ph idx="1" type="subTitle"/>
          </p:nvPr>
        </p:nvSpPr>
        <p:spPr>
          <a:xfrm>
            <a:off x="1535775" y="1123425"/>
            <a:ext cx="6072600" cy="2076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500"/>
              <a:buNone/>
              <a:defRPr sz="3000"/>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sp>
        <p:nvSpPr>
          <p:cNvPr id="285" name="Google Shape;285;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86" name="Shape 286"/>
        <p:cNvGrpSpPr/>
        <p:nvPr/>
      </p:nvGrpSpPr>
      <p:grpSpPr>
        <a:xfrm>
          <a:off x="0" y="0"/>
          <a:ext cx="0" cy="0"/>
          <a:chOff x="0" y="0"/>
          <a:chExt cx="0" cy="0"/>
        </a:xfrm>
      </p:grpSpPr>
      <p:grpSp>
        <p:nvGrpSpPr>
          <p:cNvPr id="287" name="Google Shape;287;p14"/>
          <p:cNvGrpSpPr/>
          <p:nvPr/>
        </p:nvGrpSpPr>
        <p:grpSpPr>
          <a:xfrm>
            <a:off x="-231525" y="180750"/>
            <a:ext cx="9179850" cy="5057325"/>
            <a:chOff x="-231525" y="180750"/>
            <a:chExt cx="9179850" cy="5057325"/>
          </a:xfrm>
        </p:grpSpPr>
        <p:sp>
          <p:nvSpPr>
            <p:cNvPr id="288" name="Google Shape;288;p14"/>
            <p:cNvSpPr/>
            <p:nvPr/>
          </p:nvSpPr>
          <p:spPr>
            <a:xfrm>
              <a:off x="-231525" y="3951075"/>
              <a:ext cx="841200" cy="1287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89" name="Google Shape;289;p14"/>
            <p:cNvSpPr/>
            <p:nvPr/>
          </p:nvSpPr>
          <p:spPr>
            <a:xfrm>
              <a:off x="4168425" y="180750"/>
              <a:ext cx="4779900" cy="4782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290" name="Google Shape;290;p14"/>
          <p:cNvGrpSpPr/>
          <p:nvPr/>
        </p:nvGrpSpPr>
        <p:grpSpPr>
          <a:xfrm>
            <a:off x="-108850" y="-90654"/>
            <a:ext cx="9361500" cy="5281188"/>
            <a:chOff x="-108850" y="-94500"/>
            <a:chExt cx="9361500" cy="5601600"/>
          </a:xfrm>
        </p:grpSpPr>
        <p:cxnSp>
          <p:nvCxnSpPr>
            <p:cNvPr id="291" name="Google Shape;291;p14"/>
            <p:cNvCxnSpPr/>
            <p:nvPr/>
          </p:nvCxnSpPr>
          <p:spPr>
            <a:xfrm>
              <a:off x="-9400" y="-94500"/>
              <a:ext cx="0" cy="5601600"/>
            </a:xfrm>
            <a:prstGeom prst="straightConnector1">
              <a:avLst/>
            </a:prstGeom>
            <a:noFill/>
            <a:ln cap="flat" cmpd="sng" w="9525">
              <a:solidFill>
                <a:schemeClr val="lt1"/>
              </a:solidFill>
              <a:prstDash val="solid"/>
              <a:round/>
              <a:headEnd len="med" w="med" type="none"/>
              <a:tailEnd len="med" w="med" type="none"/>
            </a:ln>
          </p:spPr>
        </p:cxnSp>
        <p:cxnSp>
          <p:nvCxnSpPr>
            <p:cNvPr id="292" name="Google Shape;292;p14"/>
            <p:cNvCxnSpPr/>
            <p:nvPr/>
          </p:nvCxnSpPr>
          <p:spPr>
            <a:xfrm>
              <a:off x="9144000" y="-94500"/>
              <a:ext cx="0" cy="5576100"/>
            </a:xfrm>
            <a:prstGeom prst="straightConnector1">
              <a:avLst/>
            </a:prstGeom>
            <a:noFill/>
            <a:ln cap="flat" cmpd="sng" w="9525">
              <a:solidFill>
                <a:schemeClr val="lt1"/>
              </a:solidFill>
              <a:prstDash val="solid"/>
              <a:round/>
              <a:headEnd len="med" w="med" type="none"/>
              <a:tailEnd len="med" w="med" type="none"/>
            </a:ln>
          </p:spPr>
        </p:cxnSp>
        <p:cxnSp>
          <p:nvCxnSpPr>
            <p:cNvPr id="293" name="Google Shape;293;p14"/>
            <p:cNvCxnSpPr/>
            <p:nvPr/>
          </p:nvCxnSpPr>
          <p:spPr>
            <a:xfrm>
              <a:off x="4571900"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294" name="Google Shape;294;p14"/>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295" name="Google Shape;295;p14"/>
            <p:cNvCxnSpPr/>
            <p:nvPr/>
          </p:nvCxnSpPr>
          <p:spPr>
            <a:xfrm>
              <a:off x="6857950"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296" name="Google Shape;296;p14"/>
            <p:cNvCxnSpPr/>
            <p:nvPr/>
          </p:nvCxnSpPr>
          <p:spPr>
            <a:xfrm>
              <a:off x="2281250"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297" name="Google Shape;297;p14"/>
            <p:cNvCxnSpPr/>
            <p:nvPr/>
          </p:nvCxnSpPr>
          <p:spPr>
            <a:xfrm>
              <a:off x="3426575"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298" name="Google Shape;298;p14"/>
            <p:cNvCxnSpPr/>
            <p:nvPr/>
          </p:nvCxnSpPr>
          <p:spPr>
            <a:xfrm>
              <a:off x="5714925"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299" name="Google Shape;299;p14"/>
            <p:cNvCxnSpPr/>
            <p:nvPr/>
          </p:nvCxnSpPr>
          <p:spPr>
            <a:xfrm>
              <a:off x="8000975" y="-94500"/>
              <a:ext cx="0" cy="5588100"/>
            </a:xfrm>
            <a:prstGeom prst="straightConnector1">
              <a:avLst/>
            </a:prstGeom>
            <a:noFill/>
            <a:ln cap="flat" cmpd="sng" w="9525">
              <a:solidFill>
                <a:schemeClr val="lt1"/>
              </a:solidFill>
              <a:prstDash val="solid"/>
              <a:round/>
              <a:headEnd len="med" w="med" type="none"/>
              <a:tailEnd len="med" w="med" type="none"/>
            </a:ln>
          </p:spPr>
        </p:cxnSp>
        <p:cxnSp>
          <p:nvCxnSpPr>
            <p:cNvPr id="300" name="Google Shape;300;p14"/>
            <p:cNvCxnSpPr/>
            <p:nvPr/>
          </p:nvCxnSpPr>
          <p:spPr>
            <a:xfrm>
              <a:off x="1135925"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301" name="Google Shape;301;p14"/>
            <p:cNvCxnSpPr/>
            <p:nvPr/>
          </p:nvCxnSpPr>
          <p:spPr>
            <a:xfrm>
              <a:off x="4571900" y="-195200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302" name="Google Shape;302;p14"/>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303" name="Google Shape;303;p14"/>
            <p:cNvCxnSpPr/>
            <p:nvPr/>
          </p:nvCxnSpPr>
          <p:spPr>
            <a:xfrm>
              <a:off x="4571900" y="3340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304" name="Google Shape;304;p14"/>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305" name="Google Shape;305;p14"/>
            <p:cNvCxnSpPr/>
            <p:nvPr/>
          </p:nvCxnSpPr>
          <p:spPr>
            <a:xfrm>
              <a:off x="4571900" y="-3097325"/>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306" name="Google Shape;306;p14"/>
            <p:cNvCxnSpPr/>
            <p:nvPr/>
          </p:nvCxnSpPr>
          <p:spPr>
            <a:xfrm>
              <a:off x="4571900" y="-808975"/>
              <a:ext cx="0" cy="9361500"/>
            </a:xfrm>
            <a:prstGeom prst="straightConnector1">
              <a:avLst/>
            </a:prstGeom>
            <a:noFill/>
            <a:ln cap="flat" cmpd="sng" w="9525">
              <a:solidFill>
                <a:schemeClr val="lt1"/>
              </a:solidFill>
              <a:prstDash val="solid"/>
              <a:round/>
              <a:headEnd len="med" w="med" type="none"/>
              <a:tailEnd len="med" w="med" type="none"/>
            </a:ln>
          </p:spPr>
        </p:cxnSp>
      </p:grpSp>
      <p:sp>
        <p:nvSpPr>
          <p:cNvPr id="307" name="Google Shape;307;p14"/>
          <p:cNvSpPr/>
          <p:nvPr/>
        </p:nvSpPr>
        <p:spPr>
          <a:xfrm>
            <a:off x="409500" y="409500"/>
            <a:ext cx="8325000" cy="43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08" name="Google Shape;308;p14"/>
          <p:cNvSpPr txBox="1"/>
          <p:nvPr>
            <p:ph idx="1" type="subTitle"/>
          </p:nvPr>
        </p:nvSpPr>
        <p:spPr>
          <a:xfrm>
            <a:off x="715100" y="1253525"/>
            <a:ext cx="7704000" cy="64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
        <p:nvSpPr>
          <p:cNvPr id="309" name="Google Shape;309;p14"/>
          <p:cNvSpPr txBox="1"/>
          <p:nvPr>
            <p:ph type="title"/>
          </p:nvPr>
        </p:nvSpPr>
        <p:spPr>
          <a:xfrm>
            <a:off x="720000" y="597425"/>
            <a:ext cx="77040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10" name="Google Shape;310;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
    <p:spTree>
      <p:nvGrpSpPr>
        <p:cNvPr id="311" name="Shape 311"/>
        <p:cNvGrpSpPr/>
        <p:nvPr/>
      </p:nvGrpSpPr>
      <p:grpSpPr>
        <a:xfrm>
          <a:off x="0" y="0"/>
          <a:ext cx="0" cy="0"/>
          <a:chOff x="0" y="0"/>
          <a:chExt cx="0" cy="0"/>
        </a:xfrm>
      </p:grpSpPr>
      <p:grpSp>
        <p:nvGrpSpPr>
          <p:cNvPr id="312" name="Google Shape;312;p15"/>
          <p:cNvGrpSpPr/>
          <p:nvPr/>
        </p:nvGrpSpPr>
        <p:grpSpPr>
          <a:xfrm>
            <a:off x="182575" y="180750"/>
            <a:ext cx="9014250" cy="4782000"/>
            <a:chOff x="182575" y="180750"/>
            <a:chExt cx="9014250" cy="4782000"/>
          </a:xfrm>
        </p:grpSpPr>
        <p:sp>
          <p:nvSpPr>
            <p:cNvPr id="313" name="Google Shape;313;p15"/>
            <p:cNvSpPr/>
            <p:nvPr/>
          </p:nvSpPr>
          <p:spPr>
            <a:xfrm>
              <a:off x="8355625" y="3522900"/>
              <a:ext cx="841200" cy="12111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4" name="Google Shape;314;p15"/>
            <p:cNvSpPr/>
            <p:nvPr/>
          </p:nvSpPr>
          <p:spPr>
            <a:xfrm>
              <a:off x="182575" y="180750"/>
              <a:ext cx="4779900" cy="4782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315" name="Google Shape;315;p15"/>
          <p:cNvGrpSpPr/>
          <p:nvPr/>
        </p:nvGrpSpPr>
        <p:grpSpPr>
          <a:xfrm>
            <a:off x="-108850" y="-94500"/>
            <a:ext cx="9361500" cy="5332500"/>
            <a:chOff x="-108850" y="-94500"/>
            <a:chExt cx="9361500" cy="5332500"/>
          </a:xfrm>
        </p:grpSpPr>
        <p:cxnSp>
          <p:nvCxnSpPr>
            <p:cNvPr id="316" name="Google Shape;316;p15"/>
            <p:cNvCxnSpPr/>
            <p:nvPr/>
          </p:nvCxnSpPr>
          <p:spPr>
            <a:xfrm>
              <a:off x="-94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17" name="Google Shape;317;p15"/>
            <p:cNvCxnSpPr/>
            <p:nvPr/>
          </p:nvCxnSpPr>
          <p:spPr>
            <a:xfrm>
              <a:off x="91440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18" name="Google Shape;318;p15"/>
            <p:cNvCxnSpPr/>
            <p:nvPr/>
          </p:nvCxnSpPr>
          <p:spPr>
            <a:xfrm>
              <a:off x="45719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19" name="Google Shape;319;p15"/>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20" name="Google Shape;320;p15"/>
            <p:cNvCxnSpPr/>
            <p:nvPr/>
          </p:nvCxnSpPr>
          <p:spPr>
            <a:xfrm>
              <a:off x="68579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21" name="Google Shape;321;p15"/>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22" name="Google Shape;322;p15"/>
            <p:cNvCxnSpPr/>
            <p:nvPr/>
          </p:nvCxnSpPr>
          <p:spPr>
            <a:xfrm>
              <a:off x="342657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23" name="Google Shape;323;p15"/>
            <p:cNvCxnSpPr/>
            <p:nvPr/>
          </p:nvCxnSpPr>
          <p:spPr>
            <a:xfrm>
              <a:off x="571492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24" name="Google Shape;324;p15"/>
            <p:cNvCxnSpPr/>
            <p:nvPr/>
          </p:nvCxnSpPr>
          <p:spPr>
            <a:xfrm>
              <a:off x="800097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25" name="Google Shape;325;p15"/>
            <p:cNvCxnSpPr/>
            <p:nvPr/>
          </p:nvCxnSpPr>
          <p:spPr>
            <a:xfrm>
              <a:off x="113592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26" name="Google Shape;326;p15"/>
            <p:cNvCxnSpPr/>
            <p:nvPr/>
          </p:nvCxnSpPr>
          <p:spPr>
            <a:xfrm>
              <a:off x="4571900" y="-195200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327" name="Google Shape;327;p15"/>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328" name="Google Shape;328;p15"/>
            <p:cNvCxnSpPr/>
            <p:nvPr/>
          </p:nvCxnSpPr>
          <p:spPr>
            <a:xfrm>
              <a:off x="4571900" y="3340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329" name="Google Shape;329;p15"/>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330" name="Google Shape;330;p15"/>
            <p:cNvCxnSpPr/>
            <p:nvPr/>
          </p:nvCxnSpPr>
          <p:spPr>
            <a:xfrm>
              <a:off x="4571900" y="-3097325"/>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331" name="Google Shape;331;p15"/>
            <p:cNvCxnSpPr/>
            <p:nvPr/>
          </p:nvCxnSpPr>
          <p:spPr>
            <a:xfrm>
              <a:off x="4571900" y="-808975"/>
              <a:ext cx="0" cy="9361500"/>
            </a:xfrm>
            <a:prstGeom prst="straightConnector1">
              <a:avLst/>
            </a:prstGeom>
            <a:noFill/>
            <a:ln cap="flat" cmpd="sng" w="9525">
              <a:solidFill>
                <a:schemeClr val="lt1"/>
              </a:solidFill>
              <a:prstDash val="solid"/>
              <a:round/>
              <a:headEnd len="med" w="med" type="none"/>
              <a:tailEnd len="med" w="med" type="none"/>
            </a:ln>
          </p:spPr>
        </p:cxnSp>
      </p:grpSp>
      <p:sp>
        <p:nvSpPr>
          <p:cNvPr id="332" name="Google Shape;332;p15"/>
          <p:cNvSpPr/>
          <p:nvPr/>
        </p:nvSpPr>
        <p:spPr>
          <a:xfrm>
            <a:off x="409500" y="409500"/>
            <a:ext cx="8325000" cy="43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3" name="Google Shape;333;p15"/>
          <p:cNvSpPr txBox="1"/>
          <p:nvPr>
            <p:ph idx="1" type="subTitle"/>
          </p:nvPr>
        </p:nvSpPr>
        <p:spPr>
          <a:xfrm>
            <a:off x="715100" y="1253525"/>
            <a:ext cx="6119400" cy="3160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200"/>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
        <p:nvSpPr>
          <p:cNvPr id="334" name="Google Shape;334;p15"/>
          <p:cNvSpPr txBox="1"/>
          <p:nvPr>
            <p:ph type="title"/>
          </p:nvPr>
        </p:nvSpPr>
        <p:spPr>
          <a:xfrm>
            <a:off x="720000" y="597425"/>
            <a:ext cx="77040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5" name="Google Shape;335;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336" name="Shape 336"/>
        <p:cNvGrpSpPr/>
        <p:nvPr/>
      </p:nvGrpSpPr>
      <p:grpSpPr>
        <a:xfrm>
          <a:off x="0" y="0"/>
          <a:ext cx="0" cy="0"/>
          <a:chOff x="0" y="0"/>
          <a:chExt cx="0" cy="0"/>
        </a:xfrm>
      </p:grpSpPr>
      <p:grpSp>
        <p:nvGrpSpPr>
          <p:cNvPr id="337" name="Google Shape;337;p16"/>
          <p:cNvGrpSpPr/>
          <p:nvPr/>
        </p:nvGrpSpPr>
        <p:grpSpPr>
          <a:xfrm>
            <a:off x="-334100" y="180750"/>
            <a:ext cx="9282425" cy="4782000"/>
            <a:chOff x="-334100" y="180750"/>
            <a:chExt cx="9282425" cy="4782000"/>
          </a:xfrm>
        </p:grpSpPr>
        <p:sp>
          <p:nvSpPr>
            <p:cNvPr id="338" name="Google Shape;338;p16"/>
            <p:cNvSpPr/>
            <p:nvPr/>
          </p:nvSpPr>
          <p:spPr>
            <a:xfrm>
              <a:off x="-334100" y="1966200"/>
              <a:ext cx="841200" cy="12111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9" name="Google Shape;339;p16"/>
            <p:cNvSpPr/>
            <p:nvPr/>
          </p:nvSpPr>
          <p:spPr>
            <a:xfrm>
              <a:off x="4168425" y="180750"/>
              <a:ext cx="4779900" cy="4782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340" name="Google Shape;340;p16"/>
          <p:cNvGrpSpPr/>
          <p:nvPr/>
        </p:nvGrpSpPr>
        <p:grpSpPr>
          <a:xfrm>
            <a:off x="-108850" y="-94500"/>
            <a:ext cx="9361500" cy="5332500"/>
            <a:chOff x="-108850" y="-94500"/>
            <a:chExt cx="9361500" cy="5332500"/>
          </a:xfrm>
        </p:grpSpPr>
        <p:cxnSp>
          <p:nvCxnSpPr>
            <p:cNvPr id="341" name="Google Shape;341;p16"/>
            <p:cNvCxnSpPr/>
            <p:nvPr/>
          </p:nvCxnSpPr>
          <p:spPr>
            <a:xfrm>
              <a:off x="-94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42" name="Google Shape;342;p16"/>
            <p:cNvCxnSpPr/>
            <p:nvPr/>
          </p:nvCxnSpPr>
          <p:spPr>
            <a:xfrm>
              <a:off x="91440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43" name="Google Shape;343;p16"/>
            <p:cNvCxnSpPr/>
            <p:nvPr/>
          </p:nvCxnSpPr>
          <p:spPr>
            <a:xfrm>
              <a:off x="45719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44" name="Google Shape;344;p16"/>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45" name="Google Shape;345;p16"/>
            <p:cNvCxnSpPr/>
            <p:nvPr/>
          </p:nvCxnSpPr>
          <p:spPr>
            <a:xfrm>
              <a:off x="68579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46" name="Google Shape;346;p16"/>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47" name="Google Shape;347;p16"/>
            <p:cNvCxnSpPr/>
            <p:nvPr/>
          </p:nvCxnSpPr>
          <p:spPr>
            <a:xfrm>
              <a:off x="342657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48" name="Google Shape;348;p16"/>
            <p:cNvCxnSpPr/>
            <p:nvPr/>
          </p:nvCxnSpPr>
          <p:spPr>
            <a:xfrm>
              <a:off x="571492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49" name="Google Shape;349;p16"/>
            <p:cNvCxnSpPr/>
            <p:nvPr/>
          </p:nvCxnSpPr>
          <p:spPr>
            <a:xfrm>
              <a:off x="800097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50" name="Google Shape;350;p16"/>
            <p:cNvCxnSpPr/>
            <p:nvPr/>
          </p:nvCxnSpPr>
          <p:spPr>
            <a:xfrm>
              <a:off x="113592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51" name="Google Shape;351;p16"/>
            <p:cNvCxnSpPr/>
            <p:nvPr/>
          </p:nvCxnSpPr>
          <p:spPr>
            <a:xfrm>
              <a:off x="4571900" y="-195200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352" name="Google Shape;352;p16"/>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353" name="Google Shape;353;p16"/>
            <p:cNvCxnSpPr/>
            <p:nvPr/>
          </p:nvCxnSpPr>
          <p:spPr>
            <a:xfrm>
              <a:off x="4571900" y="3340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354" name="Google Shape;354;p16"/>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355" name="Google Shape;355;p16"/>
            <p:cNvCxnSpPr/>
            <p:nvPr/>
          </p:nvCxnSpPr>
          <p:spPr>
            <a:xfrm>
              <a:off x="4571900" y="-3097325"/>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356" name="Google Shape;356;p16"/>
            <p:cNvCxnSpPr/>
            <p:nvPr/>
          </p:nvCxnSpPr>
          <p:spPr>
            <a:xfrm>
              <a:off x="4571900" y="-808975"/>
              <a:ext cx="0" cy="9361500"/>
            </a:xfrm>
            <a:prstGeom prst="straightConnector1">
              <a:avLst/>
            </a:prstGeom>
            <a:noFill/>
            <a:ln cap="flat" cmpd="sng" w="9525">
              <a:solidFill>
                <a:schemeClr val="lt1"/>
              </a:solidFill>
              <a:prstDash val="solid"/>
              <a:round/>
              <a:headEnd len="med" w="med" type="none"/>
              <a:tailEnd len="med" w="med" type="none"/>
            </a:ln>
          </p:spPr>
        </p:cxnSp>
      </p:grpSp>
      <p:sp>
        <p:nvSpPr>
          <p:cNvPr id="357" name="Google Shape;357;p16"/>
          <p:cNvSpPr/>
          <p:nvPr/>
        </p:nvSpPr>
        <p:spPr>
          <a:xfrm>
            <a:off x="409500" y="409500"/>
            <a:ext cx="8325000" cy="43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58" name="Google Shape;358;p16"/>
          <p:cNvSpPr txBox="1"/>
          <p:nvPr>
            <p:ph idx="1" type="subTitle"/>
          </p:nvPr>
        </p:nvSpPr>
        <p:spPr>
          <a:xfrm>
            <a:off x="720000" y="2836013"/>
            <a:ext cx="2336400" cy="4071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1pPr>
            <a:lvl2pPr lvl="1"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2pPr>
            <a:lvl3pPr lvl="2"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3pPr>
            <a:lvl4pPr lvl="3"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4pPr>
            <a:lvl5pPr lvl="4"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5pPr>
            <a:lvl6pPr lvl="5"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6pPr>
            <a:lvl7pPr lvl="6"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7pPr>
            <a:lvl8pPr lvl="7"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8pPr>
            <a:lvl9pPr lvl="8"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9pPr>
          </a:lstStyle>
          <a:p/>
        </p:txBody>
      </p:sp>
      <p:sp>
        <p:nvSpPr>
          <p:cNvPr id="359" name="Google Shape;359;p16"/>
          <p:cNvSpPr txBox="1"/>
          <p:nvPr>
            <p:ph idx="2" type="subTitle"/>
          </p:nvPr>
        </p:nvSpPr>
        <p:spPr>
          <a:xfrm>
            <a:off x="720000" y="3771501"/>
            <a:ext cx="2336400" cy="53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0" name="Google Shape;360;p16"/>
          <p:cNvSpPr txBox="1"/>
          <p:nvPr>
            <p:ph idx="3" type="subTitle"/>
          </p:nvPr>
        </p:nvSpPr>
        <p:spPr>
          <a:xfrm>
            <a:off x="3403800" y="3771501"/>
            <a:ext cx="2336400" cy="53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1" name="Google Shape;361;p16"/>
          <p:cNvSpPr txBox="1"/>
          <p:nvPr>
            <p:ph idx="4" type="subTitle"/>
          </p:nvPr>
        </p:nvSpPr>
        <p:spPr>
          <a:xfrm>
            <a:off x="6087600" y="3771501"/>
            <a:ext cx="2336400" cy="53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2" name="Google Shape;362;p16"/>
          <p:cNvSpPr txBox="1"/>
          <p:nvPr>
            <p:ph idx="5" type="subTitle"/>
          </p:nvPr>
        </p:nvSpPr>
        <p:spPr>
          <a:xfrm>
            <a:off x="3403800" y="2836013"/>
            <a:ext cx="2336400" cy="4071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1pPr>
            <a:lvl2pPr lvl="1"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2pPr>
            <a:lvl3pPr lvl="2"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3pPr>
            <a:lvl4pPr lvl="3"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4pPr>
            <a:lvl5pPr lvl="4"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5pPr>
            <a:lvl6pPr lvl="5"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6pPr>
            <a:lvl7pPr lvl="6"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7pPr>
            <a:lvl8pPr lvl="7"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8pPr>
            <a:lvl9pPr lvl="8"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9pPr>
          </a:lstStyle>
          <a:p/>
        </p:txBody>
      </p:sp>
      <p:sp>
        <p:nvSpPr>
          <p:cNvPr id="363" name="Google Shape;363;p16"/>
          <p:cNvSpPr txBox="1"/>
          <p:nvPr>
            <p:ph idx="6" type="subTitle"/>
          </p:nvPr>
        </p:nvSpPr>
        <p:spPr>
          <a:xfrm>
            <a:off x="6087600" y="2836013"/>
            <a:ext cx="2336400" cy="4071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1pPr>
            <a:lvl2pPr lvl="1"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2pPr>
            <a:lvl3pPr lvl="2"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3pPr>
            <a:lvl4pPr lvl="3"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4pPr>
            <a:lvl5pPr lvl="4"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5pPr>
            <a:lvl6pPr lvl="5"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6pPr>
            <a:lvl7pPr lvl="6"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7pPr>
            <a:lvl8pPr lvl="7"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8pPr>
            <a:lvl9pPr lvl="8"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9pPr>
          </a:lstStyle>
          <a:p/>
        </p:txBody>
      </p:sp>
      <p:sp>
        <p:nvSpPr>
          <p:cNvPr id="364" name="Google Shape;364;p16"/>
          <p:cNvSpPr txBox="1"/>
          <p:nvPr>
            <p:ph idx="7" type="subTitle"/>
          </p:nvPr>
        </p:nvSpPr>
        <p:spPr>
          <a:xfrm>
            <a:off x="720000" y="3239289"/>
            <a:ext cx="2336400" cy="532200"/>
          </a:xfrm>
          <a:prstGeom prst="rect">
            <a:avLst/>
          </a:prstGeom>
          <a:solidFill>
            <a:srgbClr val="1C4587">
              <a:alpha val="28930"/>
            </a:srgbClr>
          </a:solidFill>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5" name="Google Shape;365;p16"/>
          <p:cNvSpPr txBox="1"/>
          <p:nvPr>
            <p:ph idx="8" type="subTitle"/>
          </p:nvPr>
        </p:nvSpPr>
        <p:spPr>
          <a:xfrm>
            <a:off x="3403800" y="3239289"/>
            <a:ext cx="2336400" cy="532200"/>
          </a:xfrm>
          <a:prstGeom prst="rect">
            <a:avLst/>
          </a:prstGeom>
          <a:solidFill>
            <a:srgbClr val="1C4587">
              <a:alpha val="28930"/>
            </a:srgbClr>
          </a:solidFill>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6" name="Google Shape;366;p16"/>
          <p:cNvSpPr txBox="1"/>
          <p:nvPr>
            <p:ph idx="9" type="subTitle"/>
          </p:nvPr>
        </p:nvSpPr>
        <p:spPr>
          <a:xfrm>
            <a:off x="6087600" y="3239289"/>
            <a:ext cx="2336400" cy="532200"/>
          </a:xfrm>
          <a:prstGeom prst="rect">
            <a:avLst/>
          </a:prstGeom>
          <a:solidFill>
            <a:srgbClr val="1C4587">
              <a:alpha val="28930"/>
            </a:srgbClr>
          </a:solidFill>
          <a:ln>
            <a:noFill/>
          </a:ln>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7" name="Google Shape;367;p16"/>
          <p:cNvSpPr txBox="1"/>
          <p:nvPr>
            <p:ph type="title"/>
          </p:nvPr>
        </p:nvSpPr>
        <p:spPr>
          <a:xfrm>
            <a:off x="720000" y="597425"/>
            <a:ext cx="77040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68" name="Google Shape;368;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369" name="Shape 369"/>
        <p:cNvGrpSpPr/>
        <p:nvPr/>
      </p:nvGrpSpPr>
      <p:grpSpPr>
        <a:xfrm>
          <a:off x="0" y="0"/>
          <a:ext cx="0" cy="0"/>
          <a:chOff x="0" y="0"/>
          <a:chExt cx="0" cy="0"/>
        </a:xfrm>
      </p:grpSpPr>
      <p:grpSp>
        <p:nvGrpSpPr>
          <p:cNvPr id="370" name="Google Shape;370;p17"/>
          <p:cNvGrpSpPr/>
          <p:nvPr/>
        </p:nvGrpSpPr>
        <p:grpSpPr>
          <a:xfrm>
            <a:off x="182575" y="180750"/>
            <a:ext cx="9014250" cy="4782000"/>
            <a:chOff x="182575" y="180750"/>
            <a:chExt cx="9014250" cy="4782000"/>
          </a:xfrm>
        </p:grpSpPr>
        <p:sp>
          <p:nvSpPr>
            <p:cNvPr id="371" name="Google Shape;371;p17"/>
            <p:cNvSpPr/>
            <p:nvPr/>
          </p:nvSpPr>
          <p:spPr>
            <a:xfrm>
              <a:off x="8355625" y="1966200"/>
              <a:ext cx="841200" cy="12111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72" name="Google Shape;372;p17"/>
            <p:cNvSpPr/>
            <p:nvPr/>
          </p:nvSpPr>
          <p:spPr>
            <a:xfrm>
              <a:off x="182575" y="180750"/>
              <a:ext cx="4779900" cy="4782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373" name="Google Shape;373;p17"/>
          <p:cNvGrpSpPr/>
          <p:nvPr/>
        </p:nvGrpSpPr>
        <p:grpSpPr>
          <a:xfrm>
            <a:off x="-108850" y="-94500"/>
            <a:ext cx="9361500" cy="5332500"/>
            <a:chOff x="-108850" y="-94500"/>
            <a:chExt cx="9361500" cy="5332500"/>
          </a:xfrm>
        </p:grpSpPr>
        <p:cxnSp>
          <p:nvCxnSpPr>
            <p:cNvPr id="374" name="Google Shape;374;p17"/>
            <p:cNvCxnSpPr/>
            <p:nvPr/>
          </p:nvCxnSpPr>
          <p:spPr>
            <a:xfrm>
              <a:off x="-94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75" name="Google Shape;375;p17"/>
            <p:cNvCxnSpPr/>
            <p:nvPr/>
          </p:nvCxnSpPr>
          <p:spPr>
            <a:xfrm>
              <a:off x="91440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76" name="Google Shape;376;p17"/>
            <p:cNvCxnSpPr/>
            <p:nvPr/>
          </p:nvCxnSpPr>
          <p:spPr>
            <a:xfrm>
              <a:off x="45719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77" name="Google Shape;377;p17"/>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78" name="Google Shape;378;p17"/>
            <p:cNvCxnSpPr/>
            <p:nvPr/>
          </p:nvCxnSpPr>
          <p:spPr>
            <a:xfrm>
              <a:off x="68579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79" name="Google Shape;379;p17"/>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80" name="Google Shape;380;p17"/>
            <p:cNvCxnSpPr/>
            <p:nvPr/>
          </p:nvCxnSpPr>
          <p:spPr>
            <a:xfrm>
              <a:off x="342657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81" name="Google Shape;381;p17"/>
            <p:cNvCxnSpPr/>
            <p:nvPr/>
          </p:nvCxnSpPr>
          <p:spPr>
            <a:xfrm>
              <a:off x="571492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82" name="Google Shape;382;p17"/>
            <p:cNvCxnSpPr/>
            <p:nvPr/>
          </p:nvCxnSpPr>
          <p:spPr>
            <a:xfrm>
              <a:off x="800097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83" name="Google Shape;383;p17"/>
            <p:cNvCxnSpPr/>
            <p:nvPr/>
          </p:nvCxnSpPr>
          <p:spPr>
            <a:xfrm>
              <a:off x="113592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384" name="Google Shape;384;p17"/>
            <p:cNvCxnSpPr/>
            <p:nvPr/>
          </p:nvCxnSpPr>
          <p:spPr>
            <a:xfrm>
              <a:off x="4571900" y="-195200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385" name="Google Shape;385;p17"/>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386" name="Google Shape;386;p17"/>
            <p:cNvCxnSpPr/>
            <p:nvPr/>
          </p:nvCxnSpPr>
          <p:spPr>
            <a:xfrm>
              <a:off x="4571900" y="3340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387" name="Google Shape;387;p17"/>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388" name="Google Shape;388;p17"/>
            <p:cNvCxnSpPr/>
            <p:nvPr/>
          </p:nvCxnSpPr>
          <p:spPr>
            <a:xfrm>
              <a:off x="4571900" y="-3097325"/>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389" name="Google Shape;389;p17"/>
            <p:cNvCxnSpPr/>
            <p:nvPr/>
          </p:nvCxnSpPr>
          <p:spPr>
            <a:xfrm>
              <a:off x="4571900" y="-808975"/>
              <a:ext cx="0" cy="9361500"/>
            </a:xfrm>
            <a:prstGeom prst="straightConnector1">
              <a:avLst/>
            </a:prstGeom>
            <a:noFill/>
            <a:ln cap="flat" cmpd="sng" w="9525">
              <a:solidFill>
                <a:schemeClr val="lt1"/>
              </a:solidFill>
              <a:prstDash val="solid"/>
              <a:round/>
              <a:headEnd len="med" w="med" type="none"/>
              <a:tailEnd len="med" w="med" type="none"/>
            </a:ln>
          </p:spPr>
        </p:cxnSp>
      </p:grpSp>
      <p:sp>
        <p:nvSpPr>
          <p:cNvPr id="390" name="Google Shape;390;p17"/>
          <p:cNvSpPr/>
          <p:nvPr/>
        </p:nvSpPr>
        <p:spPr>
          <a:xfrm>
            <a:off x="409500" y="409500"/>
            <a:ext cx="8325000" cy="43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91" name="Google Shape;391;p17"/>
          <p:cNvSpPr txBox="1"/>
          <p:nvPr>
            <p:ph idx="1" type="subTitle"/>
          </p:nvPr>
        </p:nvSpPr>
        <p:spPr>
          <a:xfrm>
            <a:off x="1802824" y="1793200"/>
            <a:ext cx="2714700" cy="356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1pPr>
            <a:lvl2pPr lvl="1"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2pPr>
            <a:lvl3pPr lvl="2"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3pPr>
            <a:lvl4pPr lvl="3"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4pPr>
            <a:lvl5pPr lvl="4"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5pPr>
            <a:lvl6pPr lvl="5"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6pPr>
            <a:lvl7pPr lvl="6"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7pPr>
            <a:lvl8pPr lvl="7"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8pPr>
            <a:lvl9pPr lvl="8"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9pPr>
          </a:lstStyle>
          <a:p/>
        </p:txBody>
      </p:sp>
      <p:sp>
        <p:nvSpPr>
          <p:cNvPr id="392" name="Google Shape;392;p17"/>
          <p:cNvSpPr txBox="1"/>
          <p:nvPr>
            <p:ph idx="2" type="subTitle"/>
          </p:nvPr>
        </p:nvSpPr>
        <p:spPr>
          <a:xfrm>
            <a:off x="1802812" y="2073698"/>
            <a:ext cx="27147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3" name="Google Shape;393;p17"/>
          <p:cNvSpPr txBox="1"/>
          <p:nvPr>
            <p:ph idx="3" type="subTitle"/>
          </p:nvPr>
        </p:nvSpPr>
        <p:spPr>
          <a:xfrm>
            <a:off x="5714187" y="2073698"/>
            <a:ext cx="27147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4" name="Google Shape;394;p17"/>
          <p:cNvSpPr txBox="1"/>
          <p:nvPr>
            <p:ph idx="4" type="subTitle"/>
          </p:nvPr>
        </p:nvSpPr>
        <p:spPr>
          <a:xfrm>
            <a:off x="1802800" y="3595951"/>
            <a:ext cx="27147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5" name="Google Shape;395;p17"/>
          <p:cNvSpPr txBox="1"/>
          <p:nvPr>
            <p:ph idx="5" type="subTitle"/>
          </p:nvPr>
        </p:nvSpPr>
        <p:spPr>
          <a:xfrm>
            <a:off x="5714175" y="3595951"/>
            <a:ext cx="27147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6" name="Google Shape;396;p17"/>
          <p:cNvSpPr txBox="1"/>
          <p:nvPr>
            <p:ph idx="6" type="subTitle"/>
          </p:nvPr>
        </p:nvSpPr>
        <p:spPr>
          <a:xfrm>
            <a:off x="1802824" y="3317703"/>
            <a:ext cx="2714700" cy="356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1pPr>
            <a:lvl2pPr lvl="1"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2pPr>
            <a:lvl3pPr lvl="2"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3pPr>
            <a:lvl4pPr lvl="3"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4pPr>
            <a:lvl5pPr lvl="4"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5pPr>
            <a:lvl6pPr lvl="5"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6pPr>
            <a:lvl7pPr lvl="6"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7pPr>
            <a:lvl8pPr lvl="7"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8pPr>
            <a:lvl9pPr lvl="8"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9pPr>
          </a:lstStyle>
          <a:p/>
        </p:txBody>
      </p:sp>
      <p:sp>
        <p:nvSpPr>
          <p:cNvPr id="397" name="Google Shape;397;p17"/>
          <p:cNvSpPr txBox="1"/>
          <p:nvPr>
            <p:ph idx="7" type="subTitle"/>
          </p:nvPr>
        </p:nvSpPr>
        <p:spPr>
          <a:xfrm>
            <a:off x="5714194" y="1793200"/>
            <a:ext cx="2714700" cy="356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1pPr>
            <a:lvl2pPr lvl="1"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2pPr>
            <a:lvl3pPr lvl="2"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3pPr>
            <a:lvl4pPr lvl="3"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4pPr>
            <a:lvl5pPr lvl="4"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5pPr>
            <a:lvl6pPr lvl="5"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6pPr>
            <a:lvl7pPr lvl="6"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7pPr>
            <a:lvl8pPr lvl="7"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8pPr>
            <a:lvl9pPr lvl="8"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9pPr>
          </a:lstStyle>
          <a:p/>
        </p:txBody>
      </p:sp>
      <p:sp>
        <p:nvSpPr>
          <p:cNvPr id="398" name="Google Shape;398;p17"/>
          <p:cNvSpPr txBox="1"/>
          <p:nvPr>
            <p:ph idx="8" type="subTitle"/>
          </p:nvPr>
        </p:nvSpPr>
        <p:spPr>
          <a:xfrm>
            <a:off x="5714194" y="3317703"/>
            <a:ext cx="2714700" cy="356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1pPr>
            <a:lvl2pPr lvl="1"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2pPr>
            <a:lvl3pPr lvl="2"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3pPr>
            <a:lvl4pPr lvl="3"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4pPr>
            <a:lvl5pPr lvl="4"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5pPr>
            <a:lvl6pPr lvl="5"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6pPr>
            <a:lvl7pPr lvl="6"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7pPr>
            <a:lvl8pPr lvl="7"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8pPr>
            <a:lvl9pPr lvl="8"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9pPr>
          </a:lstStyle>
          <a:p/>
        </p:txBody>
      </p:sp>
      <p:sp>
        <p:nvSpPr>
          <p:cNvPr id="399" name="Google Shape;399;p17"/>
          <p:cNvSpPr txBox="1"/>
          <p:nvPr>
            <p:ph type="title"/>
          </p:nvPr>
        </p:nvSpPr>
        <p:spPr>
          <a:xfrm>
            <a:off x="720000" y="597425"/>
            <a:ext cx="77040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00" name="Google Shape;400;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BLANK_1_1_1_1_2">
    <p:spTree>
      <p:nvGrpSpPr>
        <p:cNvPr id="401" name="Shape 401"/>
        <p:cNvGrpSpPr/>
        <p:nvPr/>
      </p:nvGrpSpPr>
      <p:grpSpPr>
        <a:xfrm>
          <a:off x="0" y="0"/>
          <a:ext cx="0" cy="0"/>
          <a:chOff x="0" y="0"/>
          <a:chExt cx="0" cy="0"/>
        </a:xfrm>
      </p:grpSpPr>
      <p:grpSp>
        <p:nvGrpSpPr>
          <p:cNvPr id="402" name="Google Shape;402;p18"/>
          <p:cNvGrpSpPr/>
          <p:nvPr/>
        </p:nvGrpSpPr>
        <p:grpSpPr>
          <a:xfrm>
            <a:off x="-334100" y="180750"/>
            <a:ext cx="9282425" cy="4782000"/>
            <a:chOff x="-334100" y="180750"/>
            <a:chExt cx="9282425" cy="4782000"/>
          </a:xfrm>
        </p:grpSpPr>
        <p:sp>
          <p:nvSpPr>
            <p:cNvPr id="403" name="Google Shape;403;p18"/>
            <p:cNvSpPr/>
            <p:nvPr/>
          </p:nvSpPr>
          <p:spPr>
            <a:xfrm>
              <a:off x="-334100" y="1966200"/>
              <a:ext cx="841200" cy="12111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04" name="Google Shape;404;p18"/>
            <p:cNvSpPr/>
            <p:nvPr/>
          </p:nvSpPr>
          <p:spPr>
            <a:xfrm>
              <a:off x="4168425" y="180750"/>
              <a:ext cx="4779900" cy="4782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405" name="Google Shape;405;p18"/>
          <p:cNvGrpSpPr/>
          <p:nvPr/>
        </p:nvGrpSpPr>
        <p:grpSpPr>
          <a:xfrm>
            <a:off x="-108850" y="-94500"/>
            <a:ext cx="9361500" cy="5332500"/>
            <a:chOff x="-108850" y="-94500"/>
            <a:chExt cx="9361500" cy="5332500"/>
          </a:xfrm>
        </p:grpSpPr>
        <p:cxnSp>
          <p:nvCxnSpPr>
            <p:cNvPr id="406" name="Google Shape;406;p18"/>
            <p:cNvCxnSpPr/>
            <p:nvPr/>
          </p:nvCxnSpPr>
          <p:spPr>
            <a:xfrm>
              <a:off x="-94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07" name="Google Shape;407;p18"/>
            <p:cNvCxnSpPr/>
            <p:nvPr/>
          </p:nvCxnSpPr>
          <p:spPr>
            <a:xfrm>
              <a:off x="91440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08" name="Google Shape;408;p18"/>
            <p:cNvCxnSpPr/>
            <p:nvPr/>
          </p:nvCxnSpPr>
          <p:spPr>
            <a:xfrm>
              <a:off x="45719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09" name="Google Shape;409;p18"/>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10" name="Google Shape;410;p18"/>
            <p:cNvCxnSpPr/>
            <p:nvPr/>
          </p:nvCxnSpPr>
          <p:spPr>
            <a:xfrm>
              <a:off x="68579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11" name="Google Shape;411;p18"/>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12" name="Google Shape;412;p18"/>
            <p:cNvCxnSpPr/>
            <p:nvPr/>
          </p:nvCxnSpPr>
          <p:spPr>
            <a:xfrm>
              <a:off x="342657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13" name="Google Shape;413;p18"/>
            <p:cNvCxnSpPr/>
            <p:nvPr/>
          </p:nvCxnSpPr>
          <p:spPr>
            <a:xfrm>
              <a:off x="571492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14" name="Google Shape;414;p18"/>
            <p:cNvCxnSpPr/>
            <p:nvPr/>
          </p:nvCxnSpPr>
          <p:spPr>
            <a:xfrm>
              <a:off x="800097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15" name="Google Shape;415;p18"/>
            <p:cNvCxnSpPr/>
            <p:nvPr/>
          </p:nvCxnSpPr>
          <p:spPr>
            <a:xfrm>
              <a:off x="113592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16" name="Google Shape;416;p18"/>
            <p:cNvCxnSpPr/>
            <p:nvPr/>
          </p:nvCxnSpPr>
          <p:spPr>
            <a:xfrm>
              <a:off x="4571900" y="-195200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417" name="Google Shape;417;p18"/>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418" name="Google Shape;418;p18"/>
            <p:cNvCxnSpPr/>
            <p:nvPr/>
          </p:nvCxnSpPr>
          <p:spPr>
            <a:xfrm>
              <a:off x="4571900" y="3340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419" name="Google Shape;419;p18"/>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420" name="Google Shape;420;p18"/>
            <p:cNvCxnSpPr/>
            <p:nvPr/>
          </p:nvCxnSpPr>
          <p:spPr>
            <a:xfrm>
              <a:off x="4571900" y="-3097325"/>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421" name="Google Shape;421;p18"/>
            <p:cNvCxnSpPr/>
            <p:nvPr/>
          </p:nvCxnSpPr>
          <p:spPr>
            <a:xfrm>
              <a:off x="4571900" y="-808975"/>
              <a:ext cx="0" cy="9361500"/>
            </a:xfrm>
            <a:prstGeom prst="straightConnector1">
              <a:avLst/>
            </a:prstGeom>
            <a:noFill/>
            <a:ln cap="flat" cmpd="sng" w="9525">
              <a:solidFill>
                <a:schemeClr val="lt1"/>
              </a:solidFill>
              <a:prstDash val="solid"/>
              <a:round/>
              <a:headEnd len="med" w="med" type="none"/>
              <a:tailEnd len="med" w="med" type="none"/>
            </a:ln>
          </p:spPr>
        </p:cxnSp>
      </p:grpSp>
      <p:sp>
        <p:nvSpPr>
          <p:cNvPr id="422" name="Google Shape;422;p18"/>
          <p:cNvSpPr/>
          <p:nvPr/>
        </p:nvSpPr>
        <p:spPr>
          <a:xfrm>
            <a:off x="409500" y="409500"/>
            <a:ext cx="8325000" cy="43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23" name="Google Shape;423;p18"/>
          <p:cNvSpPr txBox="1"/>
          <p:nvPr>
            <p:ph idx="1" type="subTitle"/>
          </p:nvPr>
        </p:nvSpPr>
        <p:spPr>
          <a:xfrm>
            <a:off x="720000" y="3690800"/>
            <a:ext cx="2424900" cy="356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1pPr>
            <a:lvl2pPr lvl="1"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2pPr>
            <a:lvl3pPr lvl="2"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3pPr>
            <a:lvl4pPr lvl="3"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4pPr>
            <a:lvl5pPr lvl="4"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5pPr>
            <a:lvl6pPr lvl="5"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6pPr>
            <a:lvl7pPr lvl="6"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7pPr>
            <a:lvl8pPr lvl="7"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8pPr>
            <a:lvl9pPr lvl="8"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9pPr>
          </a:lstStyle>
          <a:p/>
        </p:txBody>
      </p:sp>
      <p:sp>
        <p:nvSpPr>
          <p:cNvPr id="424" name="Google Shape;424;p18"/>
          <p:cNvSpPr txBox="1"/>
          <p:nvPr>
            <p:ph idx="2" type="subTitle"/>
          </p:nvPr>
        </p:nvSpPr>
        <p:spPr>
          <a:xfrm>
            <a:off x="720000" y="3971300"/>
            <a:ext cx="24249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25" name="Google Shape;425;p18"/>
          <p:cNvSpPr txBox="1"/>
          <p:nvPr>
            <p:ph hasCustomPrompt="1" type="title"/>
          </p:nvPr>
        </p:nvSpPr>
        <p:spPr>
          <a:xfrm>
            <a:off x="1617001" y="2942492"/>
            <a:ext cx="630900" cy="630900"/>
          </a:xfrm>
          <a:prstGeom prst="rect">
            <a:avLst/>
          </a:prstGeom>
          <a:solidFill>
            <a:srgbClr val="1C4587">
              <a:alpha val="28930"/>
            </a:srgbClr>
          </a:solidFill>
        </p:spPr>
        <p:txBody>
          <a:bodyPr anchorCtr="0" anchor="ctr" bIns="91425" lIns="91425" spcFirstLastPara="1" rIns="91425" wrap="square" tIns="91425">
            <a:noAutofit/>
          </a:bodyPr>
          <a:lstStyle>
            <a:lvl1pPr lvl="0" rtl="0" algn="ctr">
              <a:spcBef>
                <a:spcPts val="0"/>
              </a:spcBef>
              <a:spcAft>
                <a:spcPts val="0"/>
              </a:spcAft>
              <a:buSzPts val="2400"/>
              <a:buNone/>
              <a:defRPr sz="18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26" name="Google Shape;426;p18"/>
          <p:cNvSpPr txBox="1"/>
          <p:nvPr>
            <p:ph idx="3" type="subTitle"/>
          </p:nvPr>
        </p:nvSpPr>
        <p:spPr>
          <a:xfrm>
            <a:off x="3359550" y="3690800"/>
            <a:ext cx="2424900" cy="356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1pPr>
            <a:lvl2pPr lvl="1"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2pPr>
            <a:lvl3pPr lvl="2"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3pPr>
            <a:lvl4pPr lvl="3"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4pPr>
            <a:lvl5pPr lvl="4"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5pPr>
            <a:lvl6pPr lvl="5"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6pPr>
            <a:lvl7pPr lvl="6"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7pPr>
            <a:lvl8pPr lvl="7"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8pPr>
            <a:lvl9pPr lvl="8"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9pPr>
          </a:lstStyle>
          <a:p/>
        </p:txBody>
      </p:sp>
      <p:sp>
        <p:nvSpPr>
          <p:cNvPr id="427" name="Google Shape;427;p18"/>
          <p:cNvSpPr txBox="1"/>
          <p:nvPr>
            <p:ph idx="4" type="subTitle"/>
          </p:nvPr>
        </p:nvSpPr>
        <p:spPr>
          <a:xfrm>
            <a:off x="3359550" y="3971300"/>
            <a:ext cx="24249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28" name="Google Shape;428;p18"/>
          <p:cNvSpPr txBox="1"/>
          <p:nvPr>
            <p:ph hasCustomPrompt="1" idx="5" type="title"/>
          </p:nvPr>
        </p:nvSpPr>
        <p:spPr>
          <a:xfrm>
            <a:off x="4256539" y="2942492"/>
            <a:ext cx="630900" cy="630900"/>
          </a:xfrm>
          <a:prstGeom prst="rect">
            <a:avLst/>
          </a:prstGeom>
          <a:solidFill>
            <a:srgbClr val="1C4587">
              <a:alpha val="28930"/>
            </a:srgbClr>
          </a:solidFill>
        </p:spPr>
        <p:txBody>
          <a:bodyPr anchorCtr="0" anchor="ctr" bIns="91425" lIns="91425" spcFirstLastPara="1" rIns="91425" wrap="square" tIns="91425">
            <a:noAutofit/>
          </a:bodyPr>
          <a:lstStyle>
            <a:lvl1pPr lvl="0" rtl="0" algn="ctr">
              <a:spcBef>
                <a:spcPts val="0"/>
              </a:spcBef>
              <a:spcAft>
                <a:spcPts val="0"/>
              </a:spcAft>
              <a:buSzPts val="2400"/>
              <a:buNone/>
              <a:defRPr sz="18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29" name="Google Shape;429;p18"/>
          <p:cNvSpPr txBox="1"/>
          <p:nvPr>
            <p:ph idx="6" type="subTitle"/>
          </p:nvPr>
        </p:nvSpPr>
        <p:spPr>
          <a:xfrm>
            <a:off x="5999050" y="3690800"/>
            <a:ext cx="2424900" cy="356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1pPr>
            <a:lvl2pPr lvl="1"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2pPr>
            <a:lvl3pPr lvl="2"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3pPr>
            <a:lvl4pPr lvl="3"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4pPr>
            <a:lvl5pPr lvl="4"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5pPr>
            <a:lvl6pPr lvl="5"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6pPr>
            <a:lvl7pPr lvl="6"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7pPr>
            <a:lvl8pPr lvl="7"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8pPr>
            <a:lvl9pPr lvl="8"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9pPr>
          </a:lstStyle>
          <a:p/>
        </p:txBody>
      </p:sp>
      <p:sp>
        <p:nvSpPr>
          <p:cNvPr id="430" name="Google Shape;430;p18"/>
          <p:cNvSpPr txBox="1"/>
          <p:nvPr>
            <p:ph idx="7" type="subTitle"/>
          </p:nvPr>
        </p:nvSpPr>
        <p:spPr>
          <a:xfrm>
            <a:off x="5999050" y="3971300"/>
            <a:ext cx="24249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31" name="Google Shape;431;p18"/>
          <p:cNvSpPr txBox="1"/>
          <p:nvPr>
            <p:ph hasCustomPrompt="1" idx="8" type="title"/>
          </p:nvPr>
        </p:nvSpPr>
        <p:spPr>
          <a:xfrm>
            <a:off x="6896076" y="2942492"/>
            <a:ext cx="630900" cy="630900"/>
          </a:xfrm>
          <a:prstGeom prst="rect">
            <a:avLst/>
          </a:prstGeom>
          <a:solidFill>
            <a:srgbClr val="1C4587">
              <a:alpha val="28930"/>
            </a:srgbClr>
          </a:solidFill>
        </p:spPr>
        <p:txBody>
          <a:bodyPr anchorCtr="0" anchor="ctr" bIns="91425" lIns="91425" spcFirstLastPara="1" rIns="91425" wrap="square" tIns="91425">
            <a:noAutofit/>
          </a:bodyPr>
          <a:lstStyle>
            <a:lvl1pPr lvl="0" rtl="0" algn="ctr">
              <a:spcBef>
                <a:spcPts val="0"/>
              </a:spcBef>
              <a:spcAft>
                <a:spcPts val="0"/>
              </a:spcAft>
              <a:buSzPts val="2400"/>
              <a:buNone/>
              <a:defRPr sz="18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32" name="Google Shape;432;p18"/>
          <p:cNvSpPr txBox="1"/>
          <p:nvPr>
            <p:ph idx="9" type="subTitle"/>
          </p:nvPr>
        </p:nvSpPr>
        <p:spPr>
          <a:xfrm>
            <a:off x="2039800" y="1955375"/>
            <a:ext cx="2424900" cy="356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1pPr>
            <a:lvl2pPr lvl="1"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2pPr>
            <a:lvl3pPr lvl="2"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3pPr>
            <a:lvl4pPr lvl="3"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4pPr>
            <a:lvl5pPr lvl="4"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5pPr>
            <a:lvl6pPr lvl="5"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6pPr>
            <a:lvl7pPr lvl="6"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7pPr>
            <a:lvl8pPr lvl="7"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8pPr>
            <a:lvl9pPr lvl="8"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9pPr>
          </a:lstStyle>
          <a:p/>
        </p:txBody>
      </p:sp>
      <p:sp>
        <p:nvSpPr>
          <p:cNvPr id="433" name="Google Shape;433;p18"/>
          <p:cNvSpPr txBox="1"/>
          <p:nvPr>
            <p:ph idx="13" type="subTitle"/>
          </p:nvPr>
        </p:nvSpPr>
        <p:spPr>
          <a:xfrm>
            <a:off x="2039800" y="2235875"/>
            <a:ext cx="24249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34" name="Google Shape;434;p18"/>
          <p:cNvSpPr txBox="1"/>
          <p:nvPr>
            <p:ph hasCustomPrompt="1" idx="14" type="title"/>
          </p:nvPr>
        </p:nvSpPr>
        <p:spPr>
          <a:xfrm>
            <a:off x="2936770" y="1207067"/>
            <a:ext cx="630900" cy="630900"/>
          </a:xfrm>
          <a:prstGeom prst="rect">
            <a:avLst/>
          </a:prstGeom>
          <a:solidFill>
            <a:srgbClr val="1C4587">
              <a:alpha val="28930"/>
            </a:srgbClr>
          </a:solidFill>
        </p:spPr>
        <p:txBody>
          <a:bodyPr anchorCtr="0" anchor="ctr" bIns="91425" lIns="91425" spcFirstLastPara="1" rIns="91425" wrap="square" tIns="91425">
            <a:noAutofit/>
          </a:bodyPr>
          <a:lstStyle>
            <a:lvl1pPr lvl="0" rtl="0" algn="ctr">
              <a:spcBef>
                <a:spcPts val="0"/>
              </a:spcBef>
              <a:spcAft>
                <a:spcPts val="0"/>
              </a:spcAft>
              <a:buSzPts val="2400"/>
              <a:buNone/>
              <a:defRPr sz="18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35" name="Google Shape;435;p18"/>
          <p:cNvSpPr txBox="1"/>
          <p:nvPr>
            <p:ph idx="15" type="subTitle"/>
          </p:nvPr>
        </p:nvSpPr>
        <p:spPr>
          <a:xfrm>
            <a:off x="4679300" y="1955375"/>
            <a:ext cx="2424900" cy="356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1pPr>
            <a:lvl2pPr lvl="1"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2pPr>
            <a:lvl3pPr lvl="2"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3pPr>
            <a:lvl4pPr lvl="3"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4pPr>
            <a:lvl5pPr lvl="4"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5pPr>
            <a:lvl6pPr lvl="5"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6pPr>
            <a:lvl7pPr lvl="6"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7pPr>
            <a:lvl8pPr lvl="7"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8pPr>
            <a:lvl9pPr lvl="8"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9pPr>
          </a:lstStyle>
          <a:p/>
        </p:txBody>
      </p:sp>
      <p:sp>
        <p:nvSpPr>
          <p:cNvPr id="436" name="Google Shape;436;p18"/>
          <p:cNvSpPr txBox="1"/>
          <p:nvPr>
            <p:ph idx="16" type="subTitle"/>
          </p:nvPr>
        </p:nvSpPr>
        <p:spPr>
          <a:xfrm>
            <a:off x="4679300" y="2235875"/>
            <a:ext cx="24249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37" name="Google Shape;437;p18"/>
          <p:cNvSpPr txBox="1"/>
          <p:nvPr>
            <p:ph hasCustomPrompt="1" idx="17" type="title"/>
          </p:nvPr>
        </p:nvSpPr>
        <p:spPr>
          <a:xfrm>
            <a:off x="5576308" y="1207067"/>
            <a:ext cx="630900" cy="630900"/>
          </a:xfrm>
          <a:prstGeom prst="rect">
            <a:avLst/>
          </a:prstGeom>
          <a:solidFill>
            <a:srgbClr val="1C4587">
              <a:alpha val="28930"/>
            </a:srgbClr>
          </a:solidFill>
        </p:spPr>
        <p:txBody>
          <a:bodyPr anchorCtr="0" anchor="ctr" bIns="91425" lIns="91425" spcFirstLastPara="1" rIns="91425" wrap="square" tIns="91425">
            <a:noAutofit/>
          </a:bodyPr>
          <a:lstStyle>
            <a:lvl1pPr lvl="0" rtl="0" algn="ctr">
              <a:spcBef>
                <a:spcPts val="0"/>
              </a:spcBef>
              <a:spcAft>
                <a:spcPts val="0"/>
              </a:spcAft>
              <a:buSzPts val="2400"/>
              <a:buNone/>
              <a:defRPr sz="18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38" name="Google Shape;438;p18"/>
          <p:cNvSpPr txBox="1"/>
          <p:nvPr>
            <p:ph idx="18" type="title"/>
          </p:nvPr>
        </p:nvSpPr>
        <p:spPr>
          <a:xfrm>
            <a:off x="720000" y="597425"/>
            <a:ext cx="77040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39" name="Google Shape;439;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440" name="Shape 440"/>
        <p:cNvGrpSpPr/>
        <p:nvPr/>
      </p:nvGrpSpPr>
      <p:grpSpPr>
        <a:xfrm>
          <a:off x="0" y="0"/>
          <a:ext cx="0" cy="0"/>
          <a:chOff x="0" y="0"/>
          <a:chExt cx="0" cy="0"/>
        </a:xfrm>
      </p:grpSpPr>
      <p:grpSp>
        <p:nvGrpSpPr>
          <p:cNvPr id="441" name="Google Shape;441;p19"/>
          <p:cNvGrpSpPr/>
          <p:nvPr/>
        </p:nvGrpSpPr>
        <p:grpSpPr>
          <a:xfrm>
            <a:off x="-231525" y="180750"/>
            <a:ext cx="9179850" cy="5057325"/>
            <a:chOff x="-231525" y="180750"/>
            <a:chExt cx="9179850" cy="5057325"/>
          </a:xfrm>
        </p:grpSpPr>
        <p:sp>
          <p:nvSpPr>
            <p:cNvPr id="442" name="Google Shape;442;p19"/>
            <p:cNvSpPr/>
            <p:nvPr/>
          </p:nvSpPr>
          <p:spPr>
            <a:xfrm>
              <a:off x="-231525" y="3951075"/>
              <a:ext cx="841200" cy="1287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43" name="Google Shape;443;p19"/>
            <p:cNvSpPr/>
            <p:nvPr/>
          </p:nvSpPr>
          <p:spPr>
            <a:xfrm>
              <a:off x="4168425" y="180750"/>
              <a:ext cx="4779900" cy="4782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444" name="Google Shape;444;p19"/>
          <p:cNvGrpSpPr/>
          <p:nvPr/>
        </p:nvGrpSpPr>
        <p:grpSpPr>
          <a:xfrm>
            <a:off x="-108850" y="-94500"/>
            <a:ext cx="9361500" cy="5332500"/>
            <a:chOff x="-108850" y="-94500"/>
            <a:chExt cx="9361500" cy="5332500"/>
          </a:xfrm>
        </p:grpSpPr>
        <p:cxnSp>
          <p:nvCxnSpPr>
            <p:cNvPr id="445" name="Google Shape;445;p19"/>
            <p:cNvCxnSpPr/>
            <p:nvPr/>
          </p:nvCxnSpPr>
          <p:spPr>
            <a:xfrm>
              <a:off x="-94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46" name="Google Shape;446;p19"/>
            <p:cNvCxnSpPr/>
            <p:nvPr/>
          </p:nvCxnSpPr>
          <p:spPr>
            <a:xfrm>
              <a:off x="91440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47" name="Google Shape;447;p19"/>
            <p:cNvCxnSpPr/>
            <p:nvPr/>
          </p:nvCxnSpPr>
          <p:spPr>
            <a:xfrm>
              <a:off x="45719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48" name="Google Shape;448;p19"/>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49" name="Google Shape;449;p19"/>
            <p:cNvCxnSpPr/>
            <p:nvPr/>
          </p:nvCxnSpPr>
          <p:spPr>
            <a:xfrm>
              <a:off x="68579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50" name="Google Shape;450;p19"/>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51" name="Google Shape;451;p19"/>
            <p:cNvCxnSpPr/>
            <p:nvPr/>
          </p:nvCxnSpPr>
          <p:spPr>
            <a:xfrm>
              <a:off x="342657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52" name="Google Shape;452;p19"/>
            <p:cNvCxnSpPr/>
            <p:nvPr/>
          </p:nvCxnSpPr>
          <p:spPr>
            <a:xfrm>
              <a:off x="571492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53" name="Google Shape;453;p19"/>
            <p:cNvCxnSpPr/>
            <p:nvPr/>
          </p:nvCxnSpPr>
          <p:spPr>
            <a:xfrm>
              <a:off x="800097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54" name="Google Shape;454;p19"/>
            <p:cNvCxnSpPr/>
            <p:nvPr/>
          </p:nvCxnSpPr>
          <p:spPr>
            <a:xfrm>
              <a:off x="113592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55" name="Google Shape;455;p19"/>
            <p:cNvCxnSpPr/>
            <p:nvPr/>
          </p:nvCxnSpPr>
          <p:spPr>
            <a:xfrm>
              <a:off x="4571900" y="-195200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456" name="Google Shape;456;p19"/>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457" name="Google Shape;457;p19"/>
            <p:cNvCxnSpPr/>
            <p:nvPr/>
          </p:nvCxnSpPr>
          <p:spPr>
            <a:xfrm>
              <a:off x="4571900" y="3340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458" name="Google Shape;458;p19"/>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459" name="Google Shape;459;p19"/>
            <p:cNvCxnSpPr/>
            <p:nvPr/>
          </p:nvCxnSpPr>
          <p:spPr>
            <a:xfrm>
              <a:off x="4571900" y="-3097325"/>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460" name="Google Shape;460;p19"/>
            <p:cNvCxnSpPr/>
            <p:nvPr/>
          </p:nvCxnSpPr>
          <p:spPr>
            <a:xfrm>
              <a:off x="4571900" y="-808975"/>
              <a:ext cx="0" cy="9361500"/>
            </a:xfrm>
            <a:prstGeom prst="straightConnector1">
              <a:avLst/>
            </a:prstGeom>
            <a:noFill/>
            <a:ln cap="flat" cmpd="sng" w="9525">
              <a:solidFill>
                <a:schemeClr val="lt1"/>
              </a:solidFill>
              <a:prstDash val="solid"/>
              <a:round/>
              <a:headEnd len="med" w="med" type="none"/>
              <a:tailEnd len="med" w="med" type="none"/>
            </a:ln>
          </p:spPr>
        </p:cxnSp>
      </p:grpSp>
      <p:sp>
        <p:nvSpPr>
          <p:cNvPr id="461" name="Google Shape;461;p19"/>
          <p:cNvSpPr/>
          <p:nvPr/>
        </p:nvSpPr>
        <p:spPr>
          <a:xfrm>
            <a:off x="409500" y="409500"/>
            <a:ext cx="8325000" cy="43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62" name="Google Shape;462;p19"/>
          <p:cNvSpPr txBox="1"/>
          <p:nvPr>
            <p:ph idx="1" type="subTitle"/>
          </p:nvPr>
        </p:nvSpPr>
        <p:spPr>
          <a:xfrm>
            <a:off x="717550" y="2261856"/>
            <a:ext cx="23916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63" name="Google Shape;463;p19"/>
          <p:cNvSpPr txBox="1"/>
          <p:nvPr>
            <p:ph idx="2" type="subTitle"/>
          </p:nvPr>
        </p:nvSpPr>
        <p:spPr>
          <a:xfrm>
            <a:off x="3375568" y="2261856"/>
            <a:ext cx="23916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64" name="Google Shape;464;p19"/>
          <p:cNvSpPr txBox="1"/>
          <p:nvPr>
            <p:ph idx="3" type="subTitle"/>
          </p:nvPr>
        </p:nvSpPr>
        <p:spPr>
          <a:xfrm>
            <a:off x="6033585" y="2261856"/>
            <a:ext cx="23916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65" name="Google Shape;465;p19"/>
          <p:cNvSpPr txBox="1"/>
          <p:nvPr>
            <p:ph idx="4" type="subTitle"/>
          </p:nvPr>
        </p:nvSpPr>
        <p:spPr>
          <a:xfrm>
            <a:off x="717550" y="3971302"/>
            <a:ext cx="23916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66" name="Google Shape;466;p19"/>
          <p:cNvSpPr txBox="1"/>
          <p:nvPr>
            <p:ph idx="5" type="subTitle"/>
          </p:nvPr>
        </p:nvSpPr>
        <p:spPr>
          <a:xfrm>
            <a:off x="3375585" y="3971302"/>
            <a:ext cx="23916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67" name="Google Shape;467;p19"/>
          <p:cNvSpPr txBox="1"/>
          <p:nvPr>
            <p:ph idx="6" type="subTitle"/>
          </p:nvPr>
        </p:nvSpPr>
        <p:spPr>
          <a:xfrm>
            <a:off x="6033620" y="3971302"/>
            <a:ext cx="23916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68" name="Google Shape;468;p19"/>
          <p:cNvSpPr txBox="1"/>
          <p:nvPr>
            <p:ph idx="7" type="subTitle"/>
          </p:nvPr>
        </p:nvSpPr>
        <p:spPr>
          <a:xfrm>
            <a:off x="717550" y="1905450"/>
            <a:ext cx="2391600" cy="3564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1pPr>
            <a:lvl2pPr lvl="1"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2pPr>
            <a:lvl3pPr lvl="2"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3pPr>
            <a:lvl4pPr lvl="3"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4pPr>
            <a:lvl5pPr lvl="4"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5pPr>
            <a:lvl6pPr lvl="5"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6pPr>
            <a:lvl7pPr lvl="6"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7pPr>
            <a:lvl8pPr lvl="7"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8pPr>
            <a:lvl9pPr lvl="8"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9pPr>
          </a:lstStyle>
          <a:p/>
        </p:txBody>
      </p:sp>
      <p:sp>
        <p:nvSpPr>
          <p:cNvPr id="469" name="Google Shape;469;p19"/>
          <p:cNvSpPr txBox="1"/>
          <p:nvPr>
            <p:ph idx="8" type="subTitle"/>
          </p:nvPr>
        </p:nvSpPr>
        <p:spPr>
          <a:xfrm>
            <a:off x="3375568" y="1905450"/>
            <a:ext cx="2391600" cy="3564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1pPr>
            <a:lvl2pPr lvl="1"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2pPr>
            <a:lvl3pPr lvl="2"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3pPr>
            <a:lvl4pPr lvl="3"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4pPr>
            <a:lvl5pPr lvl="4"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5pPr>
            <a:lvl6pPr lvl="5"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6pPr>
            <a:lvl7pPr lvl="6"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7pPr>
            <a:lvl8pPr lvl="7"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8pPr>
            <a:lvl9pPr lvl="8"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9pPr>
          </a:lstStyle>
          <a:p/>
        </p:txBody>
      </p:sp>
      <p:sp>
        <p:nvSpPr>
          <p:cNvPr id="470" name="Google Shape;470;p19"/>
          <p:cNvSpPr txBox="1"/>
          <p:nvPr>
            <p:ph idx="9" type="subTitle"/>
          </p:nvPr>
        </p:nvSpPr>
        <p:spPr>
          <a:xfrm>
            <a:off x="6033585" y="1905450"/>
            <a:ext cx="2391600" cy="3564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1pPr>
            <a:lvl2pPr lvl="1"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2pPr>
            <a:lvl3pPr lvl="2"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3pPr>
            <a:lvl4pPr lvl="3"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4pPr>
            <a:lvl5pPr lvl="4"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5pPr>
            <a:lvl6pPr lvl="5"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6pPr>
            <a:lvl7pPr lvl="6"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7pPr>
            <a:lvl8pPr lvl="7"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8pPr>
            <a:lvl9pPr lvl="8"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9pPr>
          </a:lstStyle>
          <a:p/>
        </p:txBody>
      </p:sp>
      <p:sp>
        <p:nvSpPr>
          <p:cNvPr id="471" name="Google Shape;471;p19"/>
          <p:cNvSpPr txBox="1"/>
          <p:nvPr>
            <p:ph idx="13" type="subTitle"/>
          </p:nvPr>
        </p:nvSpPr>
        <p:spPr>
          <a:xfrm>
            <a:off x="717550" y="3610300"/>
            <a:ext cx="2391600" cy="3564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1pPr>
            <a:lvl2pPr lvl="1"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2pPr>
            <a:lvl3pPr lvl="2"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3pPr>
            <a:lvl4pPr lvl="3"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4pPr>
            <a:lvl5pPr lvl="4"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5pPr>
            <a:lvl6pPr lvl="5"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6pPr>
            <a:lvl7pPr lvl="6"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7pPr>
            <a:lvl8pPr lvl="7"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8pPr>
            <a:lvl9pPr lvl="8"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9pPr>
          </a:lstStyle>
          <a:p/>
        </p:txBody>
      </p:sp>
      <p:sp>
        <p:nvSpPr>
          <p:cNvPr id="472" name="Google Shape;472;p19"/>
          <p:cNvSpPr txBox="1"/>
          <p:nvPr>
            <p:ph idx="14" type="subTitle"/>
          </p:nvPr>
        </p:nvSpPr>
        <p:spPr>
          <a:xfrm>
            <a:off x="3375585" y="3610300"/>
            <a:ext cx="2391600" cy="3564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1pPr>
            <a:lvl2pPr lvl="1"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2pPr>
            <a:lvl3pPr lvl="2"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3pPr>
            <a:lvl4pPr lvl="3"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4pPr>
            <a:lvl5pPr lvl="4"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5pPr>
            <a:lvl6pPr lvl="5"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6pPr>
            <a:lvl7pPr lvl="6"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7pPr>
            <a:lvl8pPr lvl="7"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8pPr>
            <a:lvl9pPr lvl="8"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9pPr>
          </a:lstStyle>
          <a:p/>
        </p:txBody>
      </p:sp>
      <p:sp>
        <p:nvSpPr>
          <p:cNvPr id="473" name="Google Shape;473;p19"/>
          <p:cNvSpPr txBox="1"/>
          <p:nvPr>
            <p:ph idx="15" type="subTitle"/>
          </p:nvPr>
        </p:nvSpPr>
        <p:spPr>
          <a:xfrm>
            <a:off x="6033620" y="3610300"/>
            <a:ext cx="2391600" cy="3564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1pPr>
            <a:lvl2pPr lvl="1"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2pPr>
            <a:lvl3pPr lvl="2"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3pPr>
            <a:lvl4pPr lvl="3"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4pPr>
            <a:lvl5pPr lvl="4"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5pPr>
            <a:lvl6pPr lvl="5"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6pPr>
            <a:lvl7pPr lvl="6"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7pPr>
            <a:lvl8pPr lvl="7"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8pPr>
            <a:lvl9pPr lvl="8" rtl="0" algn="ctr">
              <a:lnSpc>
                <a:spcPct val="100000"/>
              </a:lnSpc>
              <a:spcBef>
                <a:spcPts val="0"/>
              </a:spcBef>
              <a:spcAft>
                <a:spcPts val="0"/>
              </a:spcAft>
              <a:buClr>
                <a:schemeClr val="dk1"/>
              </a:buClr>
              <a:buSzPts val="1800"/>
              <a:buFont typeface="Inter Tight"/>
              <a:buNone/>
              <a:defRPr b="1" sz="1800">
                <a:solidFill>
                  <a:schemeClr val="dk1"/>
                </a:solidFill>
                <a:latin typeface="Inter Tight"/>
                <a:ea typeface="Inter Tight"/>
                <a:cs typeface="Inter Tight"/>
                <a:sym typeface="Inter Tight"/>
              </a:defRPr>
            </a:lvl9pPr>
          </a:lstStyle>
          <a:p/>
        </p:txBody>
      </p:sp>
      <p:sp>
        <p:nvSpPr>
          <p:cNvPr id="474" name="Google Shape;474;p19"/>
          <p:cNvSpPr txBox="1"/>
          <p:nvPr>
            <p:ph type="title"/>
          </p:nvPr>
        </p:nvSpPr>
        <p:spPr>
          <a:xfrm>
            <a:off x="720000" y="597425"/>
            <a:ext cx="77040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75" name="Google Shape;475;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476" name="Shape 476"/>
        <p:cNvGrpSpPr/>
        <p:nvPr/>
      </p:nvGrpSpPr>
      <p:grpSpPr>
        <a:xfrm>
          <a:off x="0" y="0"/>
          <a:ext cx="0" cy="0"/>
          <a:chOff x="0" y="0"/>
          <a:chExt cx="0" cy="0"/>
        </a:xfrm>
      </p:grpSpPr>
      <p:grpSp>
        <p:nvGrpSpPr>
          <p:cNvPr id="477" name="Google Shape;477;p20"/>
          <p:cNvGrpSpPr/>
          <p:nvPr/>
        </p:nvGrpSpPr>
        <p:grpSpPr>
          <a:xfrm>
            <a:off x="182575" y="180750"/>
            <a:ext cx="9070025" cy="5129650"/>
            <a:chOff x="182575" y="180750"/>
            <a:chExt cx="9070025" cy="5129650"/>
          </a:xfrm>
        </p:grpSpPr>
        <p:sp>
          <p:nvSpPr>
            <p:cNvPr id="478" name="Google Shape;478;p20"/>
            <p:cNvSpPr/>
            <p:nvPr/>
          </p:nvSpPr>
          <p:spPr>
            <a:xfrm>
              <a:off x="8302800" y="4231300"/>
              <a:ext cx="949800" cy="10791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79" name="Google Shape;479;p20"/>
            <p:cNvSpPr/>
            <p:nvPr/>
          </p:nvSpPr>
          <p:spPr>
            <a:xfrm>
              <a:off x="182575" y="180750"/>
              <a:ext cx="4779900" cy="4782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480" name="Google Shape;480;p20"/>
          <p:cNvGrpSpPr/>
          <p:nvPr/>
        </p:nvGrpSpPr>
        <p:grpSpPr>
          <a:xfrm>
            <a:off x="-108850" y="-94500"/>
            <a:ext cx="9361500" cy="5332500"/>
            <a:chOff x="-108850" y="-94500"/>
            <a:chExt cx="9361500" cy="5332500"/>
          </a:xfrm>
        </p:grpSpPr>
        <p:cxnSp>
          <p:nvCxnSpPr>
            <p:cNvPr id="481" name="Google Shape;481;p20"/>
            <p:cNvCxnSpPr/>
            <p:nvPr/>
          </p:nvCxnSpPr>
          <p:spPr>
            <a:xfrm>
              <a:off x="-94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82" name="Google Shape;482;p20"/>
            <p:cNvCxnSpPr/>
            <p:nvPr/>
          </p:nvCxnSpPr>
          <p:spPr>
            <a:xfrm>
              <a:off x="91440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83" name="Google Shape;483;p20"/>
            <p:cNvCxnSpPr/>
            <p:nvPr/>
          </p:nvCxnSpPr>
          <p:spPr>
            <a:xfrm>
              <a:off x="45719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84" name="Google Shape;484;p20"/>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85" name="Google Shape;485;p20"/>
            <p:cNvCxnSpPr/>
            <p:nvPr/>
          </p:nvCxnSpPr>
          <p:spPr>
            <a:xfrm>
              <a:off x="68579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86" name="Google Shape;486;p20"/>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87" name="Google Shape;487;p20"/>
            <p:cNvCxnSpPr/>
            <p:nvPr/>
          </p:nvCxnSpPr>
          <p:spPr>
            <a:xfrm>
              <a:off x="342657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88" name="Google Shape;488;p20"/>
            <p:cNvCxnSpPr/>
            <p:nvPr/>
          </p:nvCxnSpPr>
          <p:spPr>
            <a:xfrm>
              <a:off x="571492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89" name="Google Shape;489;p20"/>
            <p:cNvCxnSpPr/>
            <p:nvPr/>
          </p:nvCxnSpPr>
          <p:spPr>
            <a:xfrm>
              <a:off x="800097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90" name="Google Shape;490;p20"/>
            <p:cNvCxnSpPr/>
            <p:nvPr/>
          </p:nvCxnSpPr>
          <p:spPr>
            <a:xfrm>
              <a:off x="113592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491" name="Google Shape;491;p20"/>
            <p:cNvCxnSpPr/>
            <p:nvPr/>
          </p:nvCxnSpPr>
          <p:spPr>
            <a:xfrm>
              <a:off x="4571900" y="-195200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492" name="Google Shape;492;p20"/>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493" name="Google Shape;493;p20"/>
            <p:cNvCxnSpPr/>
            <p:nvPr/>
          </p:nvCxnSpPr>
          <p:spPr>
            <a:xfrm>
              <a:off x="4571900" y="3340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494" name="Google Shape;494;p20"/>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495" name="Google Shape;495;p20"/>
            <p:cNvCxnSpPr/>
            <p:nvPr/>
          </p:nvCxnSpPr>
          <p:spPr>
            <a:xfrm>
              <a:off x="4571900" y="-3097325"/>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496" name="Google Shape;496;p20"/>
            <p:cNvCxnSpPr/>
            <p:nvPr/>
          </p:nvCxnSpPr>
          <p:spPr>
            <a:xfrm>
              <a:off x="4571900" y="-808975"/>
              <a:ext cx="0" cy="9361500"/>
            </a:xfrm>
            <a:prstGeom prst="straightConnector1">
              <a:avLst/>
            </a:prstGeom>
            <a:noFill/>
            <a:ln cap="flat" cmpd="sng" w="9525">
              <a:solidFill>
                <a:schemeClr val="lt1"/>
              </a:solidFill>
              <a:prstDash val="solid"/>
              <a:round/>
              <a:headEnd len="med" w="med" type="none"/>
              <a:tailEnd len="med" w="med" type="none"/>
            </a:ln>
          </p:spPr>
        </p:cxnSp>
      </p:grpSp>
      <p:sp>
        <p:nvSpPr>
          <p:cNvPr id="497" name="Google Shape;497;p20"/>
          <p:cNvSpPr/>
          <p:nvPr/>
        </p:nvSpPr>
        <p:spPr>
          <a:xfrm>
            <a:off x="409500" y="409500"/>
            <a:ext cx="8325000" cy="43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98" name="Google Shape;498;p20"/>
          <p:cNvSpPr txBox="1"/>
          <p:nvPr>
            <p:ph type="title"/>
          </p:nvPr>
        </p:nvSpPr>
        <p:spPr>
          <a:xfrm>
            <a:off x="720000" y="597425"/>
            <a:ext cx="77040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99" name="Google Shape;499;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500" name="Shape 500"/>
        <p:cNvGrpSpPr/>
        <p:nvPr/>
      </p:nvGrpSpPr>
      <p:grpSpPr>
        <a:xfrm>
          <a:off x="0" y="0"/>
          <a:ext cx="0" cy="0"/>
          <a:chOff x="0" y="0"/>
          <a:chExt cx="0" cy="0"/>
        </a:xfrm>
      </p:grpSpPr>
      <p:sp>
        <p:nvSpPr>
          <p:cNvPr id="501" name="Google Shape;501;p21"/>
          <p:cNvSpPr/>
          <p:nvPr/>
        </p:nvSpPr>
        <p:spPr>
          <a:xfrm>
            <a:off x="8502150" y="409500"/>
            <a:ext cx="841200" cy="874200"/>
          </a:xfrm>
          <a:prstGeom prst="rect">
            <a:avLst/>
          </a:prstGeom>
          <a:solidFill>
            <a:srgbClr val="073763">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502" name="Google Shape;502;p21"/>
          <p:cNvGrpSpPr/>
          <p:nvPr/>
        </p:nvGrpSpPr>
        <p:grpSpPr>
          <a:xfrm>
            <a:off x="182575" y="180750"/>
            <a:ext cx="9014250" cy="4782000"/>
            <a:chOff x="182575" y="180750"/>
            <a:chExt cx="9014250" cy="4782000"/>
          </a:xfrm>
        </p:grpSpPr>
        <p:sp>
          <p:nvSpPr>
            <p:cNvPr id="503" name="Google Shape;503;p21"/>
            <p:cNvSpPr/>
            <p:nvPr/>
          </p:nvSpPr>
          <p:spPr>
            <a:xfrm>
              <a:off x="8355625" y="4002950"/>
              <a:ext cx="841200" cy="7311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04" name="Google Shape;504;p21"/>
            <p:cNvSpPr/>
            <p:nvPr/>
          </p:nvSpPr>
          <p:spPr>
            <a:xfrm>
              <a:off x="182575" y="180750"/>
              <a:ext cx="4779900" cy="4782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505" name="Google Shape;505;p21"/>
          <p:cNvGrpSpPr/>
          <p:nvPr/>
        </p:nvGrpSpPr>
        <p:grpSpPr>
          <a:xfrm>
            <a:off x="-108850" y="-94500"/>
            <a:ext cx="9361500" cy="5332500"/>
            <a:chOff x="-108850" y="-94500"/>
            <a:chExt cx="9361500" cy="5332500"/>
          </a:xfrm>
        </p:grpSpPr>
        <p:cxnSp>
          <p:nvCxnSpPr>
            <p:cNvPr id="506" name="Google Shape;506;p21"/>
            <p:cNvCxnSpPr/>
            <p:nvPr/>
          </p:nvCxnSpPr>
          <p:spPr>
            <a:xfrm>
              <a:off x="-94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507" name="Google Shape;507;p21"/>
            <p:cNvCxnSpPr/>
            <p:nvPr/>
          </p:nvCxnSpPr>
          <p:spPr>
            <a:xfrm>
              <a:off x="91440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508" name="Google Shape;508;p21"/>
            <p:cNvCxnSpPr/>
            <p:nvPr/>
          </p:nvCxnSpPr>
          <p:spPr>
            <a:xfrm>
              <a:off x="457190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509" name="Google Shape;509;p21"/>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510" name="Google Shape;510;p21"/>
            <p:cNvCxnSpPr/>
            <p:nvPr/>
          </p:nvCxnSpPr>
          <p:spPr>
            <a:xfrm>
              <a:off x="68579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511" name="Google Shape;511;p21"/>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512" name="Google Shape;512;p21"/>
            <p:cNvCxnSpPr/>
            <p:nvPr/>
          </p:nvCxnSpPr>
          <p:spPr>
            <a:xfrm>
              <a:off x="342657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513" name="Google Shape;513;p21"/>
            <p:cNvCxnSpPr/>
            <p:nvPr/>
          </p:nvCxnSpPr>
          <p:spPr>
            <a:xfrm>
              <a:off x="571492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514" name="Google Shape;514;p21"/>
            <p:cNvCxnSpPr/>
            <p:nvPr/>
          </p:nvCxnSpPr>
          <p:spPr>
            <a:xfrm>
              <a:off x="800097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515" name="Google Shape;515;p21"/>
            <p:cNvCxnSpPr/>
            <p:nvPr/>
          </p:nvCxnSpPr>
          <p:spPr>
            <a:xfrm>
              <a:off x="1135925"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516" name="Google Shape;516;p21"/>
            <p:cNvCxnSpPr/>
            <p:nvPr/>
          </p:nvCxnSpPr>
          <p:spPr>
            <a:xfrm>
              <a:off x="4571900" y="-195200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517" name="Google Shape;517;p21"/>
            <p:cNvCxnSpPr/>
            <p:nvPr/>
          </p:nvCxnSpPr>
          <p:spPr>
            <a:xfrm rot="10800000">
              <a:off x="-108750" y="438100"/>
              <a:ext cx="8763300" cy="0"/>
            </a:xfrm>
            <a:prstGeom prst="straightConnector1">
              <a:avLst/>
            </a:prstGeom>
            <a:noFill/>
            <a:ln cap="flat" cmpd="sng" w="9525">
              <a:solidFill>
                <a:schemeClr val="lt1"/>
              </a:solidFill>
              <a:prstDash val="solid"/>
              <a:round/>
              <a:headEnd len="med" w="med" type="none"/>
              <a:tailEnd len="med" w="med" type="none"/>
            </a:ln>
          </p:spPr>
        </p:cxnSp>
        <p:cxnSp>
          <p:nvCxnSpPr>
            <p:cNvPr id="518" name="Google Shape;518;p21"/>
            <p:cNvCxnSpPr/>
            <p:nvPr/>
          </p:nvCxnSpPr>
          <p:spPr>
            <a:xfrm>
              <a:off x="4571900" y="3340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519" name="Google Shape;519;p21"/>
            <p:cNvCxnSpPr/>
            <p:nvPr/>
          </p:nvCxnSpPr>
          <p:spPr>
            <a:xfrm rot="10800000">
              <a:off x="-108775" y="438100"/>
              <a:ext cx="8554800" cy="0"/>
            </a:xfrm>
            <a:prstGeom prst="straightConnector1">
              <a:avLst/>
            </a:prstGeom>
            <a:noFill/>
            <a:ln cap="flat" cmpd="sng" w="9525">
              <a:solidFill>
                <a:schemeClr val="lt1"/>
              </a:solidFill>
              <a:prstDash val="solid"/>
              <a:round/>
              <a:headEnd len="med" w="med" type="none"/>
              <a:tailEnd len="med" w="med" type="none"/>
            </a:ln>
          </p:spPr>
        </p:cxnSp>
        <p:cxnSp>
          <p:nvCxnSpPr>
            <p:cNvPr id="520" name="Google Shape;520;p21"/>
            <p:cNvCxnSpPr/>
            <p:nvPr/>
          </p:nvCxnSpPr>
          <p:spPr>
            <a:xfrm>
              <a:off x="4571900" y="-3097325"/>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521" name="Google Shape;521;p21"/>
            <p:cNvCxnSpPr/>
            <p:nvPr/>
          </p:nvCxnSpPr>
          <p:spPr>
            <a:xfrm>
              <a:off x="4571900" y="-808975"/>
              <a:ext cx="0" cy="9361500"/>
            </a:xfrm>
            <a:prstGeom prst="straightConnector1">
              <a:avLst/>
            </a:prstGeom>
            <a:noFill/>
            <a:ln cap="flat" cmpd="sng" w="9525">
              <a:solidFill>
                <a:schemeClr val="lt1"/>
              </a:solidFill>
              <a:prstDash val="solid"/>
              <a:round/>
              <a:headEnd len="med" w="med" type="none"/>
              <a:tailEnd len="med" w="med" type="none"/>
            </a:ln>
          </p:spPr>
        </p:cxnSp>
      </p:grpSp>
      <p:sp>
        <p:nvSpPr>
          <p:cNvPr id="522" name="Google Shape;522;p21"/>
          <p:cNvSpPr/>
          <p:nvPr/>
        </p:nvSpPr>
        <p:spPr>
          <a:xfrm>
            <a:off x="409500" y="409500"/>
            <a:ext cx="8325000" cy="43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23" name="Google Shape;523;p21"/>
          <p:cNvSpPr txBox="1"/>
          <p:nvPr>
            <p:ph type="title"/>
          </p:nvPr>
        </p:nvSpPr>
        <p:spPr>
          <a:xfrm>
            <a:off x="720000" y="597425"/>
            <a:ext cx="77040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24" name="Google Shape;524;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525" name="Shape 525"/>
        <p:cNvGrpSpPr/>
        <p:nvPr/>
      </p:nvGrpSpPr>
      <p:grpSpPr>
        <a:xfrm>
          <a:off x="0" y="0"/>
          <a:ext cx="0" cy="0"/>
          <a:chOff x="0" y="0"/>
          <a:chExt cx="0" cy="0"/>
        </a:xfrm>
      </p:grpSpPr>
      <p:grpSp>
        <p:nvGrpSpPr>
          <p:cNvPr id="526" name="Google Shape;526;p22"/>
          <p:cNvGrpSpPr/>
          <p:nvPr/>
        </p:nvGrpSpPr>
        <p:grpSpPr>
          <a:xfrm>
            <a:off x="-334100" y="180750"/>
            <a:ext cx="9228800" cy="4782000"/>
            <a:chOff x="-334100" y="180750"/>
            <a:chExt cx="9228800" cy="4782000"/>
          </a:xfrm>
        </p:grpSpPr>
        <p:sp>
          <p:nvSpPr>
            <p:cNvPr id="527" name="Google Shape;527;p22"/>
            <p:cNvSpPr/>
            <p:nvPr/>
          </p:nvSpPr>
          <p:spPr>
            <a:xfrm>
              <a:off x="-334100" y="1966200"/>
              <a:ext cx="1582500" cy="12111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28" name="Google Shape;528;p22"/>
            <p:cNvSpPr/>
            <p:nvPr/>
          </p:nvSpPr>
          <p:spPr>
            <a:xfrm>
              <a:off x="4114800" y="180750"/>
              <a:ext cx="4779900" cy="4782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529" name="Google Shape;529;p22"/>
          <p:cNvGrpSpPr/>
          <p:nvPr/>
        </p:nvGrpSpPr>
        <p:grpSpPr>
          <a:xfrm>
            <a:off x="-108850" y="-90654"/>
            <a:ext cx="9361500" cy="5281188"/>
            <a:chOff x="-108850" y="-94500"/>
            <a:chExt cx="9361500" cy="5601600"/>
          </a:xfrm>
        </p:grpSpPr>
        <p:cxnSp>
          <p:nvCxnSpPr>
            <p:cNvPr id="530" name="Google Shape;530;p22"/>
            <p:cNvCxnSpPr/>
            <p:nvPr/>
          </p:nvCxnSpPr>
          <p:spPr>
            <a:xfrm>
              <a:off x="-9400" y="-94500"/>
              <a:ext cx="0" cy="5601600"/>
            </a:xfrm>
            <a:prstGeom prst="straightConnector1">
              <a:avLst/>
            </a:prstGeom>
            <a:noFill/>
            <a:ln cap="flat" cmpd="sng" w="9525">
              <a:solidFill>
                <a:schemeClr val="lt1"/>
              </a:solidFill>
              <a:prstDash val="solid"/>
              <a:round/>
              <a:headEnd len="med" w="med" type="none"/>
              <a:tailEnd len="med" w="med" type="none"/>
            </a:ln>
          </p:spPr>
        </p:cxnSp>
        <p:cxnSp>
          <p:nvCxnSpPr>
            <p:cNvPr id="531" name="Google Shape;531;p22"/>
            <p:cNvCxnSpPr/>
            <p:nvPr/>
          </p:nvCxnSpPr>
          <p:spPr>
            <a:xfrm>
              <a:off x="9144000" y="-94500"/>
              <a:ext cx="0" cy="5576100"/>
            </a:xfrm>
            <a:prstGeom prst="straightConnector1">
              <a:avLst/>
            </a:prstGeom>
            <a:noFill/>
            <a:ln cap="flat" cmpd="sng" w="9525">
              <a:solidFill>
                <a:schemeClr val="lt1"/>
              </a:solidFill>
              <a:prstDash val="solid"/>
              <a:round/>
              <a:headEnd len="med" w="med" type="none"/>
              <a:tailEnd len="med" w="med" type="none"/>
            </a:ln>
          </p:spPr>
        </p:cxnSp>
        <p:cxnSp>
          <p:nvCxnSpPr>
            <p:cNvPr id="532" name="Google Shape;532;p22"/>
            <p:cNvCxnSpPr/>
            <p:nvPr/>
          </p:nvCxnSpPr>
          <p:spPr>
            <a:xfrm>
              <a:off x="4571900"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533" name="Google Shape;533;p22"/>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534" name="Google Shape;534;p22"/>
            <p:cNvCxnSpPr/>
            <p:nvPr/>
          </p:nvCxnSpPr>
          <p:spPr>
            <a:xfrm>
              <a:off x="6857950"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535" name="Google Shape;535;p22"/>
            <p:cNvCxnSpPr/>
            <p:nvPr/>
          </p:nvCxnSpPr>
          <p:spPr>
            <a:xfrm>
              <a:off x="2281250"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536" name="Google Shape;536;p22"/>
            <p:cNvCxnSpPr/>
            <p:nvPr/>
          </p:nvCxnSpPr>
          <p:spPr>
            <a:xfrm>
              <a:off x="3426575"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537" name="Google Shape;537;p22"/>
            <p:cNvCxnSpPr/>
            <p:nvPr/>
          </p:nvCxnSpPr>
          <p:spPr>
            <a:xfrm>
              <a:off x="5714925"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538" name="Google Shape;538;p22"/>
            <p:cNvCxnSpPr/>
            <p:nvPr/>
          </p:nvCxnSpPr>
          <p:spPr>
            <a:xfrm>
              <a:off x="8000975" y="-94500"/>
              <a:ext cx="0" cy="5588100"/>
            </a:xfrm>
            <a:prstGeom prst="straightConnector1">
              <a:avLst/>
            </a:prstGeom>
            <a:noFill/>
            <a:ln cap="flat" cmpd="sng" w="9525">
              <a:solidFill>
                <a:schemeClr val="lt1"/>
              </a:solidFill>
              <a:prstDash val="solid"/>
              <a:round/>
              <a:headEnd len="med" w="med" type="none"/>
              <a:tailEnd len="med" w="med" type="none"/>
            </a:ln>
          </p:spPr>
        </p:cxnSp>
        <p:cxnSp>
          <p:nvCxnSpPr>
            <p:cNvPr id="539" name="Google Shape;539;p22"/>
            <p:cNvCxnSpPr/>
            <p:nvPr/>
          </p:nvCxnSpPr>
          <p:spPr>
            <a:xfrm>
              <a:off x="1135925"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540" name="Google Shape;540;p22"/>
            <p:cNvCxnSpPr/>
            <p:nvPr/>
          </p:nvCxnSpPr>
          <p:spPr>
            <a:xfrm>
              <a:off x="4571900" y="-195200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541" name="Google Shape;541;p22"/>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542" name="Google Shape;542;p22"/>
            <p:cNvCxnSpPr/>
            <p:nvPr/>
          </p:nvCxnSpPr>
          <p:spPr>
            <a:xfrm>
              <a:off x="4571900" y="3340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543" name="Google Shape;543;p22"/>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544" name="Google Shape;544;p22"/>
            <p:cNvCxnSpPr/>
            <p:nvPr/>
          </p:nvCxnSpPr>
          <p:spPr>
            <a:xfrm>
              <a:off x="4571900" y="-3097325"/>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545" name="Google Shape;545;p22"/>
            <p:cNvCxnSpPr/>
            <p:nvPr/>
          </p:nvCxnSpPr>
          <p:spPr>
            <a:xfrm>
              <a:off x="4571900" y="-808975"/>
              <a:ext cx="0" cy="9361500"/>
            </a:xfrm>
            <a:prstGeom prst="straightConnector1">
              <a:avLst/>
            </a:prstGeom>
            <a:noFill/>
            <a:ln cap="flat" cmpd="sng" w="9525">
              <a:solidFill>
                <a:schemeClr val="lt1"/>
              </a:solidFill>
              <a:prstDash val="solid"/>
              <a:round/>
              <a:headEnd len="med" w="med" type="none"/>
              <a:tailEnd len="med" w="med" type="none"/>
            </a:ln>
          </p:spPr>
        </p:cxnSp>
      </p:grpSp>
      <p:sp>
        <p:nvSpPr>
          <p:cNvPr id="546" name="Google Shape;546;p22"/>
          <p:cNvSpPr/>
          <p:nvPr/>
        </p:nvSpPr>
        <p:spPr>
          <a:xfrm>
            <a:off x="1140075" y="535050"/>
            <a:ext cx="6863700" cy="4073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47" name="Google Shape;547;p22"/>
          <p:cNvSpPr txBox="1"/>
          <p:nvPr>
            <p:ph type="title"/>
          </p:nvPr>
        </p:nvSpPr>
        <p:spPr>
          <a:xfrm>
            <a:off x="2099142" y="540000"/>
            <a:ext cx="4945800" cy="1058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5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48" name="Google Shape;548;p22"/>
          <p:cNvSpPr txBox="1"/>
          <p:nvPr>
            <p:ph idx="1" type="subTitle"/>
          </p:nvPr>
        </p:nvSpPr>
        <p:spPr>
          <a:xfrm>
            <a:off x="2099100" y="1502551"/>
            <a:ext cx="4945800" cy="10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49" name="Google Shape;549;p22"/>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Open Sans"/>
                <a:ea typeface="Open Sans"/>
                <a:cs typeface="Open Sans"/>
                <a:sym typeface="Open Sans"/>
              </a:rPr>
              <a:t>CREDITS:</a:t>
            </a:r>
            <a:r>
              <a:rPr lang="en" sz="1200">
                <a:solidFill>
                  <a:schemeClr val="dk1"/>
                </a:solidFill>
                <a:latin typeface="Open Sans"/>
                <a:ea typeface="Open Sans"/>
                <a:cs typeface="Open Sans"/>
                <a:sym typeface="Open Sans"/>
              </a:rPr>
              <a:t> This presentation template was created by </a:t>
            </a:r>
            <a:r>
              <a:rPr b="1" lang="en" sz="1200" u="sng">
                <a:solidFill>
                  <a:schemeClr val="dk1"/>
                </a:solidFill>
                <a:latin typeface="Open Sans"/>
                <a:ea typeface="Open Sans"/>
                <a:cs typeface="Open Sans"/>
                <a:sym typeface="Open Sans"/>
                <a:hlinkClick r:id="rId2">
                  <a:extLst>
                    <a:ext uri="{A12FA001-AC4F-418D-AE19-62706E023703}">
                      <ahyp:hlinkClr val="tx"/>
                    </a:ext>
                  </a:extLst>
                </a:hlinkClick>
              </a:rPr>
              <a:t>Slidesgo</a:t>
            </a:r>
            <a:r>
              <a:rPr lang="en" sz="1200">
                <a:solidFill>
                  <a:schemeClr val="dk1"/>
                </a:solidFill>
                <a:latin typeface="Open Sans"/>
                <a:ea typeface="Open Sans"/>
                <a:cs typeface="Open Sans"/>
                <a:sym typeface="Open Sans"/>
              </a:rPr>
              <a:t>, and includes icons by </a:t>
            </a:r>
            <a:r>
              <a:rPr b="1" lang="en" sz="1200" u="sng">
                <a:solidFill>
                  <a:schemeClr val="dk1"/>
                </a:solidFill>
                <a:latin typeface="Open Sans"/>
                <a:ea typeface="Open Sans"/>
                <a:cs typeface="Open Sans"/>
                <a:sym typeface="Open Sans"/>
                <a:hlinkClick r:id="rId3">
                  <a:extLst>
                    <a:ext uri="{A12FA001-AC4F-418D-AE19-62706E023703}">
                      <ahyp:hlinkClr val="tx"/>
                    </a:ext>
                  </a:extLst>
                </a:hlinkClick>
              </a:rPr>
              <a:t>Flaticon</a:t>
            </a:r>
            <a:r>
              <a:rPr lang="en" sz="1200">
                <a:solidFill>
                  <a:schemeClr val="dk1"/>
                </a:solidFill>
                <a:latin typeface="Open Sans"/>
                <a:ea typeface="Open Sans"/>
                <a:cs typeface="Open Sans"/>
                <a:sym typeface="Open Sans"/>
              </a:rPr>
              <a:t>, and infographics &amp; images by </a:t>
            </a:r>
            <a:r>
              <a:rPr b="1" lang="en" sz="1200" u="sng">
                <a:solidFill>
                  <a:schemeClr val="dk1"/>
                </a:solidFill>
                <a:latin typeface="Open Sans"/>
                <a:ea typeface="Open Sans"/>
                <a:cs typeface="Open Sans"/>
                <a:sym typeface="Open Sans"/>
                <a:hlinkClick r:id="rId4">
                  <a:extLst>
                    <a:ext uri="{A12FA001-AC4F-418D-AE19-62706E023703}">
                      <ahyp:hlinkClr val="tx"/>
                    </a:ext>
                  </a:extLst>
                </a:hlinkClick>
              </a:rPr>
              <a:t>Freepik</a:t>
            </a:r>
            <a:r>
              <a:rPr lang="en" sz="1200" u="sng">
                <a:solidFill>
                  <a:schemeClr val="dk1"/>
                </a:solidFill>
                <a:latin typeface="Open Sans"/>
                <a:ea typeface="Open Sans"/>
                <a:cs typeface="Open Sans"/>
                <a:sym typeface="Open Sans"/>
              </a:rPr>
              <a:t> </a:t>
            </a:r>
            <a:endParaRPr b="1" sz="1200" u="sng">
              <a:solidFill>
                <a:schemeClr val="dk1"/>
              </a:solidFill>
              <a:latin typeface="Open Sans"/>
              <a:ea typeface="Open Sans"/>
              <a:cs typeface="Open Sans"/>
              <a:sym typeface="Open Sans"/>
            </a:endParaRPr>
          </a:p>
        </p:txBody>
      </p:sp>
      <p:sp>
        <p:nvSpPr>
          <p:cNvPr id="550" name="Google Shape;550;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551" name="Shape 551"/>
        <p:cNvGrpSpPr/>
        <p:nvPr/>
      </p:nvGrpSpPr>
      <p:grpSpPr>
        <a:xfrm>
          <a:off x="0" y="0"/>
          <a:ext cx="0" cy="0"/>
          <a:chOff x="0" y="0"/>
          <a:chExt cx="0" cy="0"/>
        </a:xfrm>
      </p:grpSpPr>
      <p:grpSp>
        <p:nvGrpSpPr>
          <p:cNvPr id="552" name="Google Shape;552;p23"/>
          <p:cNvGrpSpPr/>
          <p:nvPr/>
        </p:nvGrpSpPr>
        <p:grpSpPr>
          <a:xfrm>
            <a:off x="269525" y="180750"/>
            <a:ext cx="8950625" cy="4782000"/>
            <a:chOff x="269525" y="180750"/>
            <a:chExt cx="8950625" cy="4782000"/>
          </a:xfrm>
        </p:grpSpPr>
        <p:sp>
          <p:nvSpPr>
            <p:cNvPr id="553" name="Google Shape;553;p23"/>
            <p:cNvSpPr/>
            <p:nvPr/>
          </p:nvSpPr>
          <p:spPr>
            <a:xfrm>
              <a:off x="7637650" y="1966200"/>
              <a:ext cx="1582500" cy="12111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54" name="Google Shape;554;p23"/>
            <p:cNvSpPr/>
            <p:nvPr/>
          </p:nvSpPr>
          <p:spPr>
            <a:xfrm>
              <a:off x="269525" y="180750"/>
              <a:ext cx="4779900" cy="4782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555" name="Google Shape;555;p23"/>
          <p:cNvGrpSpPr/>
          <p:nvPr/>
        </p:nvGrpSpPr>
        <p:grpSpPr>
          <a:xfrm>
            <a:off x="-108850" y="-90654"/>
            <a:ext cx="9361500" cy="5281188"/>
            <a:chOff x="-108850" y="-94500"/>
            <a:chExt cx="9361500" cy="5601600"/>
          </a:xfrm>
        </p:grpSpPr>
        <p:cxnSp>
          <p:nvCxnSpPr>
            <p:cNvPr id="556" name="Google Shape;556;p23"/>
            <p:cNvCxnSpPr/>
            <p:nvPr/>
          </p:nvCxnSpPr>
          <p:spPr>
            <a:xfrm>
              <a:off x="-9400" y="-94500"/>
              <a:ext cx="0" cy="5601600"/>
            </a:xfrm>
            <a:prstGeom prst="straightConnector1">
              <a:avLst/>
            </a:prstGeom>
            <a:noFill/>
            <a:ln cap="flat" cmpd="sng" w="9525">
              <a:solidFill>
                <a:schemeClr val="lt1"/>
              </a:solidFill>
              <a:prstDash val="solid"/>
              <a:round/>
              <a:headEnd len="med" w="med" type="none"/>
              <a:tailEnd len="med" w="med" type="none"/>
            </a:ln>
          </p:spPr>
        </p:cxnSp>
        <p:cxnSp>
          <p:nvCxnSpPr>
            <p:cNvPr id="557" name="Google Shape;557;p23"/>
            <p:cNvCxnSpPr/>
            <p:nvPr/>
          </p:nvCxnSpPr>
          <p:spPr>
            <a:xfrm>
              <a:off x="9144000" y="-94500"/>
              <a:ext cx="0" cy="5576100"/>
            </a:xfrm>
            <a:prstGeom prst="straightConnector1">
              <a:avLst/>
            </a:prstGeom>
            <a:noFill/>
            <a:ln cap="flat" cmpd="sng" w="9525">
              <a:solidFill>
                <a:schemeClr val="lt1"/>
              </a:solidFill>
              <a:prstDash val="solid"/>
              <a:round/>
              <a:headEnd len="med" w="med" type="none"/>
              <a:tailEnd len="med" w="med" type="none"/>
            </a:ln>
          </p:spPr>
        </p:cxnSp>
        <p:cxnSp>
          <p:nvCxnSpPr>
            <p:cNvPr id="558" name="Google Shape;558;p23"/>
            <p:cNvCxnSpPr/>
            <p:nvPr/>
          </p:nvCxnSpPr>
          <p:spPr>
            <a:xfrm>
              <a:off x="4571900"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559" name="Google Shape;559;p23"/>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560" name="Google Shape;560;p23"/>
            <p:cNvCxnSpPr/>
            <p:nvPr/>
          </p:nvCxnSpPr>
          <p:spPr>
            <a:xfrm>
              <a:off x="6857950"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561" name="Google Shape;561;p23"/>
            <p:cNvCxnSpPr/>
            <p:nvPr/>
          </p:nvCxnSpPr>
          <p:spPr>
            <a:xfrm>
              <a:off x="2281250"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562" name="Google Shape;562;p23"/>
            <p:cNvCxnSpPr/>
            <p:nvPr/>
          </p:nvCxnSpPr>
          <p:spPr>
            <a:xfrm>
              <a:off x="3426575"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563" name="Google Shape;563;p23"/>
            <p:cNvCxnSpPr/>
            <p:nvPr/>
          </p:nvCxnSpPr>
          <p:spPr>
            <a:xfrm>
              <a:off x="5714925"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564" name="Google Shape;564;p23"/>
            <p:cNvCxnSpPr/>
            <p:nvPr/>
          </p:nvCxnSpPr>
          <p:spPr>
            <a:xfrm>
              <a:off x="8000975" y="-94500"/>
              <a:ext cx="0" cy="5588100"/>
            </a:xfrm>
            <a:prstGeom prst="straightConnector1">
              <a:avLst/>
            </a:prstGeom>
            <a:noFill/>
            <a:ln cap="flat" cmpd="sng" w="9525">
              <a:solidFill>
                <a:schemeClr val="lt1"/>
              </a:solidFill>
              <a:prstDash val="solid"/>
              <a:round/>
              <a:headEnd len="med" w="med" type="none"/>
              <a:tailEnd len="med" w="med" type="none"/>
            </a:ln>
          </p:spPr>
        </p:cxnSp>
        <p:cxnSp>
          <p:nvCxnSpPr>
            <p:cNvPr id="565" name="Google Shape;565;p23"/>
            <p:cNvCxnSpPr/>
            <p:nvPr/>
          </p:nvCxnSpPr>
          <p:spPr>
            <a:xfrm>
              <a:off x="1135925"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566" name="Google Shape;566;p23"/>
            <p:cNvCxnSpPr/>
            <p:nvPr/>
          </p:nvCxnSpPr>
          <p:spPr>
            <a:xfrm>
              <a:off x="4571900" y="-195200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567" name="Google Shape;567;p23"/>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568" name="Google Shape;568;p23"/>
            <p:cNvCxnSpPr/>
            <p:nvPr/>
          </p:nvCxnSpPr>
          <p:spPr>
            <a:xfrm>
              <a:off x="4571900" y="3340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569" name="Google Shape;569;p23"/>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570" name="Google Shape;570;p23"/>
            <p:cNvCxnSpPr/>
            <p:nvPr/>
          </p:nvCxnSpPr>
          <p:spPr>
            <a:xfrm>
              <a:off x="4571900" y="-3097325"/>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571" name="Google Shape;571;p23"/>
            <p:cNvCxnSpPr/>
            <p:nvPr/>
          </p:nvCxnSpPr>
          <p:spPr>
            <a:xfrm>
              <a:off x="4571900" y="-808975"/>
              <a:ext cx="0" cy="9361500"/>
            </a:xfrm>
            <a:prstGeom prst="straightConnector1">
              <a:avLst/>
            </a:prstGeom>
            <a:noFill/>
            <a:ln cap="flat" cmpd="sng" w="9525">
              <a:solidFill>
                <a:schemeClr val="lt1"/>
              </a:solidFill>
              <a:prstDash val="solid"/>
              <a:round/>
              <a:headEnd len="med" w="med" type="none"/>
              <a:tailEnd len="med" w="med" type="none"/>
            </a:ln>
          </p:spPr>
        </p:cxnSp>
      </p:grpSp>
      <p:sp>
        <p:nvSpPr>
          <p:cNvPr id="572" name="Google Shape;572;p23"/>
          <p:cNvSpPr/>
          <p:nvPr/>
        </p:nvSpPr>
        <p:spPr>
          <a:xfrm>
            <a:off x="1140075" y="858625"/>
            <a:ext cx="6863700" cy="3426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73" name="Google Shape;573;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574" name="Shape 574"/>
        <p:cNvGrpSpPr/>
        <p:nvPr/>
      </p:nvGrpSpPr>
      <p:grpSpPr>
        <a:xfrm>
          <a:off x="0" y="0"/>
          <a:ext cx="0" cy="0"/>
          <a:chOff x="0" y="0"/>
          <a:chExt cx="0" cy="0"/>
        </a:xfrm>
      </p:grpSpPr>
      <p:grpSp>
        <p:nvGrpSpPr>
          <p:cNvPr id="575" name="Google Shape;575;p24"/>
          <p:cNvGrpSpPr/>
          <p:nvPr/>
        </p:nvGrpSpPr>
        <p:grpSpPr>
          <a:xfrm>
            <a:off x="-334100" y="180750"/>
            <a:ext cx="9228800" cy="4782000"/>
            <a:chOff x="-334100" y="180750"/>
            <a:chExt cx="9228800" cy="4782000"/>
          </a:xfrm>
        </p:grpSpPr>
        <p:sp>
          <p:nvSpPr>
            <p:cNvPr id="576" name="Google Shape;576;p24"/>
            <p:cNvSpPr/>
            <p:nvPr/>
          </p:nvSpPr>
          <p:spPr>
            <a:xfrm>
              <a:off x="-334100" y="3397350"/>
              <a:ext cx="1582500" cy="12111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77" name="Google Shape;577;p24"/>
            <p:cNvSpPr/>
            <p:nvPr/>
          </p:nvSpPr>
          <p:spPr>
            <a:xfrm>
              <a:off x="4114800" y="180750"/>
              <a:ext cx="4779900" cy="4782000"/>
            </a:xfrm>
            <a:prstGeom prst="rect">
              <a:avLst/>
            </a:prstGeom>
            <a:solidFill>
              <a:srgbClr val="1C4587">
                <a:alpha val="289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578" name="Google Shape;578;p24"/>
          <p:cNvGrpSpPr/>
          <p:nvPr/>
        </p:nvGrpSpPr>
        <p:grpSpPr>
          <a:xfrm>
            <a:off x="-108850" y="-90654"/>
            <a:ext cx="9361500" cy="5281188"/>
            <a:chOff x="-108850" y="-94500"/>
            <a:chExt cx="9361500" cy="5601600"/>
          </a:xfrm>
        </p:grpSpPr>
        <p:cxnSp>
          <p:nvCxnSpPr>
            <p:cNvPr id="579" name="Google Shape;579;p24"/>
            <p:cNvCxnSpPr/>
            <p:nvPr/>
          </p:nvCxnSpPr>
          <p:spPr>
            <a:xfrm>
              <a:off x="-9400" y="-94500"/>
              <a:ext cx="0" cy="5601600"/>
            </a:xfrm>
            <a:prstGeom prst="straightConnector1">
              <a:avLst/>
            </a:prstGeom>
            <a:noFill/>
            <a:ln cap="flat" cmpd="sng" w="9525">
              <a:solidFill>
                <a:schemeClr val="lt1"/>
              </a:solidFill>
              <a:prstDash val="solid"/>
              <a:round/>
              <a:headEnd len="med" w="med" type="none"/>
              <a:tailEnd len="med" w="med" type="none"/>
            </a:ln>
          </p:spPr>
        </p:cxnSp>
        <p:cxnSp>
          <p:nvCxnSpPr>
            <p:cNvPr id="580" name="Google Shape;580;p24"/>
            <p:cNvCxnSpPr/>
            <p:nvPr/>
          </p:nvCxnSpPr>
          <p:spPr>
            <a:xfrm>
              <a:off x="9144000" y="-94500"/>
              <a:ext cx="0" cy="5576100"/>
            </a:xfrm>
            <a:prstGeom prst="straightConnector1">
              <a:avLst/>
            </a:prstGeom>
            <a:noFill/>
            <a:ln cap="flat" cmpd="sng" w="9525">
              <a:solidFill>
                <a:schemeClr val="lt1"/>
              </a:solidFill>
              <a:prstDash val="solid"/>
              <a:round/>
              <a:headEnd len="med" w="med" type="none"/>
              <a:tailEnd len="med" w="med" type="none"/>
            </a:ln>
          </p:spPr>
        </p:cxnSp>
        <p:cxnSp>
          <p:nvCxnSpPr>
            <p:cNvPr id="581" name="Google Shape;581;p24"/>
            <p:cNvCxnSpPr/>
            <p:nvPr/>
          </p:nvCxnSpPr>
          <p:spPr>
            <a:xfrm>
              <a:off x="4571900"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582" name="Google Shape;582;p24"/>
            <p:cNvCxnSpPr/>
            <p:nvPr/>
          </p:nvCxnSpPr>
          <p:spPr>
            <a:xfrm>
              <a:off x="2281250" y="-94500"/>
              <a:ext cx="0" cy="5332500"/>
            </a:xfrm>
            <a:prstGeom prst="straightConnector1">
              <a:avLst/>
            </a:prstGeom>
            <a:noFill/>
            <a:ln cap="flat" cmpd="sng" w="9525">
              <a:solidFill>
                <a:schemeClr val="lt1"/>
              </a:solidFill>
              <a:prstDash val="solid"/>
              <a:round/>
              <a:headEnd len="med" w="med" type="none"/>
              <a:tailEnd len="med" w="med" type="none"/>
            </a:ln>
          </p:spPr>
        </p:cxnSp>
        <p:cxnSp>
          <p:nvCxnSpPr>
            <p:cNvPr id="583" name="Google Shape;583;p24"/>
            <p:cNvCxnSpPr/>
            <p:nvPr/>
          </p:nvCxnSpPr>
          <p:spPr>
            <a:xfrm>
              <a:off x="6857950"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584" name="Google Shape;584;p24"/>
            <p:cNvCxnSpPr/>
            <p:nvPr/>
          </p:nvCxnSpPr>
          <p:spPr>
            <a:xfrm>
              <a:off x="2281250"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585" name="Google Shape;585;p24"/>
            <p:cNvCxnSpPr/>
            <p:nvPr/>
          </p:nvCxnSpPr>
          <p:spPr>
            <a:xfrm>
              <a:off x="3426575" y="-94500"/>
              <a:ext cx="0" cy="5593200"/>
            </a:xfrm>
            <a:prstGeom prst="straightConnector1">
              <a:avLst/>
            </a:prstGeom>
            <a:noFill/>
            <a:ln cap="flat" cmpd="sng" w="9525">
              <a:solidFill>
                <a:schemeClr val="lt1"/>
              </a:solidFill>
              <a:prstDash val="solid"/>
              <a:round/>
              <a:headEnd len="med" w="med" type="none"/>
              <a:tailEnd len="med" w="med" type="none"/>
            </a:ln>
          </p:spPr>
        </p:cxnSp>
        <p:cxnSp>
          <p:nvCxnSpPr>
            <p:cNvPr id="586" name="Google Shape;586;p24"/>
            <p:cNvCxnSpPr/>
            <p:nvPr/>
          </p:nvCxnSpPr>
          <p:spPr>
            <a:xfrm>
              <a:off x="5714925" y="-94500"/>
              <a:ext cx="0" cy="5592300"/>
            </a:xfrm>
            <a:prstGeom prst="straightConnector1">
              <a:avLst/>
            </a:prstGeom>
            <a:noFill/>
            <a:ln cap="flat" cmpd="sng" w="9525">
              <a:solidFill>
                <a:schemeClr val="lt1"/>
              </a:solidFill>
              <a:prstDash val="solid"/>
              <a:round/>
              <a:headEnd len="med" w="med" type="none"/>
              <a:tailEnd len="med" w="med" type="none"/>
            </a:ln>
          </p:spPr>
        </p:cxnSp>
        <p:cxnSp>
          <p:nvCxnSpPr>
            <p:cNvPr id="587" name="Google Shape;587;p24"/>
            <p:cNvCxnSpPr/>
            <p:nvPr/>
          </p:nvCxnSpPr>
          <p:spPr>
            <a:xfrm>
              <a:off x="8000975" y="-94500"/>
              <a:ext cx="0" cy="5588100"/>
            </a:xfrm>
            <a:prstGeom prst="straightConnector1">
              <a:avLst/>
            </a:prstGeom>
            <a:noFill/>
            <a:ln cap="flat" cmpd="sng" w="9525">
              <a:solidFill>
                <a:schemeClr val="lt1"/>
              </a:solidFill>
              <a:prstDash val="solid"/>
              <a:round/>
              <a:headEnd len="med" w="med" type="none"/>
              <a:tailEnd len="med" w="med" type="none"/>
            </a:ln>
          </p:spPr>
        </p:cxnSp>
        <p:cxnSp>
          <p:nvCxnSpPr>
            <p:cNvPr id="588" name="Google Shape;588;p24"/>
            <p:cNvCxnSpPr/>
            <p:nvPr/>
          </p:nvCxnSpPr>
          <p:spPr>
            <a:xfrm>
              <a:off x="1135925" y="-94500"/>
              <a:ext cx="0" cy="5589300"/>
            </a:xfrm>
            <a:prstGeom prst="straightConnector1">
              <a:avLst/>
            </a:prstGeom>
            <a:noFill/>
            <a:ln cap="flat" cmpd="sng" w="9525">
              <a:solidFill>
                <a:schemeClr val="lt1"/>
              </a:solidFill>
              <a:prstDash val="solid"/>
              <a:round/>
              <a:headEnd len="med" w="med" type="none"/>
              <a:tailEnd len="med" w="med" type="none"/>
            </a:ln>
          </p:spPr>
        </p:cxnSp>
        <p:cxnSp>
          <p:nvCxnSpPr>
            <p:cNvPr id="589" name="Google Shape;589;p24"/>
            <p:cNvCxnSpPr/>
            <p:nvPr/>
          </p:nvCxnSpPr>
          <p:spPr>
            <a:xfrm>
              <a:off x="4571900" y="-195200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590" name="Google Shape;590;p24"/>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591" name="Google Shape;591;p24"/>
            <p:cNvCxnSpPr/>
            <p:nvPr/>
          </p:nvCxnSpPr>
          <p:spPr>
            <a:xfrm>
              <a:off x="4571900" y="3340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592" name="Google Shape;592;p24"/>
            <p:cNvCxnSpPr/>
            <p:nvPr/>
          </p:nvCxnSpPr>
          <p:spPr>
            <a:xfrm>
              <a:off x="4571900" y="-4242650"/>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593" name="Google Shape;593;p24"/>
            <p:cNvCxnSpPr/>
            <p:nvPr/>
          </p:nvCxnSpPr>
          <p:spPr>
            <a:xfrm>
              <a:off x="4571900" y="-3097325"/>
              <a:ext cx="0" cy="9361500"/>
            </a:xfrm>
            <a:prstGeom prst="straightConnector1">
              <a:avLst/>
            </a:prstGeom>
            <a:noFill/>
            <a:ln cap="flat" cmpd="sng" w="9525">
              <a:solidFill>
                <a:schemeClr val="lt1"/>
              </a:solidFill>
              <a:prstDash val="solid"/>
              <a:round/>
              <a:headEnd len="med" w="med" type="none"/>
              <a:tailEnd len="med" w="med" type="none"/>
            </a:ln>
          </p:spPr>
        </p:cxnSp>
        <p:cxnSp>
          <p:nvCxnSpPr>
            <p:cNvPr id="594" name="Google Shape;594;p24"/>
            <p:cNvCxnSpPr/>
            <p:nvPr/>
          </p:nvCxnSpPr>
          <p:spPr>
            <a:xfrm>
              <a:off x="4571900" y="-808975"/>
              <a:ext cx="0" cy="9361500"/>
            </a:xfrm>
            <a:prstGeom prst="straightConnector1">
              <a:avLst/>
            </a:prstGeom>
            <a:noFill/>
            <a:ln cap="flat" cmpd="sng" w="9525">
              <a:solidFill>
                <a:schemeClr val="lt1"/>
              </a:solidFill>
              <a:prstDash val="solid"/>
              <a:round/>
              <a:headEnd len="med" w="med" type="none"/>
              <a:tailEnd len="med" w="med" type="none"/>
            </a:ln>
          </p:spPr>
        </p:cxnSp>
      </p:grpSp>
      <p:sp>
        <p:nvSpPr>
          <p:cNvPr id="595" name="Google Shape;595;p24"/>
          <p:cNvSpPr/>
          <p:nvPr/>
        </p:nvSpPr>
        <p:spPr>
          <a:xfrm>
            <a:off x="1140075" y="535050"/>
            <a:ext cx="6863700" cy="4073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6" name="Google Shape;596;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2.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Inter Tight"/>
              <a:buNone/>
              <a:defRPr b="1" sz="3000">
                <a:solidFill>
                  <a:schemeClr val="dk1"/>
                </a:solidFill>
                <a:latin typeface="Inter Tight"/>
                <a:ea typeface="Inter Tight"/>
                <a:cs typeface="Inter Tight"/>
                <a:sym typeface="Inter Tight"/>
              </a:defRPr>
            </a:lvl1pPr>
            <a:lvl2pPr lvl="1" rtl="0">
              <a:spcBef>
                <a:spcPts val="0"/>
              </a:spcBef>
              <a:spcAft>
                <a:spcPts val="0"/>
              </a:spcAft>
              <a:buClr>
                <a:schemeClr val="dk1"/>
              </a:buClr>
              <a:buSzPts val="3000"/>
              <a:buFont typeface="Inter Tight"/>
              <a:buNone/>
              <a:defRPr b="1" sz="3000">
                <a:solidFill>
                  <a:schemeClr val="dk1"/>
                </a:solidFill>
                <a:latin typeface="Inter Tight"/>
                <a:ea typeface="Inter Tight"/>
                <a:cs typeface="Inter Tight"/>
                <a:sym typeface="Inter Tight"/>
              </a:defRPr>
            </a:lvl2pPr>
            <a:lvl3pPr lvl="2" rtl="0">
              <a:spcBef>
                <a:spcPts val="0"/>
              </a:spcBef>
              <a:spcAft>
                <a:spcPts val="0"/>
              </a:spcAft>
              <a:buClr>
                <a:schemeClr val="dk1"/>
              </a:buClr>
              <a:buSzPts val="3000"/>
              <a:buFont typeface="Inter Tight"/>
              <a:buNone/>
              <a:defRPr b="1" sz="3000">
                <a:solidFill>
                  <a:schemeClr val="dk1"/>
                </a:solidFill>
                <a:latin typeface="Inter Tight"/>
                <a:ea typeface="Inter Tight"/>
                <a:cs typeface="Inter Tight"/>
                <a:sym typeface="Inter Tight"/>
              </a:defRPr>
            </a:lvl3pPr>
            <a:lvl4pPr lvl="3" rtl="0">
              <a:spcBef>
                <a:spcPts val="0"/>
              </a:spcBef>
              <a:spcAft>
                <a:spcPts val="0"/>
              </a:spcAft>
              <a:buClr>
                <a:schemeClr val="dk1"/>
              </a:buClr>
              <a:buSzPts val="3000"/>
              <a:buFont typeface="Inter Tight"/>
              <a:buNone/>
              <a:defRPr b="1" sz="3000">
                <a:solidFill>
                  <a:schemeClr val="dk1"/>
                </a:solidFill>
                <a:latin typeface="Inter Tight"/>
                <a:ea typeface="Inter Tight"/>
                <a:cs typeface="Inter Tight"/>
                <a:sym typeface="Inter Tight"/>
              </a:defRPr>
            </a:lvl4pPr>
            <a:lvl5pPr lvl="4" rtl="0">
              <a:spcBef>
                <a:spcPts val="0"/>
              </a:spcBef>
              <a:spcAft>
                <a:spcPts val="0"/>
              </a:spcAft>
              <a:buClr>
                <a:schemeClr val="dk1"/>
              </a:buClr>
              <a:buSzPts val="3000"/>
              <a:buFont typeface="Inter Tight"/>
              <a:buNone/>
              <a:defRPr b="1" sz="3000">
                <a:solidFill>
                  <a:schemeClr val="dk1"/>
                </a:solidFill>
                <a:latin typeface="Inter Tight"/>
                <a:ea typeface="Inter Tight"/>
                <a:cs typeface="Inter Tight"/>
                <a:sym typeface="Inter Tight"/>
              </a:defRPr>
            </a:lvl5pPr>
            <a:lvl6pPr lvl="5" rtl="0">
              <a:spcBef>
                <a:spcPts val="0"/>
              </a:spcBef>
              <a:spcAft>
                <a:spcPts val="0"/>
              </a:spcAft>
              <a:buClr>
                <a:schemeClr val="dk1"/>
              </a:buClr>
              <a:buSzPts val="3000"/>
              <a:buFont typeface="Inter Tight"/>
              <a:buNone/>
              <a:defRPr b="1" sz="3000">
                <a:solidFill>
                  <a:schemeClr val="dk1"/>
                </a:solidFill>
                <a:latin typeface="Inter Tight"/>
                <a:ea typeface="Inter Tight"/>
                <a:cs typeface="Inter Tight"/>
                <a:sym typeface="Inter Tight"/>
              </a:defRPr>
            </a:lvl6pPr>
            <a:lvl7pPr lvl="6" rtl="0">
              <a:spcBef>
                <a:spcPts val="0"/>
              </a:spcBef>
              <a:spcAft>
                <a:spcPts val="0"/>
              </a:spcAft>
              <a:buClr>
                <a:schemeClr val="dk1"/>
              </a:buClr>
              <a:buSzPts val="3000"/>
              <a:buFont typeface="Inter Tight"/>
              <a:buNone/>
              <a:defRPr b="1" sz="3000">
                <a:solidFill>
                  <a:schemeClr val="dk1"/>
                </a:solidFill>
                <a:latin typeface="Inter Tight"/>
                <a:ea typeface="Inter Tight"/>
                <a:cs typeface="Inter Tight"/>
                <a:sym typeface="Inter Tight"/>
              </a:defRPr>
            </a:lvl7pPr>
            <a:lvl8pPr lvl="7" rtl="0">
              <a:spcBef>
                <a:spcPts val="0"/>
              </a:spcBef>
              <a:spcAft>
                <a:spcPts val="0"/>
              </a:spcAft>
              <a:buClr>
                <a:schemeClr val="dk1"/>
              </a:buClr>
              <a:buSzPts val="3000"/>
              <a:buFont typeface="Inter Tight"/>
              <a:buNone/>
              <a:defRPr b="1" sz="3000">
                <a:solidFill>
                  <a:schemeClr val="dk1"/>
                </a:solidFill>
                <a:latin typeface="Inter Tight"/>
                <a:ea typeface="Inter Tight"/>
                <a:cs typeface="Inter Tight"/>
                <a:sym typeface="Inter Tight"/>
              </a:defRPr>
            </a:lvl8pPr>
            <a:lvl9pPr lvl="8" rtl="0">
              <a:spcBef>
                <a:spcPts val="0"/>
              </a:spcBef>
              <a:spcAft>
                <a:spcPts val="0"/>
              </a:spcAft>
              <a:buClr>
                <a:schemeClr val="dk1"/>
              </a:buClr>
              <a:buSzPts val="3000"/>
              <a:buFont typeface="Inter Tight"/>
              <a:buNone/>
              <a:defRPr b="1" sz="3000">
                <a:solidFill>
                  <a:schemeClr val="dk1"/>
                </a:solidFill>
                <a:latin typeface="Inter Tight"/>
                <a:ea typeface="Inter Tight"/>
                <a:cs typeface="Inter Tight"/>
                <a:sym typeface="Inter Tight"/>
              </a:defRPr>
            </a:lvl9pPr>
          </a:lstStyle>
          <a:p/>
        </p:txBody>
      </p:sp>
      <p:sp>
        <p:nvSpPr>
          <p:cNvPr id="7" name="Google Shape;7;p1"/>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1pPr>
            <a:lvl2pPr indent="-317500" lvl="1" marL="914400">
              <a:lnSpc>
                <a:spcPct val="100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00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00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00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00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00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00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00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Open Sans"/>
                <a:ea typeface="Open Sans"/>
                <a:cs typeface="Open Sans"/>
                <a:sym typeface="Open Sans"/>
              </a:defRPr>
            </a:lvl1pPr>
            <a:lvl2pPr lvl="1" algn="r">
              <a:buNone/>
              <a:defRPr sz="1300">
                <a:solidFill>
                  <a:schemeClr val="dk1"/>
                </a:solidFill>
                <a:latin typeface="Open Sans"/>
                <a:ea typeface="Open Sans"/>
                <a:cs typeface="Open Sans"/>
                <a:sym typeface="Open Sans"/>
              </a:defRPr>
            </a:lvl2pPr>
            <a:lvl3pPr lvl="2" algn="r">
              <a:buNone/>
              <a:defRPr sz="1300">
                <a:solidFill>
                  <a:schemeClr val="dk1"/>
                </a:solidFill>
                <a:latin typeface="Open Sans"/>
                <a:ea typeface="Open Sans"/>
                <a:cs typeface="Open Sans"/>
                <a:sym typeface="Open Sans"/>
              </a:defRPr>
            </a:lvl3pPr>
            <a:lvl4pPr lvl="3" algn="r">
              <a:buNone/>
              <a:defRPr sz="1300">
                <a:solidFill>
                  <a:schemeClr val="dk1"/>
                </a:solidFill>
                <a:latin typeface="Open Sans"/>
                <a:ea typeface="Open Sans"/>
                <a:cs typeface="Open Sans"/>
                <a:sym typeface="Open Sans"/>
              </a:defRPr>
            </a:lvl4pPr>
            <a:lvl5pPr lvl="4" algn="r">
              <a:buNone/>
              <a:defRPr sz="1300">
                <a:solidFill>
                  <a:schemeClr val="dk1"/>
                </a:solidFill>
                <a:latin typeface="Open Sans"/>
                <a:ea typeface="Open Sans"/>
                <a:cs typeface="Open Sans"/>
                <a:sym typeface="Open Sans"/>
              </a:defRPr>
            </a:lvl5pPr>
            <a:lvl6pPr lvl="5" algn="r">
              <a:buNone/>
              <a:defRPr sz="1300">
                <a:solidFill>
                  <a:schemeClr val="dk1"/>
                </a:solidFill>
                <a:latin typeface="Open Sans"/>
                <a:ea typeface="Open Sans"/>
                <a:cs typeface="Open Sans"/>
                <a:sym typeface="Open Sans"/>
              </a:defRPr>
            </a:lvl6pPr>
            <a:lvl7pPr lvl="6" algn="r">
              <a:buNone/>
              <a:defRPr sz="1300">
                <a:solidFill>
                  <a:schemeClr val="dk1"/>
                </a:solidFill>
                <a:latin typeface="Open Sans"/>
                <a:ea typeface="Open Sans"/>
                <a:cs typeface="Open Sans"/>
                <a:sym typeface="Open Sans"/>
              </a:defRPr>
            </a:lvl7pPr>
            <a:lvl8pPr lvl="7" algn="r">
              <a:buNone/>
              <a:defRPr sz="1300">
                <a:solidFill>
                  <a:schemeClr val="dk1"/>
                </a:solidFill>
                <a:latin typeface="Open Sans"/>
                <a:ea typeface="Open Sans"/>
                <a:cs typeface="Open Sans"/>
                <a:sym typeface="Open Sans"/>
              </a:defRPr>
            </a:lvl8pPr>
            <a:lvl9pPr lvl="8" algn="r">
              <a:buNone/>
              <a:defRPr sz="1300">
                <a:solidFill>
                  <a:schemeClr val="dk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5.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5.png"/><Relationship Id="rId4" Type="http://schemas.openxmlformats.org/officeDocument/2006/relationships/image" Target="../media/image4.png"/><Relationship Id="rId5" Type="http://schemas.openxmlformats.org/officeDocument/2006/relationships/image" Target="../media/image1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3.png"/><Relationship Id="rId4" Type="http://schemas.openxmlformats.org/officeDocument/2006/relationships/image" Target="../media/image19.png"/><Relationship Id="rId5"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25"/>
          <p:cNvSpPr txBox="1"/>
          <p:nvPr>
            <p:ph type="ctrTitle"/>
          </p:nvPr>
        </p:nvSpPr>
        <p:spPr>
          <a:xfrm>
            <a:off x="1058900" y="951313"/>
            <a:ext cx="7026000" cy="141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0" lang="en">
                <a:latin typeface="Inter Tight SemiBold"/>
                <a:ea typeface="Inter Tight SemiBold"/>
                <a:cs typeface="Inter Tight SemiBold"/>
                <a:sym typeface="Inter Tight SemiBold"/>
              </a:rPr>
              <a:t>Parity Checker</a:t>
            </a:r>
            <a:endParaRPr b="0">
              <a:latin typeface="Inter Tight SemiBold"/>
              <a:ea typeface="Inter Tight SemiBold"/>
              <a:cs typeface="Inter Tight SemiBold"/>
              <a:sym typeface="Inter Tight SemiBold"/>
            </a:endParaRPr>
          </a:p>
        </p:txBody>
      </p:sp>
      <p:sp>
        <p:nvSpPr>
          <p:cNvPr id="602" name="Google Shape;602;p25"/>
          <p:cNvSpPr txBox="1"/>
          <p:nvPr>
            <p:ph idx="1" type="subTitle"/>
          </p:nvPr>
        </p:nvSpPr>
        <p:spPr>
          <a:xfrm>
            <a:off x="1058900" y="2715888"/>
            <a:ext cx="7026000" cy="409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Inter Tight"/>
                <a:ea typeface="Inter Tight"/>
                <a:cs typeface="Inter Tight"/>
                <a:sym typeface="Inter Tight"/>
              </a:rPr>
              <a:t>CSE 4205: Digital Logic </a:t>
            </a:r>
            <a:r>
              <a:rPr lang="en" sz="1600">
                <a:latin typeface="Inter Tight"/>
                <a:ea typeface="Inter Tight"/>
                <a:cs typeface="Inter Tight"/>
                <a:sym typeface="Inter Tight"/>
              </a:rPr>
              <a:t>Design</a:t>
            </a:r>
            <a:endParaRPr sz="1600">
              <a:latin typeface="Inter Tight"/>
              <a:ea typeface="Inter Tight"/>
              <a:cs typeface="Inter Tight"/>
              <a:sym typeface="Inter Tight"/>
            </a:endParaRPr>
          </a:p>
        </p:txBody>
      </p:sp>
      <p:sp>
        <p:nvSpPr>
          <p:cNvPr id="603" name="Google Shape;603;p25"/>
          <p:cNvSpPr txBox="1"/>
          <p:nvPr/>
        </p:nvSpPr>
        <p:spPr>
          <a:xfrm>
            <a:off x="2418800" y="3395250"/>
            <a:ext cx="4306200" cy="1158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500">
                <a:solidFill>
                  <a:srgbClr val="3F4252"/>
                </a:solidFill>
                <a:latin typeface="Nunito"/>
                <a:ea typeface="Nunito"/>
                <a:cs typeface="Nunito"/>
                <a:sym typeface="Nunito"/>
              </a:rPr>
              <a:t>Aashnan Rahman</a:t>
            </a:r>
            <a:endParaRPr b="1" sz="1500">
              <a:solidFill>
                <a:srgbClr val="3F4252"/>
              </a:solidFill>
              <a:latin typeface="Nunito"/>
              <a:ea typeface="Nunito"/>
              <a:cs typeface="Nunito"/>
              <a:sym typeface="Nunito"/>
            </a:endParaRPr>
          </a:p>
          <a:p>
            <a:pPr indent="0" lvl="0" marL="0" rtl="0" algn="ctr">
              <a:spcBef>
                <a:spcPts val="0"/>
              </a:spcBef>
              <a:spcAft>
                <a:spcPts val="0"/>
              </a:spcAft>
              <a:buNone/>
            </a:pPr>
            <a:r>
              <a:rPr lang="en" sz="1500">
                <a:solidFill>
                  <a:srgbClr val="3F4252"/>
                </a:solidFill>
                <a:latin typeface="Nunito"/>
                <a:ea typeface="Nunito"/>
                <a:cs typeface="Nunito"/>
                <a:sym typeface="Nunito"/>
              </a:rPr>
              <a:t>Junior Lecturer</a:t>
            </a:r>
            <a:endParaRPr sz="1500">
              <a:solidFill>
                <a:srgbClr val="3F4252"/>
              </a:solidFill>
              <a:latin typeface="Nunito"/>
              <a:ea typeface="Nunito"/>
              <a:cs typeface="Nunito"/>
              <a:sym typeface="Nunito"/>
            </a:endParaRPr>
          </a:p>
          <a:p>
            <a:pPr indent="0" lvl="0" marL="0" rtl="0" algn="ctr">
              <a:spcBef>
                <a:spcPts val="0"/>
              </a:spcBef>
              <a:spcAft>
                <a:spcPts val="0"/>
              </a:spcAft>
              <a:buNone/>
            </a:pPr>
            <a:r>
              <a:rPr lang="en" sz="1000">
                <a:solidFill>
                  <a:srgbClr val="3F4252"/>
                </a:solidFill>
                <a:latin typeface="Nunito"/>
                <a:ea typeface="Nunito"/>
                <a:cs typeface="Nunito"/>
                <a:sym typeface="Nunito"/>
              </a:rPr>
              <a:t>Department of Computer Science and Engineering (CSE)</a:t>
            </a:r>
            <a:endParaRPr sz="1000">
              <a:solidFill>
                <a:srgbClr val="3F4252"/>
              </a:solidFill>
              <a:latin typeface="Nunito"/>
              <a:ea typeface="Nunito"/>
              <a:cs typeface="Nunito"/>
              <a:sym typeface="Nunito"/>
            </a:endParaRPr>
          </a:p>
          <a:p>
            <a:pPr indent="0" lvl="0" marL="0" rtl="0" algn="ctr">
              <a:spcBef>
                <a:spcPts val="0"/>
              </a:spcBef>
              <a:spcAft>
                <a:spcPts val="0"/>
              </a:spcAft>
              <a:buNone/>
            </a:pPr>
            <a:r>
              <a:rPr lang="en" sz="1000">
                <a:solidFill>
                  <a:srgbClr val="3F4252"/>
                </a:solidFill>
                <a:latin typeface="Nunito"/>
                <a:ea typeface="Nunito"/>
                <a:cs typeface="Nunito"/>
                <a:sym typeface="Nunito"/>
              </a:rPr>
              <a:t>Islamic University of Technology</a:t>
            </a:r>
            <a:endParaRPr sz="1000">
              <a:solidFill>
                <a:srgbClr val="3F4252"/>
              </a:solidFill>
              <a:latin typeface="Nunito"/>
              <a:ea typeface="Nunito"/>
              <a:cs typeface="Nunito"/>
              <a:sym typeface="Nunito"/>
            </a:endParaRPr>
          </a:p>
          <a:p>
            <a:pPr indent="0" lvl="0" marL="0" rtl="0" algn="l">
              <a:spcBef>
                <a:spcPts val="0"/>
              </a:spcBef>
              <a:spcAft>
                <a:spcPts val="0"/>
              </a:spcAft>
              <a:buNone/>
            </a:pPr>
            <a:r>
              <a:t/>
            </a:r>
            <a:endParaRPr sz="1100">
              <a:solidFill>
                <a:schemeClr val="dk1"/>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26"/>
          <p:cNvSpPr txBox="1"/>
          <p:nvPr>
            <p:ph type="title"/>
          </p:nvPr>
        </p:nvSpPr>
        <p:spPr>
          <a:xfrm>
            <a:off x="1682250" y="2595788"/>
            <a:ext cx="5779500" cy="56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800"/>
              <a:t>Revisiting a few topics</a:t>
            </a:r>
            <a:endParaRPr sz="3800"/>
          </a:p>
        </p:txBody>
      </p:sp>
      <p:sp>
        <p:nvSpPr>
          <p:cNvPr id="609" name="Google Shape;609;p26"/>
          <p:cNvSpPr txBox="1"/>
          <p:nvPr>
            <p:ph idx="2" type="title"/>
          </p:nvPr>
        </p:nvSpPr>
        <p:spPr>
          <a:xfrm>
            <a:off x="4114800" y="1437729"/>
            <a:ext cx="914400" cy="914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610" name="Google Shape;610;p26"/>
          <p:cNvSpPr txBox="1"/>
          <p:nvPr>
            <p:ph idx="1" type="subTitle"/>
          </p:nvPr>
        </p:nvSpPr>
        <p:spPr>
          <a:xfrm>
            <a:off x="1682250" y="3273338"/>
            <a:ext cx="5779500" cy="41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11" name="Google Shape;611;p26"/>
          <p:cNvCxnSpPr>
            <a:stCxn id="609" idx="0"/>
          </p:cNvCxnSpPr>
          <p:nvPr/>
        </p:nvCxnSpPr>
        <p:spPr>
          <a:xfrm rot="10800000">
            <a:off x="4572000" y="-101271"/>
            <a:ext cx="0" cy="1539000"/>
          </a:xfrm>
          <a:prstGeom prst="straightConnector1">
            <a:avLst/>
          </a:prstGeom>
          <a:noFill/>
          <a:ln cap="flat" cmpd="sng" w="9525">
            <a:solidFill>
              <a:schemeClr val="dk2"/>
            </a:solidFill>
            <a:prstDash val="solid"/>
            <a:round/>
            <a:headEnd len="med" w="med" type="none"/>
            <a:tailEnd len="med" w="med" type="none"/>
          </a:ln>
        </p:spPr>
      </p:cxnSp>
      <p:sp>
        <p:nvSpPr>
          <p:cNvPr id="612" name="Google Shape;612;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27"/>
          <p:cNvSpPr txBox="1"/>
          <p:nvPr>
            <p:ph idx="1" type="body"/>
          </p:nvPr>
        </p:nvSpPr>
        <p:spPr>
          <a:xfrm>
            <a:off x="715100" y="1451850"/>
            <a:ext cx="7640100" cy="448800"/>
          </a:xfrm>
          <a:prstGeom prst="rect">
            <a:avLst/>
          </a:prstGeom>
        </p:spPr>
        <p:txBody>
          <a:bodyPr anchorCtr="0" anchor="t" bIns="91425" lIns="91425" spcFirstLastPara="1" rIns="91425" wrap="square" tIns="91425">
            <a:noAutofit/>
          </a:bodyPr>
          <a:lstStyle/>
          <a:p>
            <a:pPr indent="-323850" lvl="0" marL="457200" rtl="0" algn="just">
              <a:spcBef>
                <a:spcPts val="0"/>
              </a:spcBef>
              <a:spcAft>
                <a:spcPts val="0"/>
              </a:spcAft>
              <a:buClr>
                <a:schemeClr val="dk1"/>
              </a:buClr>
              <a:buSzPts val="1500"/>
              <a:buChar char="●"/>
            </a:pPr>
            <a:r>
              <a:rPr b="1" lang="en" sz="1500">
                <a:solidFill>
                  <a:schemeClr val="dk1"/>
                </a:solidFill>
              </a:rPr>
              <a:t>NAND and NOR implementation</a:t>
            </a:r>
            <a:endParaRPr sz="1500">
              <a:solidFill>
                <a:schemeClr val="dk1"/>
              </a:solidFill>
            </a:endParaRPr>
          </a:p>
        </p:txBody>
      </p:sp>
      <p:sp>
        <p:nvSpPr>
          <p:cNvPr id="618" name="Google Shape;618;p27"/>
          <p:cNvSpPr txBox="1"/>
          <p:nvPr>
            <p:ph type="title"/>
          </p:nvPr>
        </p:nvSpPr>
        <p:spPr>
          <a:xfrm>
            <a:off x="715100" y="894750"/>
            <a:ext cx="4046700" cy="55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Topics Covered</a:t>
            </a:r>
            <a:endParaRPr/>
          </a:p>
        </p:txBody>
      </p:sp>
      <p:cxnSp>
        <p:nvCxnSpPr>
          <p:cNvPr id="619" name="Google Shape;619;p27"/>
          <p:cNvCxnSpPr>
            <a:stCxn id="620" idx="3"/>
          </p:cNvCxnSpPr>
          <p:nvPr/>
        </p:nvCxnSpPr>
        <p:spPr>
          <a:xfrm>
            <a:off x="8590075" y="2571749"/>
            <a:ext cx="1078500" cy="0"/>
          </a:xfrm>
          <a:prstGeom prst="straightConnector1">
            <a:avLst/>
          </a:prstGeom>
          <a:noFill/>
          <a:ln cap="flat" cmpd="sng" w="9525">
            <a:solidFill>
              <a:schemeClr val="dk2"/>
            </a:solidFill>
            <a:prstDash val="solid"/>
            <a:round/>
            <a:headEnd len="med" w="med" type="none"/>
            <a:tailEnd len="med" w="med" type="none"/>
          </a:ln>
        </p:spPr>
      </p:cxnSp>
      <p:cxnSp>
        <p:nvCxnSpPr>
          <p:cNvPr id="621" name="Google Shape;621;p27"/>
          <p:cNvCxnSpPr>
            <a:endCxn id="620" idx="0"/>
          </p:cNvCxnSpPr>
          <p:nvPr/>
        </p:nvCxnSpPr>
        <p:spPr>
          <a:xfrm>
            <a:off x="6773000" y="-136400"/>
            <a:ext cx="0" cy="671400"/>
          </a:xfrm>
          <a:prstGeom prst="straightConnector1">
            <a:avLst/>
          </a:prstGeom>
          <a:noFill/>
          <a:ln cap="flat" cmpd="sng" w="9525">
            <a:solidFill>
              <a:schemeClr val="dk2"/>
            </a:solidFill>
            <a:prstDash val="solid"/>
            <a:round/>
            <a:headEnd len="med" w="med" type="none"/>
            <a:tailEnd len="med" w="med" type="none"/>
          </a:ln>
        </p:spPr>
      </p:cxnSp>
      <p:sp>
        <p:nvSpPr>
          <p:cNvPr id="622" name="Google Shape;622;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3" name="Google Shape;623;p27"/>
          <p:cNvSpPr txBox="1"/>
          <p:nvPr>
            <p:ph idx="1" type="body"/>
          </p:nvPr>
        </p:nvSpPr>
        <p:spPr>
          <a:xfrm>
            <a:off x="715100" y="1756650"/>
            <a:ext cx="7640100" cy="448800"/>
          </a:xfrm>
          <a:prstGeom prst="rect">
            <a:avLst/>
          </a:prstGeom>
        </p:spPr>
        <p:txBody>
          <a:bodyPr anchorCtr="0" anchor="t" bIns="91425" lIns="91425" spcFirstLastPara="1" rIns="91425" wrap="square" tIns="91425">
            <a:noAutofit/>
          </a:bodyPr>
          <a:lstStyle/>
          <a:p>
            <a:pPr indent="-323850" lvl="0" marL="457200" rtl="0" algn="just">
              <a:spcBef>
                <a:spcPts val="0"/>
              </a:spcBef>
              <a:spcAft>
                <a:spcPts val="0"/>
              </a:spcAft>
              <a:buClr>
                <a:schemeClr val="dk1"/>
              </a:buClr>
              <a:buSzPts val="1500"/>
              <a:buChar char="●"/>
            </a:pPr>
            <a:r>
              <a:rPr b="1" lang="en" sz="1500">
                <a:solidFill>
                  <a:schemeClr val="dk1"/>
                </a:solidFill>
              </a:rPr>
              <a:t>SoP/Pos – 2 level implementation</a:t>
            </a:r>
            <a:endParaRPr sz="1500">
              <a:solidFill>
                <a:schemeClr val="dk1"/>
              </a:solidFill>
            </a:endParaRPr>
          </a:p>
        </p:txBody>
      </p:sp>
      <p:sp>
        <p:nvSpPr>
          <p:cNvPr id="624" name="Google Shape;624;p27"/>
          <p:cNvSpPr txBox="1"/>
          <p:nvPr>
            <p:ph idx="1" type="body"/>
          </p:nvPr>
        </p:nvSpPr>
        <p:spPr>
          <a:xfrm>
            <a:off x="715100" y="2061450"/>
            <a:ext cx="7640100" cy="448800"/>
          </a:xfrm>
          <a:prstGeom prst="rect">
            <a:avLst/>
          </a:prstGeom>
        </p:spPr>
        <p:txBody>
          <a:bodyPr anchorCtr="0" anchor="t" bIns="91425" lIns="91425" spcFirstLastPara="1" rIns="91425" wrap="square" tIns="91425">
            <a:noAutofit/>
          </a:bodyPr>
          <a:lstStyle/>
          <a:p>
            <a:pPr indent="-323850" lvl="0" marL="457200" rtl="0" algn="just">
              <a:spcBef>
                <a:spcPts val="0"/>
              </a:spcBef>
              <a:spcAft>
                <a:spcPts val="0"/>
              </a:spcAft>
              <a:buClr>
                <a:schemeClr val="dk1"/>
              </a:buClr>
              <a:buSzPts val="1500"/>
              <a:buChar char="●"/>
            </a:pPr>
            <a:r>
              <a:rPr b="1" lang="en" sz="1500">
                <a:solidFill>
                  <a:schemeClr val="dk1"/>
                </a:solidFill>
              </a:rPr>
              <a:t>XOR and XNOR</a:t>
            </a:r>
            <a:endParaRPr sz="15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28"/>
          <p:cNvSpPr txBox="1"/>
          <p:nvPr>
            <p:ph idx="1" type="body"/>
          </p:nvPr>
        </p:nvSpPr>
        <p:spPr>
          <a:xfrm>
            <a:off x="715100" y="1451850"/>
            <a:ext cx="7640100" cy="448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500">
                <a:solidFill>
                  <a:schemeClr val="dk1"/>
                </a:solidFill>
              </a:rPr>
              <a:t>To facilitate the conversion to NAND logic, it is convenient to define an alternative graphic symbol for the NAND gate.</a:t>
            </a:r>
            <a:endParaRPr sz="1500">
              <a:solidFill>
                <a:schemeClr val="dk1"/>
              </a:solidFill>
            </a:endParaRPr>
          </a:p>
          <a:p>
            <a:pPr indent="-311150" lvl="0" marL="457200" rtl="0" algn="just">
              <a:spcBef>
                <a:spcPts val="0"/>
              </a:spcBef>
              <a:spcAft>
                <a:spcPts val="0"/>
              </a:spcAft>
              <a:buClr>
                <a:schemeClr val="dk1"/>
              </a:buClr>
              <a:buSzPts val="1300"/>
              <a:buChar char="●"/>
            </a:pPr>
            <a:r>
              <a:rPr lang="en" sz="1300">
                <a:solidFill>
                  <a:schemeClr val="dk1"/>
                </a:solidFill>
              </a:rPr>
              <a:t>AND-invert: Consists of an AND gate followed by a small bubble (i.e., complement)</a:t>
            </a:r>
            <a:endParaRPr sz="1300">
              <a:solidFill>
                <a:schemeClr val="dk1"/>
              </a:solidFill>
            </a:endParaRPr>
          </a:p>
          <a:p>
            <a:pPr indent="-311150" lvl="0" marL="457200" rtl="0" algn="just">
              <a:spcBef>
                <a:spcPts val="0"/>
              </a:spcBef>
              <a:spcAft>
                <a:spcPts val="0"/>
              </a:spcAft>
              <a:buClr>
                <a:schemeClr val="dk1"/>
              </a:buClr>
              <a:buSzPts val="1300"/>
              <a:buChar char="●"/>
            </a:pPr>
            <a:r>
              <a:rPr lang="en" sz="1300">
                <a:solidFill>
                  <a:schemeClr val="dk1"/>
                </a:solidFill>
              </a:rPr>
              <a:t>Invert-OR: Consists of an OR gate preceded by a bubble in each input</a:t>
            </a:r>
            <a:endParaRPr sz="1300">
              <a:solidFill>
                <a:schemeClr val="dk1"/>
              </a:solidFill>
            </a:endParaRPr>
          </a:p>
          <a:p>
            <a:pPr indent="0" lvl="0" marL="0" rtl="0" algn="just">
              <a:spcBef>
                <a:spcPts val="0"/>
              </a:spcBef>
              <a:spcAft>
                <a:spcPts val="0"/>
              </a:spcAft>
              <a:buNone/>
            </a:pPr>
            <a:r>
              <a:rPr lang="en" sz="1300">
                <a:solidFill>
                  <a:schemeClr val="dk1"/>
                </a:solidFill>
              </a:rPr>
              <a:t>(i.e., complements each input)</a:t>
            </a:r>
            <a:r>
              <a:rPr lang="en" sz="1500">
                <a:solidFill>
                  <a:schemeClr val="dk1"/>
                </a:solidFill>
              </a:rPr>
              <a:t> </a:t>
            </a:r>
            <a:endParaRPr sz="1500">
              <a:solidFill>
                <a:schemeClr val="dk1"/>
              </a:solidFill>
            </a:endParaRPr>
          </a:p>
          <a:p>
            <a:pPr indent="0" lvl="0" marL="0" rtl="0" algn="just">
              <a:spcBef>
                <a:spcPts val="0"/>
              </a:spcBef>
              <a:spcAft>
                <a:spcPts val="0"/>
              </a:spcAft>
              <a:buNone/>
            </a:pPr>
            <a:r>
              <a:rPr lang="en" sz="1500">
                <a:solidFill>
                  <a:schemeClr val="dk1"/>
                </a:solidFill>
              </a:rPr>
              <a:t>Both of them are equal because of De Morgan's theorem  </a:t>
            </a:r>
            <a:endParaRPr sz="1500">
              <a:solidFill>
                <a:schemeClr val="dk1"/>
              </a:solidFill>
            </a:endParaRPr>
          </a:p>
          <a:p>
            <a:pPr indent="0" lvl="0" marL="0" rtl="0" algn="just">
              <a:spcBef>
                <a:spcPts val="0"/>
              </a:spcBef>
              <a:spcAft>
                <a:spcPts val="0"/>
              </a:spcAft>
              <a:buNone/>
            </a:pPr>
            <a:r>
              <a:t/>
            </a:r>
            <a:endParaRPr sz="1500">
              <a:solidFill>
                <a:schemeClr val="dk1"/>
              </a:solidFill>
            </a:endParaRPr>
          </a:p>
        </p:txBody>
      </p:sp>
      <p:sp>
        <p:nvSpPr>
          <p:cNvPr id="630" name="Google Shape;630;p28"/>
          <p:cNvSpPr txBox="1"/>
          <p:nvPr>
            <p:ph type="title"/>
          </p:nvPr>
        </p:nvSpPr>
        <p:spPr>
          <a:xfrm>
            <a:off x="715100" y="894750"/>
            <a:ext cx="4581600" cy="55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NAND Implementation</a:t>
            </a:r>
            <a:endParaRPr/>
          </a:p>
        </p:txBody>
      </p:sp>
      <p:cxnSp>
        <p:nvCxnSpPr>
          <p:cNvPr id="631" name="Google Shape;631;p28"/>
          <p:cNvCxnSpPr>
            <a:stCxn id="632" idx="3"/>
          </p:cNvCxnSpPr>
          <p:nvPr/>
        </p:nvCxnSpPr>
        <p:spPr>
          <a:xfrm>
            <a:off x="8590075" y="2571749"/>
            <a:ext cx="1078500" cy="0"/>
          </a:xfrm>
          <a:prstGeom prst="straightConnector1">
            <a:avLst/>
          </a:prstGeom>
          <a:noFill/>
          <a:ln cap="flat" cmpd="sng" w="9525">
            <a:solidFill>
              <a:schemeClr val="dk2"/>
            </a:solidFill>
            <a:prstDash val="solid"/>
            <a:round/>
            <a:headEnd len="med" w="med" type="none"/>
            <a:tailEnd len="med" w="med" type="none"/>
          </a:ln>
        </p:spPr>
      </p:cxnSp>
      <p:cxnSp>
        <p:nvCxnSpPr>
          <p:cNvPr id="633" name="Google Shape;633;p28"/>
          <p:cNvCxnSpPr>
            <a:endCxn id="632" idx="0"/>
          </p:cNvCxnSpPr>
          <p:nvPr/>
        </p:nvCxnSpPr>
        <p:spPr>
          <a:xfrm>
            <a:off x="6773000" y="-136400"/>
            <a:ext cx="0" cy="671400"/>
          </a:xfrm>
          <a:prstGeom prst="straightConnector1">
            <a:avLst/>
          </a:prstGeom>
          <a:noFill/>
          <a:ln cap="flat" cmpd="sng" w="9525">
            <a:solidFill>
              <a:schemeClr val="dk2"/>
            </a:solidFill>
            <a:prstDash val="solid"/>
            <a:round/>
            <a:headEnd len="med" w="med" type="none"/>
            <a:tailEnd len="med" w="med" type="none"/>
          </a:ln>
        </p:spPr>
      </p:cxnSp>
      <p:sp>
        <p:nvSpPr>
          <p:cNvPr id="634" name="Google Shape;634;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35" name="Google Shape;635;p28"/>
          <p:cNvPicPr preferRelativeResize="0"/>
          <p:nvPr/>
        </p:nvPicPr>
        <p:blipFill rotWithShape="1">
          <a:blip r:embed="rId3">
            <a:alphaModFix/>
          </a:blip>
          <a:srcRect b="0" l="0" r="0" t="0"/>
          <a:stretch/>
        </p:blipFill>
        <p:spPr>
          <a:xfrm>
            <a:off x="1689109" y="3260096"/>
            <a:ext cx="5692075" cy="1010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29"/>
          <p:cNvSpPr txBox="1"/>
          <p:nvPr>
            <p:ph type="title"/>
          </p:nvPr>
        </p:nvSpPr>
        <p:spPr>
          <a:xfrm>
            <a:off x="715100" y="894750"/>
            <a:ext cx="4581600" cy="55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NAND Implementation</a:t>
            </a:r>
            <a:endParaRPr/>
          </a:p>
        </p:txBody>
      </p:sp>
      <p:cxnSp>
        <p:nvCxnSpPr>
          <p:cNvPr id="641" name="Google Shape;641;p29"/>
          <p:cNvCxnSpPr>
            <a:stCxn id="642" idx="3"/>
          </p:cNvCxnSpPr>
          <p:nvPr/>
        </p:nvCxnSpPr>
        <p:spPr>
          <a:xfrm>
            <a:off x="8590075" y="2571749"/>
            <a:ext cx="1078500" cy="0"/>
          </a:xfrm>
          <a:prstGeom prst="straightConnector1">
            <a:avLst/>
          </a:prstGeom>
          <a:noFill/>
          <a:ln cap="flat" cmpd="sng" w="9525">
            <a:solidFill>
              <a:schemeClr val="dk2"/>
            </a:solidFill>
            <a:prstDash val="solid"/>
            <a:round/>
            <a:headEnd len="med" w="med" type="none"/>
            <a:tailEnd len="med" w="med" type="none"/>
          </a:ln>
        </p:spPr>
      </p:cxnSp>
      <p:cxnSp>
        <p:nvCxnSpPr>
          <p:cNvPr id="643" name="Google Shape;643;p29"/>
          <p:cNvCxnSpPr>
            <a:endCxn id="642" idx="0"/>
          </p:cNvCxnSpPr>
          <p:nvPr/>
        </p:nvCxnSpPr>
        <p:spPr>
          <a:xfrm>
            <a:off x="6773000" y="-136400"/>
            <a:ext cx="0" cy="671400"/>
          </a:xfrm>
          <a:prstGeom prst="straightConnector1">
            <a:avLst/>
          </a:prstGeom>
          <a:noFill/>
          <a:ln cap="flat" cmpd="sng" w="9525">
            <a:solidFill>
              <a:schemeClr val="dk2"/>
            </a:solidFill>
            <a:prstDash val="solid"/>
            <a:round/>
            <a:headEnd len="med" w="med" type="none"/>
            <a:tailEnd len="med" w="med" type="none"/>
          </a:ln>
        </p:spPr>
      </p:cxnSp>
      <p:sp>
        <p:nvSpPr>
          <p:cNvPr id="644" name="Google Shape;644;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5" name="Google Shape;645;p29"/>
          <p:cNvSpPr txBox="1"/>
          <p:nvPr/>
        </p:nvSpPr>
        <p:spPr>
          <a:xfrm>
            <a:off x="487050" y="1617450"/>
            <a:ext cx="8169900" cy="21240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AutoNum type="arabicPeriod"/>
            </a:pPr>
            <a:r>
              <a:rPr lang="en"/>
              <a:t>Simplify the function and express it in SOP form</a:t>
            </a:r>
            <a:endParaRPr/>
          </a:p>
          <a:p>
            <a:pPr indent="-317500" lvl="0" marL="457200" rtl="0" algn="l">
              <a:spcBef>
                <a:spcPts val="0"/>
              </a:spcBef>
              <a:spcAft>
                <a:spcPts val="0"/>
              </a:spcAft>
              <a:buSzPts val="1400"/>
              <a:buAutoNum type="arabicPeriod"/>
            </a:pPr>
            <a:r>
              <a:rPr lang="en"/>
              <a:t>To implement the first level gates, all product terms of the expression (having at least two variables) drawn with NAND gates. Inputs of these NAND gates will be the same literals of the previous terms. </a:t>
            </a:r>
            <a:endParaRPr/>
          </a:p>
          <a:p>
            <a:pPr indent="-317500" lvl="0" marL="457200" rtl="0" algn="l">
              <a:spcBef>
                <a:spcPts val="0"/>
              </a:spcBef>
              <a:spcAft>
                <a:spcPts val="0"/>
              </a:spcAft>
              <a:buSzPts val="1400"/>
              <a:buAutoNum type="arabicPeriod"/>
            </a:pPr>
            <a:r>
              <a:rPr lang="en"/>
              <a:t>Draw another single NAND gate (representing invert-OR) in the second level with inputs coming from outputs of the first level gates</a:t>
            </a:r>
            <a:endParaRPr/>
          </a:p>
          <a:p>
            <a:pPr indent="-317500" lvl="0" marL="457200" rtl="0" algn="l">
              <a:spcBef>
                <a:spcPts val="0"/>
              </a:spcBef>
              <a:spcAft>
                <a:spcPts val="0"/>
              </a:spcAft>
              <a:buSzPts val="1400"/>
              <a:buAutoNum type="arabicPeriod"/>
            </a:pPr>
            <a:r>
              <a:rPr lang="en"/>
              <a:t>A term having a single-variable term requires an inverter in the first level. However, if that variable is complemented, it can be connected directly to the input of the second level NAND gate.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30"/>
          <p:cNvSpPr txBox="1"/>
          <p:nvPr>
            <p:ph type="title"/>
          </p:nvPr>
        </p:nvSpPr>
        <p:spPr>
          <a:xfrm>
            <a:off x="715100" y="894750"/>
            <a:ext cx="4581600" cy="55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NAND Implementation</a:t>
            </a:r>
            <a:endParaRPr/>
          </a:p>
        </p:txBody>
      </p:sp>
      <p:cxnSp>
        <p:nvCxnSpPr>
          <p:cNvPr id="651" name="Google Shape;651;p30"/>
          <p:cNvCxnSpPr>
            <a:stCxn id="652" idx="3"/>
          </p:cNvCxnSpPr>
          <p:nvPr/>
        </p:nvCxnSpPr>
        <p:spPr>
          <a:xfrm>
            <a:off x="8590075" y="2571749"/>
            <a:ext cx="1078500" cy="0"/>
          </a:xfrm>
          <a:prstGeom prst="straightConnector1">
            <a:avLst/>
          </a:prstGeom>
          <a:noFill/>
          <a:ln cap="flat" cmpd="sng" w="9525">
            <a:solidFill>
              <a:schemeClr val="dk2"/>
            </a:solidFill>
            <a:prstDash val="solid"/>
            <a:round/>
            <a:headEnd len="med" w="med" type="none"/>
            <a:tailEnd len="med" w="med" type="none"/>
          </a:ln>
        </p:spPr>
      </p:cxnSp>
      <p:cxnSp>
        <p:nvCxnSpPr>
          <p:cNvPr id="653" name="Google Shape;653;p30"/>
          <p:cNvCxnSpPr>
            <a:endCxn id="652" idx="0"/>
          </p:cNvCxnSpPr>
          <p:nvPr/>
        </p:nvCxnSpPr>
        <p:spPr>
          <a:xfrm>
            <a:off x="6773000" y="-136400"/>
            <a:ext cx="0" cy="671400"/>
          </a:xfrm>
          <a:prstGeom prst="straightConnector1">
            <a:avLst/>
          </a:prstGeom>
          <a:noFill/>
          <a:ln cap="flat" cmpd="sng" w="9525">
            <a:solidFill>
              <a:schemeClr val="dk2"/>
            </a:solidFill>
            <a:prstDash val="solid"/>
            <a:round/>
            <a:headEnd len="med" w="med" type="none"/>
            <a:tailEnd len="med" w="med" type="none"/>
          </a:ln>
        </p:spPr>
      </p:cxnSp>
      <p:sp>
        <p:nvSpPr>
          <p:cNvPr id="654" name="Google Shape;654;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5" name="Google Shape;655;p30"/>
          <p:cNvSpPr txBox="1"/>
          <p:nvPr/>
        </p:nvSpPr>
        <p:spPr>
          <a:xfrm>
            <a:off x="978600" y="1519450"/>
            <a:ext cx="7186800" cy="2847900"/>
          </a:xfrm>
          <a:prstGeom prst="rect">
            <a:avLst/>
          </a:prstGeom>
          <a:blipFill rotWithShape="1">
            <a:blip r:embed="rId3">
              <a:alphaModFix/>
            </a:blip>
            <a:stretch>
              <a:fillRect b="0" l="-940" r="0" t="-2240"/>
            </a:stretch>
          </a:blip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t/>
            </a:r>
            <a:endParaRPr sz="2800">
              <a:solidFill>
                <a:srgbClr val="000000"/>
              </a:solidFill>
              <a:latin typeface="Calibri"/>
              <a:ea typeface="Calibri"/>
              <a:cs typeface="Calibri"/>
              <a:sym typeface="Calibri"/>
            </a:endParaRPr>
          </a:p>
        </p:txBody>
      </p:sp>
      <p:sp>
        <p:nvSpPr>
          <p:cNvPr id="656" name="Google Shape;656;p30"/>
          <p:cNvSpPr txBox="1"/>
          <p:nvPr/>
        </p:nvSpPr>
        <p:spPr>
          <a:xfrm>
            <a:off x="5883390" y="3969096"/>
            <a:ext cx="1893600" cy="423000"/>
          </a:xfrm>
          <a:prstGeom prst="rect">
            <a:avLst/>
          </a:prstGeom>
          <a:blipFill rotWithShape="1">
            <a:blip r:embed="rId4">
              <a:alphaModFix/>
            </a:blip>
            <a:stretch>
              <a:fillRect b="-7541" l="-1900" r="0" t="-4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800">
                <a:latin typeface="Calibri"/>
                <a:ea typeface="Calibri"/>
                <a:cs typeface="Calibri"/>
                <a:sym typeface="Calibri"/>
              </a:rPr>
              <a:t> </a:t>
            </a:r>
            <a:endParaRPr/>
          </a:p>
        </p:txBody>
      </p:sp>
      <p:grpSp>
        <p:nvGrpSpPr>
          <p:cNvPr id="657" name="Google Shape;657;p30"/>
          <p:cNvGrpSpPr/>
          <p:nvPr/>
        </p:nvGrpSpPr>
        <p:grpSpPr>
          <a:xfrm>
            <a:off x="579424" y="2378825"/>
            <a:ext cx="7985150" cy="1640525"/>
            <a:chOff x="557112" y="4112247"/>
            <a:chExt cx="10121878" cy="1878535"/>
          </a:xfrm>
        </p:grpSpPr>
        <p:pic>
          <p:nvPicPr>
            <p:cNvPr id="658" name="Google Shape;658;p30"/>
            <p:cNvPicPr preferRelativeResize="0"/>
            <p:nvPr/>
          </p:nvPicPr>
          <p:blipFill rotWithShape="1">
            <a:blip r:embed="rId5">
              <a:alphaModFix/>
            </a:blip>
            <a:srcRect b="0" l="0" r="3624" t="47732"/>
            <a:stretch/>
          </p:blipFill>
          <p:spPr>
            <a:xfrm>
              <a:off x="3907576" y="4112247"/>
              <a:ext cx="6771414" cy="1796888"/>
            </a:xfrm>
            <a:prstGeom prst="rect">
              <a:avLst/>
            </a:prstGeom>
            <a:noFill/>
            <a:ln>
              <a:noFill/>
            </a:ln>
          </p:spPr>
        </p:pic>
        <p:pic>
          <p:nvPicPr>
            <p:cNvPr id="659" name="Google Shape;659;p30"/>
            <p:cNvPicPr preferRelativeResize="0"/>
            <p:nvPr/>
          </p:nvPicPr>
          <p:blipFill rotWithShape="1">
            <a:blip r:embed="rId5">
              <a:alphaModFix/>
            </a:blip>
            <a:srcRect b="47732" l="28075" r="28685" t="0"/>
            <a:stretch/>
          </p:blipFill>
          <p:spPr>
            <a:xfrm>
              <a:off x="557112" y="4131208"/>
              <a:ext cx="3143924" cy="1859574"/>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31"/>
          <p:cNvSpPr txBox="1"/>
          <p:nvPr>
            <p:ph type="title"/>
          </p:nvPr>
        </p:nvSpPr>
        <p:spPr>
          <a:xfrm>
            <a:off x="715100" y="894750"/>
            <a:ext cx="4581600" cy="55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NOR Implementation</a:t>
            </a:r>
            <a:endParaRPr/>
          </a:p>
        </p:txBody>
      </p:sp>
      <p:cxnSp>
        <p:nvCxnSpPr>
          <p:cNvPr id="665" name="Google Shape;665;p31"/>
          <p:cNvCxnSpPr>
            <a:stCxn id="666" idx="3"/>
          </p:cNvCxnSpPr>
          <p:nvPr/>
        </p:nvCxnSpPr>
        <p:spPr>
          <a:xfrm>
            <a:off x="8590075" y="2571749"/>
            <a:ext cx="1078500" cy="0"/>
          </a:xfrm>
          <a:prstGeom prst="straightConnector1">
            <a:avLst/>
          </a:prstGeom>
          <a:noFill/>
          <a:ln cap="flat" cmpd="sng" w="9525">
            <a:solidFill>
              <a:schemeClr val="dk2"/>
            </a:solidFill>
            <a:prstDash val="solid"/>
            <a:round/>
            <a:headEnd len="med" w="med" type="none"/>
            <a:tailEnd len="med" w="med" type="none"/>
          </a:ln>
        </p:spPr>
      </p:cxnSp>
      <p:cxnSp>
        <p:nvCxnSpPr>
          <p:cNvPr id="667" name="Google Shape;667;p31"/>
          <p:cNvCxnSpPr>
            <a:endCxn id="666" idx="0"/>
          </p:cNvCxnSpPr>
          <p:nvPr/>
        </p:nvCxnSpPr>
        <p:spPr>
          <a:xfrm>
            <a:off x="6773000" y="-136400"/>
            <a:ext cx="0" cy="671400"/>
          </a:xfrm>
          <a:prstGeom prst="straightConnector1">
            <a:avLst/>
          </a:prstGeom>
          <a:noFill/>
          <a:ln cap="flat" cmpd="sng" w="9525">
            <a:solidFill>
              <a:schemeClr val="dk2"/>
            </a:solidFill>
            <a:prstDash val="solid"/>
            <a:round/>
            <a:headEnd len="med" w="med" type="none"/>
            <a:tailEnd len="med" w="med" type="none"/>
          </a:ln>
        </p:spPr>
      </p:cxnSp>
      <p:sp>
        <p:nvSpPr>
          <p:cNvPr id="668" name="Google Shape;668;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9" name="Google Shape;669;p31"/>
          <p:cNvSpPr txBox="1"/>
          <p:nvPr/>
        </p:nvSpPr>
        <p:spPr>
          <a:xfrm>
            <a:off x="895050" y="1715975"/>
            <a:ext cx="7353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NOR operation is the dual of NAND operation</a:t>
            </a:r>
            <a:endParaRPr/>
          </a:p>
          <a:p>
            <a:pPr indent="-317500" lvl="0" marL="457200" rtl="0" algn="l">
              <a:spcBef>
                <a:spcPts val="0"/>
              </a:spcBef>
              <a:spcAft>
                <a:spcPts val="0"/>
              </a:spcAft>
              <a:buSzPts val="1400"/>
              <a:buChar char="●"/>
            </a:pPr>
            <a:r>
              <a:rPr lang="en"/>
              <a:t>All procedures and rules for NOR logic are the dual of the corresponding procedures and rules developed for NAND logic </a:t>
            </a:r>
            <a:endParaRPr/>
          </a:p>
          <a:p>
            <a:pPr indent="-317500" lvl="0" marL="457200" rtl="0" algn="l">
              <a:spcBef>
                <a:spcPts val="0"/>
              </a:spcBef>
              <a:spcAft>
                <a:spcPts val="0"/>
              </a:spcAft>
              <a:buSzPts val="1400"/>
              <a:buChar char="●"/>
            </a:pPr>
            <a:r>
              <a:rPr lang="en"/>
              <a:t>Another universal gate to implement any logic circuit </a:t>
            </a:r>
            <a:endParaRPr/>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32"/>
          <p:cNvSpPr txBox="1"/>
          <p:nvPr>
            <p:ph type="title"/>
          </p:nvPr>
        </p:nvSpPr>
        <p:spPr>
          <a:xfrm>
            <a:off x="715100" y="894750"/>
            <a:ext cx="4581600" cy="55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NOR Implementation</a:t>
            </a:r>
            <a:endParaRPr/>
          </a:p>
        </p:txBody>
      </p:sp>
      <p:cxnSp>
        <p:nvCxnSpPr>
          <p:cNvPr id="675" name="Google Shape;675;p32"/>
          <p:cNvCxnSpPr>
            <a:stCxn id="676" idx="3"/>
          </p:cNvCxnSpPr>
          <p:nvPr/>
        </p:nvCxnSpPr>
        <p:spPr>
          <a:xfrm>
            <a:off x="8590075" y="2571749"/>
            <a:ext cx="1078500" cy="0"/>
          </a:xfrm>
          <a:prstGeom prst="straightConnector1">
            <a:avLst/>
          </a:prstGeom>
          <a:noFill/>
          <a:ln cap="flat" cmpd="sng" w="9525">
            <a:solidFill>
              <a:schemeClr val="dk2"/>
            </a:solidFill>
            <a:prstDash val="solid"/>
            <a:round/>
            <a:headEnd len="med" w="med" type="none"/>
            <a:tailEnd len="med" w="med" type="none"/>
          </a:ln>
        </p:spPr>
      </p:cxnSp>
      <p:cxnSp>
        <p:nvCxnSpPr>
          <p:cNvPr id="677" name="Google Shape;677;p32"/>
          <p:cNvCxnSpPr>
            <a:endCxn id="676" idx="0"/>
          </p:cNvCxnSpPr>
          <p:nvPr/>
        </p:nvCxnSpPr>
        <p:spPr>
          <a:xfrm>
            <a:off x="6773000" y="-136400"/>
            <a:ext cx="0" cy="671400"/>
          </a:xfrm>
          <a:prstGeom prst="straightConnector1">
            <a:avLst/>
          </a:prstGeom>
          <a:noFill/>
          <a:ln cap="flat" cmpd="sng" w="9525">
            <a:solidFill>
              <a:schemeClr val="dk2"/>
            </a:solidFill>
            <a:prstDash val="solid"/>
            <a:round/>
            <a:headEnd len="med" w="med" type="none"/>
            <a:tailEnd len="med" w="med" type="none"/>
          </a:ln>
        </p:spPr>
      </p:cxnSp>
      <p:sp>
        <p:nvSpPr>
          <p:cNvPr id="678" name="Google Shape;678;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9" name="Google Shape;679;p32"/>
          <p:cNvSpPr txBox="1"/>
          <p:nvPr/>
        </p:nvSpPr>
        <p:spPr>
          <a:xfrm>
            <a:off x="755250" y="1608575"/>
            <a:ext cx="76335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To show that any function can be implemented with NOR gate, we need only to show that AND, OR and NOT gates obtained with NOR gates alone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ctr">
              <a:spcBef>
                <a:spcPts val="0"/>
              </a:spcBef>
              <a:spcAft>
                <a:spcPts val="0"/>
              </a:spcAft>
              <a:buNone/>
            </a:pPr>
            <a:r>
              <a:rPr lang="en"/>
              <a:t>Note: One-input NOR gate behaves exactly like an inverter.</a:t>
            </a:r>
            <a:endParaRPr/>
          </a:p>
        </p:txBody>
      </p:sp>
      <p:pic>
        <p:nvPicPr>
          <p:cNvPr id="680" name="Google Shape;680;p32"/>
          <p:cNvPicPr preferRelativeResize="0"/>
          <p:nvPr/>
        </p:nvPicPr>
        <p:blipFill rotWithShape="1">
          <a:blip r:embed="rId3">
            <a:alphaModFix/>
          </a:blip>
          <a:srcRect b="0" l="0" r="0" t="0"/>
          <a:stretch/>
        </p:blipFill>
        <p:spPr>
          <a:xfrm>
            <a:off x="2711751" y="2262900"/>
            <a:ext cx="3720476" cy="1826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33"/>
          <p:cNvSpPr txBox="1"/>
          <p:nvPr>
            <p:ph type="title"/>
          </p:nvPr>
        </p:nvSpPr>
        <p:spPr>
          <a:xfrm>
            <a:off x="715100" y="894750"/>
            <a:ext cx="4581600" cy="55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NOR Implementation</a:t>
            </a:r>
            <a:endParaRPr/>
          </a:p>
        </p:txBody>
      </p:sp>
      <p:cxnSp>
        <p:nvCxnSpPr>
          <p:cNvPr id="686" name="Google Shape;686;p33"/>
          <p:cNvCxnSpPr>
            <a:stCxn id="687" idx="3"/>
          </p:cNvCxnSpPr>
          <p:nvPr/>
        </p:nvCxnSpPr>
        <p:spPr>
          <a:xfrm>
            <a:off x="8590075" y="2571749"/>
            <a:ext cx="1078500" cy="0"/>
          </a:xfrm>
          <a:prstGeom prst="straightConnector1">
            <a:avLst/>
          </a:prstGeom>
          <a:noFill/>
          <a:ln cap="flat" cmpd="sng" w="9525">
            <a:solidFill>
              <a:schemeClr val="dk2"/>
            </a:solidFill>
            <a:prstDash val="solid"/>
            <a:round/>
            <a:headEnd len="med" w="med" type="none"/>
            <a:tailEnd len="med" w="med" type="none"/>
          </a:ln>
        </p:spPr>
      </p:cxnSp>
      <p:cxnSp>
        <p:nvCxnSpPr>
          <p:cNvPr id="688" name="Google Shape;688;p33"/>
          <p:cNvCxnSpPr>
            <a:endCxn id="687" idx="0"/>
          </p:cNvCxnSpPr>
          <p:nvPr/>
        </p:nvCxnSpPr>
        <p:spPr>
          <a:xfrm>
            <a:off x="6773000" y="-136400"/>
            <a:ext cx="0" cy="671400"/>
          </a:xfrm>
          <a:prstGeom prst="straightConnector1">
            <a:avLst/>
          </a:prstGeom>
          <a:noFill/>
          <a:ln cap="flat" cmpd="sng" w="9525">
            <a:solidFill>
              <a:schemeClr val="dk2"/>
            </a:solidFill>
            <a:prstDash val="solid"/>
            <a:round/>
            <a:headEnd len="med" w="med" type="none"/>
            <a:tailEnd len="med" w="med" type="none"/>
          </a:ln>
        </p:spPr>
      </p:cxnSp>
      <p:sp>
        <p:nvSpPr>
          <p:cNvPr id="689" name="Google Shape;689;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0" name="Google Shape;690;p33"/>
          <p:cNvSpPr txBox="1"/>
          <p:nvPr/>
        </p:nvSpPr>
        <p:spPr>
          <a:xfrm>
            <a:off x="1008150" y="1626625"/>
            <a:ext cx="7127700" cy="2949600"/>
          </a:xfrm>
          <a:prstGeom prst="rect">
            <a:avLst/>
          </a:prstGeom>
          <a:noFill/>
          <a:ln>
            <a:noFill/>
          </a:ln>
        </p:spPr>
        <p:txBody>
          <a:bodyPr anchorCtr="0" anchor="t" bIns="45700" lIns="91425" spcFirstLastPara="1" rIns="91425" wrap="square" tIns="45700">
            <a:normAutofit fontScale="70000" lnSpcReduction="20000"/>
          </a:bodyPr>
          <a:lstStyle/>
          <a:p>
            <a:pPr indent="-175260" lvl="0" marL="228600" rtl="0" algn="l">
              <a:lnSpc>
                <a:spcPct val="90000"/>
              </a:lnSpc>
              <a:spcBef>
                <a:spcPts val="0"/>
              </a:spcBef>
              <a:spcAft>
                <a:spcPts val="0"/>
              </a:spcAft>
              <a:buClr>
                <a:srgbClr val="000000"/>
              </a:buClr>
              <a:buSzPct val="100000"/>
              <a:buChar char="•"/>
            </a:pPr>
            <a:r>
              <a:rPr lang="en" sz="2800">
                <a:solidFill>
                  <a:srgbClr val="000000"/>
                </a:solidFill>
                <a:latin typeface="Calibri"/>
                <a:ea typeface="Calibri"/>
                <a:cs typeface="Calibri"/>
                <a:sym typeface="Calibri"/>
              </a:rPr>
              <a:t>To facilitate the conversion to NOR logic, it is convenient to define an </a:t>
            </a:r>
            <a:r>
              <a:rPr b="1" lang="en" sz="2800">
                <a:solidFill>
                  <a:srgbClr val="FF0000"/>
                </a:solidFill>
                <a:latin typeface="Calibri"/>
                <a:ea typeface="Calibri"/>
                <a:cs typeface="Calibri"/>
                <a:sym typeface="Calibri"/>
              </a:rPr>
              <a:t>alternative graphic symbol </a:t>
            </a:r>
            <a:r>
              <a:rPr lang="en" sz="2800">
                <a:solidFill>
                  <a:srgbClr val="000000"/>
                </a:solidFill>
                <a:latin typeface="Calibri"/>
                <a:ea typeface="Calibri"/>
                <a:cs typeface="Calibri"/>
                <a:sym typeface="Calibri"/>
              </a:rPr>
              <a:t>for the NOR gate</a:t>
            </a:r>
            <a:endParaRPr sz="2800">
              <a:solidFill>
                <a:srgbClr val="000000"/>
              </a:solidFill>
              <a:latin typeface="Calibri"/>
              <a:ea typeface="Calibri"/>
              <a:cs typeface="Calibri"/>
              <a:sym typeface="Calibri"/>
            </a:endParaRPr>
          </a:p>
          <a:p>
            <a:pPr indent="-190500" lvl="2" marL="1143000" rtl="0" algn="l">
              <a:lnSpc>
                <a:spcPct val="90000"/>
              </a:lnSpc>
              <a:spcBef>
                <a:spcPts val="500"/>
              </a:spcBef>
              <a:spcAft>
                <a:spcPts val="0"/>
              </a:spcAft>
              <a:buClr>
                <a:srgbClr val="000000"/>
              </a:buClr>
              <a:buSzPct val="100000"/>
              <a:buChar char="•"/>
            </a:pPr>
            <a:r>
              <a:rPr b="1" lang="en" sz="2000">
                <a:solidFill>
                  <a:srgbClr val="000000"/>
                </a:solidFill>
                <a:latin typeface="Calibri"/>
                <a:ea typeface="Calibri"/>
                <a:cs typeface="Calibri"/>
                <a:sym typeface="Calibri"/>
              </a:rPr>
              <a:t>OR-invert: </a:t>
            </a:r>
            <a:r>
              <a:rPr lang="en" sz="2000">
                <a:solidFill>
                  <a:srgbClr val="000000"/>
                </a:solidFill>
                <a:latin typeface="Calibri"/>
                <a:ea typeface="Calibri"/>
                <a:cs typeface="Calibri"/>
                <a:sym typeface="Calibri"/>
              </a:rPr>
              <a:t>Consists of an OR gate followed by a small bubble (</a:t>
            </a:r>
            <a:r>
              <a:rPr b="1" i="1" lang="en" sz="2000">
                <a:solidFill>
                  <a:srgbClr val="000000"/>
                </a:solidFill>
                <a:latin typeface="Calibri"/>
                <a:ea typeface="Calibri"/>
                <a:cs typeface="Calibri"/>
                <a:sym typeface="Calibri"/>
              </a:rPr>
              <a:t>i.e., </a:t>
            </a:r>
            <a:r>
              <a:rPr b="1" lang="en" sz="2000">
                <a:solidFill>
                  <a:srgbClr val="000000"/>
                </a:solidFill>
                <a:latin typeface="Calibri"/>
                <a:ea typeface="Calibri"/>
                <a:cs typeface="Calibri"/>
                <a:sym typeface="Calibri"/>
              </a:rPr>
              <a:t>complement</a:t>
            </a:r>
            <a:r>
              <a:rPr lang="en" sz="2000">
                <a:solidFill>
                  <a:srgbClr val="000000"/>
                </a:solidFill>
                <a:latin typeface="Calibri"/>
                <a:ea typeface="Calibri"/>
                <a:cs typeface="Calibri"/>
                <a:sym typeface="Calibri"/>
              </a:rPr>
              <a:t>)</a:t>
            </a:r>
            <a:endParaRPr sz="2000">
              <a:solidFill>
                <a:srgbClr val="000000"/>
              </a:solidFill>
              <a:latin typeface="Calibri"/>
              <a:ea typeface="Calibri"/>
              <a:cs typeface="Calibri"/>
              <a:sym typeface="Calibri"/>
            </a:endParaRPr>
          </a:p>
          <a:p>
            <a:pPr indent="-190500" lvl="2" marL="1143000" rtl="0" algn="l">
              <a:lnSpc>
                <a:spcPct val="90000"/>
              </a:lnSpc>
              <a:spcBef>
                <a:spcPts val="500"/>
              </a:spcBef>
              <a:spcAft>
                <a:spcPts val="0"/>
              </a:spcAft>
              <a:buClr>
                <a:srgbClr val="000000"/>
              </a:buClr>
              <a:buSzPct val="100000"/>
              <a:buChar char="•"/>
            </a:pPr>
            <a:r>
              <a:rPr b="1" lang="en" sz="2000">
                <a:solidFill>
                  <a:srgbClr val="000000"/>
                </a:solidFill>
                <a:latin typeface="Calibri"/>
                <a:ea typeface="Calibri"/>
                <a:cs typeface="Calibri"/>
                <a:sym typeface="Calibri"/>
              </a:rPr>
              <a:t>Invert-AND:</a:t>
            </a:r>
            <a:r>
              <a:rPr lang="en" sz="2000">
                <a:solidFill>
                  <a:srgbClr val="000000"/>
                </a:solidFill>
                <a:latin typeface="Calibri"/>
                <a:ea typeface="Calibri"/>
                <a:cs typeface="Calibri"/>
                <a:sym typeface="Calibri"/>
              </a:rPr>
              <a:t> Consists of an AND gate preceded by a bubble in each input </a:t>
            </a:r>
            <a:br>
              <a:rPr lang="en" sz="2000">
                <a:solidFill>
                  <a:srgbClr val="000000"/>
                </a:solidFill>
                <a:latin typeface="Calibri"/>
                <a:ea typeface="Calibri"/>
                <a:cs typeface="Calibri"/>
                <a:sym typeface="Calibri"/>
              </a:rPr>
            </a:br>
            <a:r>
              <a:rPr lang="en" sz="2000">
                <a:solidFill>
                  <a:srgbClr val="000000"/>
                </a:solidFill>
                <a:latin typeface="Calibri"/>
                <a:ea typeface="Calibri"/>
                <a:cs typeface="Calibri"/>
                <a:sym typeface="Calibri"/>
              </a:rPr>
              <a:t>(</a:t>
            </a:r>
            <a:r>
              <a:rPr b="1" i="1" lang="en" sz="2000">
                <a:solidFill>
                  <a:srgbClr val="000000"/>
                </a:solidFill>
                <a:latin typeface="Calibri"/>
                <a:ea typeface="Calibri"/>
                <a:cs typeface="Calibri"/>
                <a:sym typeface="Calibri"/>
              </a:rPr>
              <a:t>i.e.,</a:t>
            </a:r>
            <a:r>
              <a:rPr lang="en" sz="2000">
                <a:solidFill>
                  <a:srgbClr val="000000"/>
                </a:solidFill>
                <a:latin typeface="Calibri"/>
                <a:ea typeface="Calibri"/>
                <a:cs typeface="Calibri"/>
                <a:sym typeface="Calibri"/>
              </a:rPr>
              <a:t> complements each input)</a:t>
            </a:r>
            <a:endParaRPr sz="2000">
              <a:solidFill>
                <a:srgbClr val="000000"/>
              </a:solidFill>
              <a:latin typeface="Calibri"/>
              <a:ea typeface="Calibri"/>
              <a:cs typeface="Calibri"/>
              <a:sym typeface="Calibri"/>
            </a:endParaRPr>
          </a:p>
          <a:p>
            <a:pPr indent="-182880" lvl="1" marL="685800" rtl="0" algn="l">
              <a:lnSpc>
                <a:spcPct val="90000"/>
              </a:lnSpc>
              <a:spcBef>
                <a:spcPts val="500"/>
              </a:spcBef>
              <a:spcAft>
                <a:spcPts val="0"/>
              </a:spcAft>
              <a:buClr>
                <a:srgbClr val="000000"/>
              </a:buClr>
              <a:buSzPct val="100000"/>
              <a:buChar char="•"/>
            </a:pPr>
            <a:r>
              <a:rPr lang="en" sz="2400">
                <a:solidFill>
                  <a:srgbClr val="000000"/>
                </a:solidFill>
                <a:latin typeface="Calibri"/>
                <a:ea typeface="Calibri"/>
                <a:cs typeface="Calibri"/>
                <a:sym typeface="Calibri"/>
              </a:rPr>
              <a:t>Both of them are equal because of De Morgan's theorem </a:t>
            </a:r>
            <a:endParaRPr sz="2400">
              <a:solidFill>
                <a:srgbClr val="000000"/>
              </a:solidFill>
              <a:latin typeface="Calibri"/>
              <a:ea typeface="Calibri"/>
              <a:cs typeface="Calibri"/>
              <a:sym typeface="Calibri"/>
            </a:endParaRPr>
          </a:p>
          <a:p>
            <a:pPr indent="-182880" lvl="1" marL="685800" rtl="0" algn="l">
              <a:lnSpc>
                <a:spcPct val="90000"/>
              </a:lnSpc>
              <a:spcBef>
                <a:spcPts val="500"/>
              </a:spcBef>
              <a:spcAft>
                <a:spcPts val="0"/>
              </a:spcAft>
              <a:buClr>
                <a:srgbClr val="000000"/>
              </a:buClr>
              <a:buSzPct val="100000"/>
              <a:buChar char="•"/>
            </a:pPr>
            <a:r>
              <a:rPr lang="en" sz="2400">
                <a:solidFill>
                  <a:srgbClr val="000000"/>
                </a:solidFill>
                <a:latin typeface="Calibri"/>
                <a:ea typeface="Calibri"/>
                <a:cs typeface="Calibri"/>
                <a:sym typeface="Calibri"/>
              </a:rPr>
              <a:t>Useful for analysis and design NOR circuits </a:t>
            </a:r>
            <a:endParaRPr sz="2400">
              <a:solidFill>
                <a:srgbClr val="000000"/>
              </a:solidFill>
              <a:latin typeface="Calibri"/>
              <a:ea typeface="Calibri"/>
              <a:cs typeface="Calibri"/>
              <a:sym typeface="Calibri"/>
            </a:endParaRPr>
          </a:p>
          <a:p>
            <a:pPr indent="-50800" lvl="0" marL="228600" rtl="0" algn="l">
              <a:lnSpc>
                <a:spcPct val="90000"/>
              </a:lnSpc>
              <a:spcBef>
                <a:spcPts val="1000"/>
              </a:spcBef>
              <a:spcAft>
                <a:spcPts val="0"/>
              </a:spcAft>
              <a:buNone/>
            </a:pPr>
            <a:r>
              <a:t/>
            </a:r>
            <a:endParaRPr sz="2800">
              <a:solidFill>
                <a:srgbClr val="000000"/>
              </a:solidFill>
              <a:latin typeface="Calibri"/>
              <a:ea typeface="Calibri"/>
              <a:cs typeface="Calibri"/>
              <a:sym typeface="Calibri"/>
            </a:endParaRPr>
          </a:p>
          <a:p>
            <a:pPr indent="-50800" lvl="0" marL="228600" rtl="0" algn="l">
              <a:lnSpc>
                <a:spcPct val="90000"/>
              </a:lnSpc>
              <a:spcBef>
                <a:spcPts val="1000"/>
              </a:spcBef>
              <a:spcAft>
                <a:spcPts val="0"/>
              </a:spcAft>
              <a:buNone/>
            </a:pPr>
            <a:r>
              <a:t/>
            </a:r>
            <a:endParaRPr sz="2800">
              <a:solidFill>
                <a:srgbClr val="000000"/>
              </a:solidFill>
              <a:latin typeface="Calibri"/>
              <a:ea typeface="Calibri"/>
              <a:cs typeface="Calibri"/>
              <a:sym typeface="Calibri"/>
            </a:endParaRPr>
          </a:p>
          <a:p>
            <a:pPr indent="-50800" lvl="0" marL="228600" rtl="0" algn="l">
              <a:lnSpc>
                <a:spcPct val="90000"/>
              </a:lnSpc>
              <a:spcBef>
                <a:spcPts val="1000"/>
              </a:spcBef>
              <a:spcAft>
                <a:spcPts val="0"/>
              </a:spcAft>
              <a:buNone/>
            </a:pPr>
            <a:r>
              <a:t/>
            </a:r>
            <a:endParaRPr sz="2800">
              <a:solidFill>
                <a:srgbClr val="000000"/>
              </a:solidFill>
              <a:latin typeface="Calibri"/>
              <a:ea typeface="Calibri"/>
              <a:cs typeface="Calibri"/>
              <a:sym typeface="Calibri"/>
            </a:endParaRPr>
          </a:p>
          <a:p>
            <a:pPr indent="-50800" lvl="0" marL="228600" rtl="0" algn="l">
              <a:lnSpc>
                <a:spcPct val="90000"/>
              </a:lnSpc>
              <a:spcBef>
                <a:spcPts val="1000"/>
              </a:spcBef>
              <a:spcAft>
                <a:spcPts val="0"/>
              </a:spcAft>
              <a:buNone/>
            </a:pPr>
            <a:r>
              <a:t/>
            </a:r>
            <a:endParaRPr sz="2800">
              <a:solidFill>
                <a:srgbClr val="000000"/>
              </a:solidFill>
              <a:latin typeface="Calibri"/>
              <a:ea typeface="Calibri"/>
              <a:cs typeface="Calibri"/>
              <a:sym typeface="Calibri"/>
            </a:endParaRPr>
          </a:p>
        </p:txBody>
      </p:sp>
      <p:pic>
        <p:nvPicPr>
          <p:cNvPr id="691" name="Google Shape;691;p33"/>
          <p:cNvPicPr preferRelativeResize="0"/>
          <p:nvPr/>
        </p:nvPicPr>
        <p:blipFill rotWithShape="1">
          <a:blip r:embed="rId3">
            <a:alphaModFix/>
          </a:blip>
          <a:srcRect b="0" l="0" r="0" t="0"/>
          <a:stretch/>
        </p:blipFill>
        <p:spPr>
          <a:xfrm>
            <a:off x="787250" y="3268723"/>
            <a:ext cx="7569500" cy="1183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34"/>
          <p:cNvSpPr txBox="1"/>
          <p:nvPr>
            <p:ph type="title"/>
          </p:nvPr>
        </p:nvSpPr>
        <p:spPr>
          <a:xfrm>
            <a:off x="715100" y="894750"/>
            <a:ext cx="5246700" cy="55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2 level NOR Implementation</a:t>
            </a:r>
            <a:endParaRPr/>
          </a:p>
        </p:txBody>
      </p:sp>
      <p:cxnSp>
        <p:nvCxnSpPr>
          <p:cNvPr id="697" name="Google Shape;697;p34"/>
          <p:cNvCxnSpPr>
            <a:stCxn id="698" idx="3"/>
          </p:cNvCxnSpPr>
          <p:nvPr/>
        </p:nvCxnSpPr>
        <p:spPr>
          <a:xfrm>
            <a:off x="8590075" y="2571749"/>
            <a:ext cx="1078500" cy="0"/>
          </a:xfrm>
          <a:prstGeom prst="straightConnector1">
            <a:avLst/>
          </a:prstGeom>
          <a:noFill/>
          <a:ln cap="flat" cmpd="sng" w="9525">
            <a:solidFill>
              <a:schemeClr val="dk2"/>
            </a:solidFill>
            <a:prstDash val="solid"/>
            <a:round/>
            <a:headEnd len="med" w="med" type="none"/>
            <a:tailEnd len="med" w="med" type="none"/>
          </a:ln>
        </p:spPr>
      </p:cxnSp>
      <p:cxnSp>
        <p:nvCxnSpPr>
          <p:cNvPr id="699" name="Google Shape;699;p34"/>
          <p:cNvCxnSpPr>
            <a:endCxn id="698" idx="0"/>
          </p:cNvCxnSpPr>
          <p:nvPr/>
        </p:nvCxnSpPr>
        <p:spPr>
          <a:xfrm>
            <a:off x="6773000" y="-136400"/>
            <a:ext cx="0" cy="671400"/>
          </a:xfrm>
          <a:prstGeom prst="straightConnector1">
            <a:avLst/>
          </a:prstGeom>
          <a:noFill/>
          <a:ln cap="flat" cmpd="sng" w="9525">
            <a:solidFill>
              <a:schemeClr val="dk2"/>
            </a:solidFill>
            <a:prstDash val="solid"/>
            <a:round/>
            <a:headEnd len="med" w="med" type="none"/>
            <a:tailEnd len="med" w="med" type="none"/>
          </a:ln>
        </p:spPr>
      </p:cxnSp>
      <p:sp>
        <p:nvSpPr>
          <p:cNvPr id="700" name="Google Shape;700;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01" name="Google Shape;701;p34"/>
          <p:cNvSpPr txBox="1"/>
          <p:nvPr/>
        </p:nvSpPr>
        <p:spPr>
          <a:xfrm>
            <a:off x="825150" y="1509500"/>
            <a:ext cx="7493700" cy="2894400"/>
          </a:xfrm>
          <a:prstGeom prst="rect">
            <a:avLst/>
          </a:prstGeom>
          <a:noFill/>
          <a:ln>
            <a:noFill/>
          </a:ln>
        </p:spPr>
        <p:txBody>
          <a:bodyPr anchorCtr="0" anchor="t" bIns="45700" lIns="91425" spcFirstLastPara="1" rIns="91425" wrap="square" tIns="45700">
            <a:normAutofit fontScale="77500" lnSpcReduction="20000"/>
          </a:bodyPr>
          <a:lstStyle/>
          <a:p>
            <a:pPr indent="-188595" lvl="0" marL="228600" rtl="0" algn="l">
              <a:lnSpc>
                <a:spcPct val="90000"/>
              </a:lnSpc>
              <a:spcBef>
                <a:spcPts val="0"/>
              </a:spcBef>
              <a:spcAft>
                <a:spcPts val="0"/>
              </a:spcAft>
              <a:buClr>
                <a:srgbClr val="000000"/>
              </a:buClr>
              <a:buSzPct val="100000"/>
              <a:buChar char="•"/>
            </a:pPr>
            <a:r>
              <a:rPr lang="en" sz="2800">
                <a:solidFill>
                  <a:srgbClr val="000000"/>
                </a:solidFill>
                <a:latin typeface="Calibri"/>
                <a:ea typeface="Calibri"/>
                <a:cs typeface="Calibri"/>
                <a:sym typeface="Calibri"/>
              </a:rPr>
              <a:t>For two level NOR implementation, initially the function must be simplified in </a:t>
            </a:r>
            <a:r>
              <a:rPr b="1" lang="en" sz="2800">
                <a:solidFill>
                  <a:srgbClr val="000000"/>
                </a:solidFill>
                <a:latin typeface="Calibri"/>
                <a:ea typeface="Calibri"/>
                <a:cs typeface="Calibri"/>
                <a:sym typeface="Calibri"/>
              </a:rPr>
              <a:t>POS form</a:t>
            </a:r>
            <a:endParaRPr sz="2800">
              <a:solidFill>
                <a:srgbClr val="000000"/>
              </a:solidFill>
              <a:latin typeface="Calibri"/>
              <a:ea typeface="Calibri"/>
              <a:cs typeface="Calibri"/>
              <a:sym typeface="Calibri"/>
            </a:endParaRPr>
          </a:p>
          <a:p>
            <a:pPr indent="-194310" lvl="1" marL="685800" rtl="0" algn="l">
              <a:lnSpc>
                <a:spcPct val="90000"/>
              </a:lnSpc>
              <a:spcBef>
                <a:spcPts val="500"/>
              </a:spcBef>
              <a:spcAft>
                <a:spcPts val="0"/>
              </a:spcAft>
              <a:buClr>
                <a:srgbClr val="FF0000"/>
              </a:buClr>
              <a:buSzPct val="100000"/>
              <a:buChar char="•"/>
            </a:pPr>
            <a:r>
              <a:rPr b="1" lang="en" sz="2400">
                <a:solidFill>
                  <a:srgbClr val="FF0000"/>
                </a:solidFill>
                <a:latin typeface="Calibri"/>
                <a:ea typeface="Calibri"/>
                <a:cs typeface="Calibri"/>
                <a:sym typeface="Calibri"/>
              </a:rPr>
              <a:t>Note: </a:t>
            </a:r>
            <a:r>
              <a:rPr lang="en" sz="2400">
                <a:solidFill>
                  <a:srgbClr val="000000"/>
                </a:solidFill>
                <a:latin typeface="Calibri"/>
                <a:ea typeface="Calibri"/>
                <a:cs typeface="Calibri"/>
                <a:sym typeface="Calibri"/>
              </a:rPr>
              <a:t>Simplified POS expression can be obtained by combining all 0s and complementing that expression </a:t>
            </a:r>
            <a:endParaRPr sz="2400">
              <a:solidFill>
                <a:srgbClr val="000000"/>
              </a:solidFill>
              <a:latin typeface="Calibri"/>
              <a:ea typeface="Calibri"/>
              <a:cs typeface="Calibri"/>
              <a:sym typeface="Calibri"/>
            </a:endParaRPr>
          </a:p>
          <a:p>
            <a:pPr indent="-197168" lvl="2" marL="1143000" rtl="0" algn="l">
              <a:lnSpc>
                <a:spcPct val="90000"/>
              </a:lnSpc>
              <a:spcBef>
                <a:spcPts val="500"/>
              </a:spcBef>
              <a:spcAft>
                <a:spcPts val="0"/>
              </a:spcAft>
              <a:buClr>
                <a:srgbClr val="000000"/>
              </a:buClr>
              <a:buSzPct val="100000"/>
              <a:buChar char="•"/>
            </a:pPr>
            <a:r>
              <a:rPr b="1" lang="en" sz="2200">
                <a:solidFill>
                  <a:srgbClr val="000000"/>
                </a:solidFill>
                <a:latin typeface="Calibri"/>
                <a:ea typeface="Calibri"/>
                <a:cs typeface="Calibri"/>
                <a:sym typeface="Calibri"/>
              </a:rPr>
              <a:t>OR gate </a:t>
            </a:r>
            <a:r>
              <a:rPr lang="en" sz="2200">
                <a:solidFill>
                  <a:srgbClr val="000000"/>
                </a:solidFill>
                <a:latin typeface="Calibri"/>
                <a:ea typeface="Calibri"/>
                <a:cs typeface="Calibri"/>
                <a:sym typeface="Calibri"/>
              </a:rPr>
              <a:t>will be replaced by </a:t>
            </a:r>
            <a:r>
              <a:rPr b="1" lang="en" sz="2200">
                <a:solidFill>
                  <a:srgbClr val="000000"/>
                </a:solidFill>
                <a:latin typeface="Calibri"/>
                <a:ea typeface="Calibri"/>
                <a:cs typeface="Calibri"/>
                <a:sym typeface="Calibri"/>
              </a:rPr>
              <a:t>OR-invert NOR gate </a:t>
            </a:r>
            <a:r>
              <a:rPr lang="en" sz="2200">
                <a:solidFill>
                  <a:srgbClr val="000000"/>
                </a:solidFill>
                <a:latin typeface="Calibri"/>
                <a:ea typeface="Calibri"/>
                <a:cs typeface="Calibri"/>
                <a:sym typeface="Calibri"/>
              </a:rPr>
              <a:t>in the first level and </a:t>
            </a:r>
            <a:r>
              <a:rPr b="1" lang="en" sz="2200">
                <a:solidFill>
                  <a:srgbClr val="000000"/>
                </a:solidFill>
                <a:latin typeface="Calibri"/>
                <a:ea typeface="Calibri"/>
                <a:cs typeface="Calibri"/>
                <a:sym typeface="Calibri"/>
              </a:rPr>
              <a:t>AND gate </a:t>
            </a:r>
            <a:r>
              <a:rPr lang="en" sz="2200">
                <a:solidFill>
                  <a:srgbClr val="000000"/>
                </a:solidFill>
                <a:latin typeface="Calibri"/>
                <a:ea typeface="Calibri"/>
                <a:cs typeface="Calibri"/>
                <a:sym typeface="Calibri"/>
              </a:rPr>
              <a:t>will be replaced by </a:t>
            </a:r>
            <a:r>
              <a:rPr b="1" lang="en" sz="2200">
                <a:solidFill>
                  <a:srgbClr val="000000"/>
                </a:solidFill>
                <a:latin typeface="Calibri"/>
                <a:ea typeface="Calibri"/>
                <a:cs typeface="Calibri"/>
                <a:sym typeface="Calibri"/>
              </a:rPr>
              <a:t>invert-AND NOR gate </a:t>
            </a:r>
            <a:r>
              <a:rPr lang="en" sz="2200">
                <a:solidFill>
                  <a:srgbClr val="000000"/>
                </a:solidFill>
                <a:latin typeface="Calibri"/>
                <a:ea typeface="Calibri"/>
                <a:cs typeface="Calibri"/>
                <a:sym typeface="Calibri"/>
              </a:rPr>
              <a:t>in second level </a:t>
            </a:r>
            <a:endParaRPr sz="2000">
              <a:solidFill>
                <a:srgbClr val="000000"/>
              </a:solidFill>
              <a:latin typeface="Calibri"/>
              <a:ea typeface="Calibri"/>
              <a:cs typeface="Calibri"/>
              <a:sym typeface="Calibri"/>
            </a:endParaRPr>
          </a:p>
          <a:p>
            <a:pPr indent="-197168" lvl="3" marL="1600200" rtl="0" algn="l">
              <a:lnSpc>
                <a:spcPct val="90000"/>
              </a:lnSpc>
              <a:spcBef>
                <a:spcPts val="500"/>
              </a:spcBef>
              <a:spcAft>
                <a:spcPts val="0"/>
              </a:spcAft>
              <a:buClr>
                <a:srgbClr val="000000"/>
              </a:buClr>
              <a:buSzPct val="100000"/>
              <a:buChar char="•"/>
            </a:pPr>
            <a:r>
              <a:rPr lang="en" sz="2200">
                <a:solidFill>
                  <a:srgbClr val="000000"/>
                </a:solidFill>
                <a:latin typeface="Calibri"/>
                <a:ea typeface="Calibri"/>
                <a:cs typeface="Calibri"/>
                <a:sym typeface="Calibri"/>
              </a:rPr>
              <a:t>As Bubble denotes complementation, two cascaded bubbles will be cancelled by each other</a:t>
            </a:r>
            <a:endParaRPr sz="1800">
              <a:solidFill>
                <a:srgbClr val="000000"/>
              </a:solidFill>
              <a:latin typeface="Calibri"/>
              <a:ea typeface="Calibri"/>
              <a:cs typeface="Calibri"/>
              <a:sym typeface="Calibri"/>
            </a:endParaRPr>
          </a:p>
          <a:p>
            <a:pPr indent="-194310" lvl="2" marL="1143000" rtl="0" algn="l">
              <a:lnSpc>
                <a:spcPct val="90000"/>
              </a:lnSpc>
              <a:spcBef>
                <a:spcPts val="500"/>
              </a:spcBef>
              <a:spcAft>
                <a:spcPts val="0"/>
              </a:spcAft>
              <a:buClr>
                <a:srgbClr val="000000"/>
              </a:buClr>
              <a:buSzPct val="100000"/>
              <a:buChar char="•"/>
            </a:pPr>
            <a:r>
              <a:rPr lang="en" sz="2400">
                <a:solidFill>
                  <a:srgbClr val="000000"/>
                </a:solidFill>
                <a:latin typeface="Calibri"/>
                <a:ea typeface="Calibri"/>
                <a:cs typeface="Calibri"/>
                <a:sym typeface="Calibri"/>
              </a:rPr>
              <a:t>But, if there is a single-variable term in first level of implementation, an inverter will be required for that term</a:t>
            </a:r>
            <a:endParaRPr sz="2000">
              <a:solidFill>
                <a:srgbClr val="000000"/>
              </a:solidFill>
              <a:latin typeface="Calibri"/>
              <a:ea typeface="Calibri"/>
              <a:cs typeface="Calibri"/>
              <a:sym typeface="Calibri"/>
            </a:endParaRPr>
          </a:p>
          <a:p>
            <a:pPr indent="-197168" lvl="3" marL="1600200" rtl="0" algn="l">
              <a:lnSpc>
                <a:spcPct val="90000"/>
              </a:lnSpc>
              <a:spcBef>
                <a:spcPts val="500"/>
              </a:spcBef>
              <a:spcAft>
                <a:spcPts val="0"/>
              </a:spcAft>
              <a:buClr>
                <a:srgbClr val="000000"/>
              </a:buClr>
              <a:buSzPct val="100000"/>
              <a:buChar char="•"/>
            </a:pPr>
            <a:r>
              <a:rPr lang="en" sz="2200">
                <a:solidFill>
                  <a:srgbClr val="000000"/>
                </a:solidFill>
                <a:latin typeface="Calibri"/>
                <a:ea typeface="Calibri"/>
                <a:cs typeface="Calibri"/>
                <a:sym typeface="Calibri"/>
              </a:rPr>
              <a:t>We can replace that inverter changing the input variable into its complement (</a:t>
            </a:r>
            <a:r>
              <a:rPr b="1" i="1" lang="en" sz="2200">
                <a:solidFill>
                  <a:srgbClr val="000000"/>
                </a:solidFill>
                <a:latin typeface="Calibri"/>
                <a:ea typeface="Calibri"/>
                <a:cs typeface="Calibri"/>
                <a:sym typeface="Calibri"/>
              </a:rPr>
              <a:t>i.e.,</a:t>
            </a:r>
            <a:r>
              <a:rPr i="1" lang="en" sz="2200">
                <a:solidFill>
                  <a:srgbClr val="000000"/>
                </a:solidFill>
                <a:latin typeface="Calibri"/>
                <a:ea typeface="Calibri"/>
                <a:cs typeface="Calibri"/>
                <a:sym typeface="Calibri"/>
              </a:rPr>
              <a:t> </a:t>
            </a:r>
            <a:r>
              <a:rPr b="1" lang="en" sz="2200">
                <a:solidFill>
                  <a:srgbClr val="000000"/>
                </a:solidFill>
                <a:latin typeface="Calibri"/>
                <a:ea typeface="Calibri"/>
                <a:cs typeface="Calibri"/>
                <a:sym typeface="Calibri"/>
              </a:rPr>
              <a:t>x </a:t>
            </a:r>
            <a:r>
              <a:rPr lang="en" sz="2200">
                <a:solidFill>
                  <a:srgbClr val="000000"/>
                </a:solidFill>
                <a:latin typeface="Calibri"/>
                <a:ea typeface="Calibri"/>
                <a:cs typeface="Calibri"/>
                <a:sym typeface="Calibri"/>
              </a:rPr>
              <a:t>will be </a:t>
            </a:r>
            <a:r>
              <a:rPr b="1" lang="en" sz="2200">
                <a:solidFill>
                  <a:srgbClr val="000000"/>
                </a:solidFill>
                <a:latin typeface="Calibri"/>
                <a:ea typeface="Calibri"/>
                <a:cs typeface="Calibri"/>
                <a:sym typeface="Calibri"/>
              </a:rPr>
              <a:t>x’ </a:t>
            </a:r>
            <a:r>
              <a:rPr lang="en" sz="2200">
                <a:solidFill>
                  <a:srgbClr val="000000"/>
                </a:solidFill>
                <a:latin typeface="Calibri"/>
                <a:ea typeface="Calibri"/>
                <a:cs typeface="Calibri"/>
                <a:sym typeface="Calibri"/>
              </a:rPr>
              <a:t>in the input) </a:t>
            </a:r>
            <a:endParaRPr sz="1800">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35"/>
          <p:cNvSpPr txBox="1"/>
          <p:nvPr>
            <p:ph type="title"/>
          </p:nvPr>
        </p:nvSpPr>
        <p:spPr>
          <a:xfrm>
            <a:off x="715100" y="894750"/>
            <a:ext cx="5246700" cy="55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2 level NOR Implementation</a:t>
            </a:r>
            <a:endParaRPr/>
          </a:p>
        </p:txBody>
      </p:sp>
      <p:cxnSp>
        <p:nvCxnSpPr>
          <p:cNvPr id="707" name="Google Shape;707;p35"/>
          <p:cNvCxnSpPr>
            <a:stCxn id="708" idx="3"/>
          </p:cNvCxnSpPr>
          <p:nvPr/>
        </p:nvCxnSpPr>
        <p:spPr>
          <a:xfrm>
            <a:off x="8590075" y="2571749"/>
            <a:ext cx="1078500" cy="0"/>
          </a:xfrm>
          <a:prstGeom prst="straightConnector1">
            <a:avLst/>
          </a:prstGeom>
          <a:noFill/>
          <a:ln cap="flat" cmpd="sng" w="9525">
            <a:solidFill>
              <a:schemeClr val="dk2"/>
            </a:solidFill>
            <a:prstDash val="solid"/>
            <a:round/>
            <a:headEnd len="med" w="med" type="none"/>
            <a:tailEnd len="med" w="med" type="none"/>
          </a:ln>
        </p:spPr>
      </p:cxnSp>
      <p:cxnSp>
        <p:nvCxnSpPr>
          <p:cNvPr id="709" name="Google Shape;709;p35"/>
          <p:cNvCxnSpPr>
            <a:endCxn id="708" idx="0"/>
          </p:cNvCxnSpPr>
          <p:nvPr/>
        </p:nvCxnSpPr>
        <p:spPr>
          <a:xfrm>
            <a:off x="6773000" y="-136400"/>
            <a:ext cx="0" cy="671400"/>
          </a:xfrm>
          <a:prstGeom prst="straightConnector1">
            <a:avLst/>
          </a:prstGeom>
          <a:noFill/>
          <a:ln cap="flat" cmpd="sng" w="9525">
            <a:solidFill>
              <a:schemeClr val="dk2"/>
            </a:solidFill>
            <a:prstDash val="solid"/>
            <a:round/>
            <a:headEnd len="med" w="med" type="none"/>
            <a:tailEnd len="med" w="med" type="none"/>
          </a:ln>
        </p:spPr>
      </p:cxnSp>
      <p:sp>
        <p:nvSpPr>
          <p:cNvPr id="710" name="Google Shape;710;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11" name="Google Shape;711;p35"/>
          <p:cNvSpPr txBox="1"/>
          <p:nvPr/>
        </p:nvSpPr>
        <p:spPr>
          <a:xfrm>
            <a:off x="666600" y="1604575"/>
            <a:ext cx="7810800" cy="3231900"/>
          </a:xfrm>
          <a:prstGeom prst="rect">
            <a:avLst/>
          </a:prstGeom>
          <a:noFill/>
          <a:ln>
            <a:noFill/>
          </a:ln>
        </p:spPr>
        <p:txBody>
          <a:bodyPr anchorCtr="0" anchor="t" bIns="45700" lIns="91425" spcFirstLastPara="1" rIns="91425" wrap="square" tIns="45700">
            <a:normAutofit/>
          </a:bodyPr>
          <a:lstStyle/>
          <a:p>
            <a:pPr indent="-461645" lvl="0" marL="514350" rtl="0" algn="l">
              <a:lnSpc>
                <a:spcPct val="70000"/>
              </a:lnSpc>
              <a:spcBef>
                <a:spcPts val="0"/>
              </a:spcBef>
              <a:spcAft>
                <a:spcPts val="0"/>
              </a:spcAft>
              <a:buClr>
                <a:srgbClr val="000000"/>
              </a:buClr>
              <a:buSzPts val="1970"/>
              <a:buFont typeface="Calibri"/>
              <a:buAutoNum type="arabicPeriod"/>
            </a:pPr>
            <a:r>
              <a:rPr lang="en" sz="1970">
                <a:solidFill>
                  <a:srgbClr val="000000"/>
                </a:solidFill>
                <a:latin typeface="Calibri"/>
                <a:ea typeface="Calibri"/>
                <a:cs typeface="Calibri"/>
                <a:sym typeface="Calibri"/>
              </a:rPr>
              <a:t>Simplify the function and express it in </a:t>
            </a:r>
            <a:r>
              <a:rPr b="1" lang="en" sz="1970">
                <a:solidFill>
                  <a:srgbClr val="000000"/>
                </a:solidFill>
                <a:latin typeface="Calibri"/>
                <a:ea typeface="Calibri"/>
                <a:cs typeface="Calibri"/>
                <a:sym typeface="Calibri"/>
              </a:rPr>
              <a:t>POS form</a:t>
            </a:r>
            <a:endParaRPr sz="1970">
              <a:solidFill>
                <a:srgbClr val="000000"/>
              </a:solidFill>
              <a:latin typeface="Calibri"/>
              <a:ea typeface="Calibri"/>
              <a:cs typeface="Calibri"/>
              <a:sym typeface="Calibri"/>
            </a:endParaRPr>
          </a:p>
          <a:p>
            <a:pPr indent="-461645" lvl="0" marL="514350" rtl="0" algn="l">
              <a:lnSpc>
                <a:spcPct val="70000"/>
              </a:lnSpc>
              <a:spcBef>
                <a:spcPts val="1000"/>
              </a:spcBef>
              <a:spcAft>
                <a:spcPts val="0"/>
              </a:spcAft>
              <a:buClr>
                <a:srgbClr val="000000"/>
              </a:buClr>
              <a:buSzPts val="1970"/>
              <a:buFont typeface="Calibri"/>
              <a:buAutoNum type="arabicPeriod"/>
            </a:pPr>
            <a:r>
              <a:rPr lang="en" sz="1970">
                <a:solidFill>
                  <a:srgbClr val="000000"/>
                </a:solidFill>
                <a:latin typeface="Calibri"/>
                <a:ea typeface="Calibri"/>
                <a:cs typeface="Calibri"/>
                <a:sym typeface="Calibri"/>
              </a:rPr>
              <a:t>To implement the first level gates, all sum terms of the expression (having at least two variables) drawn with NOR gates</a:t>
            </a:r>
            <a:endParaRPr sz="1970">
              <a:solidFill>
                <a:srgbClr val="000000"/>
              </a:solidFill>
              <a:latin typeface="Calibri"/>
              <a:ea typeface="Calibri"/>
              <a:cs typeface="Calibri"/>
              <a:sym typeface="Calibri"/>
            </a:endParaRPr>
          </a:p>
          <a:p>
            <a:pPr indent="-187325" lvl="2" marL="1143000" rtl="0" algn="l">
              <a:lnSpc>
                <a:spcPct val="70000"/>
              </a:lnSpc>
              <a:spcBef>
                <a:spcPts val="500"/>
              </a:spcBef>
              <a:spcAft>
                <a:spcPts val="0"/>
              </a:spcAft>
              <a:buClr>
                <a:srgbClr val="000000"/>
              </a:buClr>
              <a:buSzPts val="1350"/>
              <a:buChar char="•"/>
            </a:pPr>
            <a:r>
              <a:rPr lang="en" sz="1350">
                <a:solidFill>
                  <a:srgbClr val="000000"/>
                </a:solidFill>
                <a:latin typeface="Calibri"/>
                <a:ea typeface="Calibri"/>
                <a:cs typeface="Calibri"/>
                <a:sym typeface="Calibri"/>
              </a:rPr>
              <a:t>Inputs of these NOR gates will be the same literals of the previous terms </a:t>
            </a:r>
            <a:endParaRPr sz="1350">
              <a:solidFill>
                <a:srgbClr val="000000"/>
              </a:solidFill>
              <a:latin typeface="Calibri"/>
              <a:ea typeface="Calibri"/>
              <a:cs typeface="Calibri"/>
              <a:sym typeface="Calibri"/>
            </a:endParaRPr>
          </a:p>
          <a:p>
            <a:pPr indent="-461645" lvl="0" marL="514350" rtl="0" algn="l">
              <a:lnSpc>
                <a:spcPct val="70000"/>
              </a:lnSpc>
              <a:spcBef>
                <a:spcPts val="1000"/>
              </a:spcBef>
              <a:spcAft>
                <a:spcPts val="0"/>
              </a:spcAft>
              <a:buClr>
                <a:srgbClr val="000000"/>
              </a:buClr>
              <a:buSzPts val="1970"/>
              <a:buFont typeface="Calibri"/>
              <a:buAutoNum type="arabicPeriod"/>
            </a:pPr>
            <a:r>
              <a:rPr lang="en" sz="1970">
                <a:solidFill>
                  <a:srgbClr val="000000"/>
                </a:solidFill>
                <a:latin typeface="Calibri"/>
                <a:ea typeface="Calibri"/>
                <a:cs typeface="Calibri"/>
                <a:sym typeface="Calibri"/>
              </a:rPr>
              <a:t>Draw another single NOR gate (representing invert-AND) in the second level with inputs coming from outputs of the first level gates</a:t>
            </a:r>
            <a:endParaRPr sz="1970">
              <a:solidFill>
                <a:srgbClr val="000000"/>
              </a:solidFill>
              <a:latin typeface="Calibri"/>
              <a:ea typeface="Calibri"/>
              <a:cs typeface="Calibri"/>
              <a:sym typeface="Calibri"/>
            </a:endParaRPr>
          </a:p>
          <a:p>
            <a:pPr indent="-461645" lvl="0" marL="514350" rtl="0" algn="l">
              <a:lnSpc>
                <a:spcPct val="70000"/>
              </a:lnSpc>
              <a:spcBef>
                <a:spcPts val="1000"/>
              </a:spcBef>
              <a:spcAft>
                <a:spcPts val="0"/>
              </a:spcAft>
              <a:buClr>
                <a:srgbClr val="000000"/>
              </a:buClr>
              <a:buSzPts val="1970"/>
              <a:buFont typeface="Calibri"/>
              <a:buAutoNum type="arabicPeriod"/>
            </a:pPr>
            <a:r>
              <a:rPr lang="en" sz="1970">
                <a:solidFill>
                  <a:srgbClr val="000000"/>
                </a:solidFill>
                <a:latin typeface="Calibri"/>
                <a:ea typeface="Calibri"/>
                <a:cs typeface="Calibri"/>
                <a:sym typeface="Calibri"/>
              </a:rPr>
              <a:t>A term having a single variable requires an inverter in the first level. However, if that variable is complemented, it can be connected directly to the input of the second level NOR gate </a:t>
            </a:r>
            <a:endParaRPr sz="1970">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36"/>
          <p:cNvSpPr txBox="1"/>
          <p:nvPr>
            <p:ph type="title"/>
          </p:nvPr>
        </p:nvSpPr>
        <p:spPr>
          <a:xfrm>
            <a:off x="715100" y="894750"/>
            <a:ext cx="5246700" cy="55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2 level NOR Implementation</a:t>
            </a:r>
            <a:endParaRPr/>
          </a:p>
        </p:txBody>
      </p:sp>
      <p:cxnSp>
        <p:nvCxnSpPr>
          <p:cNvPr id="717" name="Google Shape;717;p36"/>
          <p:cNvCxnSpPr>
            <a:stCxn id="718" idx="3"/>
          </p:cNvCxnSpPr>
          <p:nvPr/>
        </p:nvCxnSpPr>
        <p:spPr>
          <a:xfrm>
            <a:off x="8590075" y="2571749"/>
            <a:ext cx="1078500" cy="0"/>
          </a:xfrm>
          <a:prstGeom prst="straightConnector1">
            <a:avLst/>
          </a:prstGeom>
          <a:noFill/>
          <a:ln cap="flat" cmpd="sng" w="9525">
            <a:solidFill>
              <a:schemeClr val="dk2"/>
            </a:solidFill>
            <a:prstDash val="solid"/>
            <a:round/>
            <a:headEnd len="med" w="med" type="none"/>
            <a:tailEnd len="med" w="med" type="none"/>
          </a:ln>
        </p:spPr>
      </p:cxnSp>
      <p:cxnSp>
        <p:nvCxnSpPr>
          <p:cNvPr id="719" name="Google Shape;719;p36"/>
          <p:cNvCxnSpPr>
            <a:endCxn id="718" idx="0"/>
          </p:cNvCxnSpPr>
          <p:nvPr/>
        </p:nvCxnSpPr>
        <p:spPr>
          <a:xfrm>
            <a:off x="6773000" y="-136400"/>
            <a:ext cx="0" cy="671400"/>
          </a:xfrm>
          <a:prstGeom prst="straightConnector1">
            <a:avLst/>
          </a:prstGeom>
          <a:noFill/>
          <a:ln cap="flat" cmpd="sng" w="9525">
            <a:solidFill>
              <a:schemeClr val="dk2"/>
            </a:solidFill>
            <a:prstDash val="solid"/>
            <a:round/>
            <a:headEnd len="med" w="med" type="none"/>
            <a:tailEnd len="med" w="med" type="none"/>
          </a:ln>
        </p:spPr>
      </p:cxnSp>
      <p:sp>
        <p:nvSpPr>
          <p:cNvPr id="720" name="Google Shape;720;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21" name="Google Shape;721;p36"/>
          <p:cNvSpPr txBox="1"/>
          <p:nvPr/>
        </p:nvSpPr>
        <p:spPr>
          <a:xfrm>
            <a:off x="902475" y="1842450"/>
            <a:ext cx="6889200" cy="2551800"/>
          </a:xfrm>
          <a:prstGeom prst="rect">
            <a:avLst/>
          </a:prstGeom>
          <a:blipFill rotWithShape="1">
            <a:blip r:embed="rId3">
              <a:alphaModFix/>
            </a:blip>
            <a:stretch>
              <a:fillRect b="0" l="-940" r="0" t="-2240"/>
            </a:stretch>
          </a:blip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rPr lang="en" sz="2800">
                <a:solidFill>
                  <a:srgbClr val="000000"/>
                </a:solidFill>
                <a:latin typeface="Calibri"/>
                <a:ea typeface="Calibri"/>
                <a:cs typeface="Calibri"/>
                <a:sym typeface="Calibri"/>
              </a:rPr>
              <a:t> </a:t>
            </a:r>
            <a:endParaRPr sz="2800">
              <a:solidFill>
                <a:srgbClr val="000000"/>
              </a:solidFill>
              <a:latin typeface="Calibri"/>
              <a:ea typeface="Calibri"/>
              <a:cs typeface="Calibri"/>
              <a:sym typeface="Calibri"/>
            </a:endParaRPr>
          </a:p>
        </p:txBody>
      </p:sp>
      <p:pic>
        <p:nvPicPr>
          <p:cNvPr id="722" name="Google Shape;722;p36"/>
          <p:cNvPicPr preferRelativeResize="0"/>
          <p:nvPr/>
        </p:nvPicPr>
        <p:blipFill>
          <a:blip r:embed="rId4">
            <a:alphaModFix/>
          </a:blip>
          <a:stretch>
            <a:fillRect/>
          </a:stretch>
        </p:blipFill>
        <p:spPr>
          <a:xfrm>
            <a:off x="2813950" y="2784200"/>
            <a:ext cx="3516100" cy="17624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37"/>
          <p:cNvSpPr txBox="1"/>
          <p:nvPr>
            <p:ph type="title"/>
          </p:nvPr>
        </p:nvSpPr>
        <p:spPr>
          <a:xfrm>
            <a:off x="715100" y="894750"/>
            <a:ext cx="7694100" cy="55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Multi Level NAND Implementation</a:t>
            </a:r>
            <a:endParaRPr/>
          </a:p>
        </p:txBody>
      </p:sp>
      <p:cxnSp>
        <p:nvCxnSpPr>
          <p:cNvPr id="728" name="Google Shape;728;p37"/>
          <p:cNvCxnSpPr>
            <a:stCxn id="729" idx="3"/>
          </p:cNvCxnSpPr>
          <p:nvPr/>
        </p:nvCxnSpPr>
        <p:spPr>
          <a:xfrm>
            <a:off x="8590075" y="2571749"/>
            <a:ext cx="1078500" cy="0"/>
          </a:xfrm>
          <a:prstGeom prst="straightConnector1">
            <a:avLst/>
          </a:prstGeom>
          <a:noFill/>
          <a:ln cap="flat" cmpd="sng" w="9525">
            <a:solidFill>
              <a:schemeClr val="dk2"/>
            </a:solidFill>
            <a:prstDash val="solid"/>
            <a:round/>
            <a:headEnd len="med" w="med" type="none"/>
            <a:tailEnd len="med" w="med" type="none"/>
          </a:ln>
        </p:spPr>
      </p:cxnSp>
      <p:cxnSp>
        <p:nvCxnSpPr>
          <p:cNvPr id="730" name="Google Shape;730;p37"/>
          <p:cNvCxnSpPr>
            <a:endCxn id="729" idx="0"/>
          </p:cNvCxnSpPr>
          <p:nvPr/>
        </p:nvCxnSpPr>
        <p:spPr>
          <a:xfrm>
            <a:off x="6773000" y="-136400"/>
            <a:ext cx="0" cy="671400"/>
          </a:xfrm>
          <a:prstGeom prst="straightConnector1">
            <a:avLst/>
          </a:prstGeom>
          <a:noFill/>
          <a:ln cap="flat" cmpd="sng" w="9525">
            <a:solidFill>
              <a:schemeClr val="dk2"/>
            </a:solidFill>
            <a:prstDash val="solid"/>
            <a:round/>
            <a:headEnd len="med" w="med" type="none"/>
            <a:tailEnd len="med" w="med" type="none"/>
          </a:ln>
        </p:spPr>
      </p:cxnSp>
      <p:sp>
        <p:nvSpPr>
          <p:cNvPr id="731" name="Google Shape;731;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2" name="Google Shape;732;p37"/>
          <p:cNvSpPr txBox="1"/>
          <p:nvPr/>
        </p:nvSpPr>
        <p:spPr>
          <a:xfrm>
            <a:off x="819325" y="1644850"/>
            <a:ext cx="7428900" cy="2755800"/>
          </a:xfrm>
          <a:prstGeom prst="rect">
            <a:avLst/>
          </a:prstGeom>
          <a:noFill/>
          <a:ln>
            <a:noFill/>
          </a:ln>
        </p:spPr>
        <p:txBody>
          <a:bodyPr anchorCtr="0" anchor="t" bIns="45700" lIns="91425" spcFirstLastPara="1" rIns="91425" wrap="square" tIns="45700">
            <a:normAutofit fontScale="47500"/>
          </a:bodyPr>
          <a:lstStyle/>
          <a:p>
            <a:pPr indent="-135255" lvl="0" marL="228600" rtl="0" algn="l">
              <a:lnSpc>
                <a:spcPct val="90000"/>
              </a:lnSpc>
              <a:spcBef>
                <a:spcPts val="0"/>
              </a:spcBef>
              <a:spcAft>
                <a:spcPts val="0"/>
              </a:spcAft>
              <a:buClr>
                <a:srgbClr val="000000"/>
              </a:buClr>
              <a:buSzPct val="100000"/>
              <a:buChar char="•"/>
            </a:pPr>
            <a:r>
              <a:rPr b="1" lang="en" sz="2800">
                <a:solidFill>
                  <a:srgbClr val="000000"/>
                </a:solidFill>
                <a:latin typeface="Calibri"/>
                <a:ea typeface="Calibri"/>
                <a:cs typeface="Calibri"/>
                <a:sym typeface="Calibri"/>
              </a:rPr>
              <a:t>Standard form in SOP or POS </a:t>
            </a:r>
            <a:r>
              <a:rPr lang="en" sz="2800">
                <a:solidFill>
                  <a:srgbClr val="000000"/>
                </a:solidFill>
                <a:latin typeface="Calibri"/>
                <a:ea typeface="Calibri"/>
                <a:cs typeface="Calibri"/>
                <a:sym typeface="Calibri"/>
              </a:rPr>
              <a:t>expression can be implemented in a </a:t>
            </a:r>
            <a:r>
              <a:rPr b="1" lang="en" sz="2800">
                <a:solidFill>
                  <a:srgbClr val="000000"/>
                </a:solidFill>
                <a:latin typeface="Calibri"/>
                <a:ea typeface="Calibri"/>
                <a:cs typeface="Calibri"/>
                <a:sym typeface="Calibri"/>
              </a:rPr>
              <a:t>two-level </a:t>
            </a:r>
            <a:r>
              <a:rPr lang="en" sz="2800">
                <a:solidFill>
                  <a:srgbClr val="000000"/>
                </a:solidFill>
                <a:latin typeface="Calibri"/>
                <a:ea typeface="Calibri"/>
                <a:cs typeface="Calibri"/>
                <a:sym typeface="Calibri"/>
              </a:rPr>
              <a:t>implementation </a:t>
            </a:r>
            <a:endParaRPr sz="2800">
              <a:solidFill>
                <a:srgbClr val="000000"/>
              </a:solidFill>
              <a:latin typeface="Calibri"/>
              <a:ea typeface="Calibri"/>
              <a:cs typeface="Calibri"/>
              <a:sym typeface="Calibri"/>
            </a:endParaRPr>
          </a:p>
          <a:p>
            <a:pPr indent="-151924" lvl="1" marL="685800" rtl="0" algn="l">
              <a:lnSpc>
                <a:spcPct val="90000"/>
              </a:lnSpc>
              <a:spcBef>
                <a:spcPts val="500"/>
              </a:spcBef>
              <a:spcAft>
                <a:spcPts val="0"/>
              </a:spcAft>
              <a:buClr>
                <a:srgbClr val="000000"/>
              </a:buClr>
              <a:buSzPct val="100000"/>
              <a:buChar char="•"/>
            </a:pPr>
            <a:r>
              <a:rPr lang="en" sz="2300">
                <a:solidFill>
                  <a:srgbClr val="000000"/>
                </a:solidFill>
                <a:latin typeface="Calibri"/>
                <a:ea typeface="Calibri"/>
                <a:cs typeface="Calibri"/>
                <a:sym typeface="Calibri"/>
              </a:rPr>
              <a:t>But sometimes, three or more level getting structure are also observed in digital systems </a:t>
            </a:r>
            <a:endParaRPr sz="2400">
              <a:solidFill>
                <a:srgbClr val="000000"/>
              </a:solidFill>
              <a:latin typeface="Calibri"/>
              <a:ea typeface="Calibri"/>
              <a:cs typeface="Calibri"/>
              <a:sym typeface="Calibri"/>
            </a:endParaRPr>
          </a:p>
          <a:p>
            <a:pPr indent="-135255" lvl="0" marL="228600" rtl="0" algn="l">
              <a:lnSpc>
                <a:spcPct val="90000"/>
              </a:lnSpc>
              <a:spcBef>
                <a:spcPts val="1000"/>
              </a:spcBef>
              <a:spcAft>
                <a:spcPts val="0"/>
              </a:spcAft>
              <a:buClr>
                <a:srgbClr val="000000"/>
              </a:buClr>
              <a:buSzPct val="100000"/>
              <a:buChar char="•"/>
            </a:pPr>
            <a:r>
              <a:rPr lang="en" sz="2800">
                <a:solidFill>
                  <a:srgbClr val="000000"/>
                </a:solidFill>
                <a:latin typeface="Calibri"/>
                <a:ea typeface="Calibri"/>
                <a:cs typeface="Calibri"/>
                <a:sym typeface="Calibri"/>
              </a:rPr>
              <a:t>There are </a:t>
            </a:r>
            <a:r>
              <a:rPr b="1" lang="en" sz="2800">
                <a:solidFill>
                  <a:srgbClr val="000000"/>
                </a:solidFill>
                <a:latin typeface="Calibri"/>
                <a:ea typeface="Calibri"/>
                <a:cs typeface="Calibri"/>
                <a:sym typeface="Calibri"/>
              </a:rPr>
              <a:t>two approaches </a:t>
            </a:r>
            <a:r>
              <a:rPr lang="en" sz="2800">
                <a:solidFill>
                  <a:srgbClr val="000000"/>
                </a:solidFill>
                <a:latin typeface="Calibri"/>
                <a:ea typeface="Calibri"/>
                <a:cs typeface="Calibri"/>
                <a:sym typeface="Calibri"/>
              </a:rPr>
              <a:t>to design a multi-level NAND circuits:</a:t>
            </a:r>
            <a:endParaRPr sz="2800">
              <a:solidFill>
                <a:srgbClr val="000000"/>
              </a:solidFill>
              <a:latin typeface="Calibri"/>
              <a:ea typeface="Calibri"/>
              <a:cs typeface="Calibri"/>
              <a:sym typeface="Calibri"/>
            </a:endParaRPr>
          </a:p>
          <a:p>
            <a:pPr indent="-377190" lvl="1" marL="914400" rtl="0" algn="l">
              <a:lnSpc>
                <a:spcPct val="90000"/>
              </a:lnSpc>
              <a:spcBef>
                <a:spcPts val="500"/>
              </a:spcBef>
              <a:spcAft>
                <a:spcPts val="0"/>
              </a:spcAft>
              <a:buClr>
                <a:srgbClr val="000000"/>
              </a:buClr>
              <a:buSzPct val="100000"/>
              <a:buFont typeface="Calibri"/>
              <a:buAutoNum type="arabicPeriod"/>
            </a:pPr>
            <a:r>
              <a:rPr lang="en" sz="2400">
                <a:solidFill>
                  <a:srgbClr val="000000"/>
                </a:solidFill>
                <a:latin typeface="Calibri"/>
                <a:ea typeface="Calibri"/>
                <a:cs typeface="Calibri"/>
                <a:sym typeface="Calibri"/>
              </a:rPr>
              <a:t>Express the Boolean function in terms of AND, OR and NOT operators </a:t>
            </a:r>
            <a:endParaRPr sz="2400">
              <a:solidFill>
                <a:srgbClr val="000000"/>
              </a:solidFill>
              <a:latin typeface="Calibri"/>
              <a:ea typeface="Calibri"/>
              <a:cs typeface="Calibri"/>
              <a:sym typeface="Calibri"/>
            </a:endParaRPr>
          </a:p>
          <a:p>
            <a:pPr indent="-377190" lvl="1" marL="914400" rtl="0" algn="l">
              <a:lnSpc>
                <a:spcPct val="90000"/>
              </a:lnSpc>
              <a:spcBef>
                <a:spcPts val="500"/>
              </a:spcBef>
              <a:spcAft>
                <a:spcPts val="0"/>
              </a:spcAft>
              <a:buClr>
                <a:srgbClr val="000000"/>
              </a:buClr>
              <a:buSzPct val="100000"/>
              <a:buFont typeface="Calibri"/>
              <a:buAutoNum type="arabicPeriod"/>
            </a:pPr>
            <a:r>
              <a:rPr lang="en" sz="2400">
                <a:solidFill>
                  <a:srgbClr val="000000"/>
                </a:solidFill>
                <a:latin typeface="Calibri"/>
                <a:ea typeface="Calibri"/>
                <a:cs typeface="Calibri"/>
                <a:sym typeface="Calibri"/>
              </a:rPr>
              <a:t>Two </a:t>
            </a:r>
            <a:r>
              <a:rPr b="1" lang="en" sz="2400">
                <a:solidFill>
                  <a:srgbClr val="FF0000"/>
                </a:solidFill>
                <a:latin typeface="Calibri"/>
                <a:ea typeface="Calibri"/>
                <a:cs typeface="Calibri"/>
                <a:sym typeface="Calibri"/>
              </a:rPr>
              <a:t>alternative </a:t>
            </a:r>
            <a:r>
              <a:rPr lang="en" sz="2400">
                <a:solidFill>
                  <a:srgbClr val="000000"/>
                </a:solidFill>
                <a:latin typeface="Calibri"/>
                <a:ea typeface="Calibri"/>
                <a:cs typeface="Calibri"/>
                <a:sym typeface="Calibri"/>
              </a:rPr>
              <a:t>ways:</a:t>
            </a:r>
            <a:endParaRPr sz="2400">
              <a:solidFill>
                <a:srgbClr val="000000"/>
              </a:solidFill>
              <a:latin typeface="Calibri"/>
              <a:ea typeface="Calibri"/>
              <a:cs typeface="Calibri"/>
              <a:sym typeface="Calibri"/>
            </a:endParaRPr>
          </a:p>
          <a:p>
            <a:pPr indent="-151924" lvl="2" marL="1143000" rtl="0" algn="l">
              <a:lnSpc>
                <a:spcPct val="90000"/>
              </a:lnSpc>
              <a:spcBef>
                <a:spcPts val="500"/>
              </a:spcBef>
              <a:spcAft>
                <a:spcPts val="0"/>
              </a:spcAft>
              <a:buClr>
                <a:srgbClr val="000000"/>
              </a:buClr>
              <a:buSzPct val="100000"/>
              <a:buChar char="•"/>
            </a:pPr>
            <a:r>
              <a:rPr b="1" lang="en" sz="2300">
                <a:solidFill>
                  <a:srgbClr val="000000"/>
                </a:solidFill>
                <a:latin typeface="Calibri"/>
                <a:ea typeface="Calibri"/>
                <a:cs typeface="Calibri"/>
                <a:sym typeface="Calibri"/>
              </a:rPr>
              <a:t>Approach 1: </a:t>
            </a:r>
            <a:r>
              <a:rPr lang="en" sz="2300">
                <a:solidFill>
                  <a:srgbClr val="000000"/>
                </a:solidFill>
                <a:latin typeface="Calibri"/>
                <a:ea typeface="Calibri"/>
                <a:cs typeface="Calibri"/>
                <a:sym typeface="Calibri"/>
              </a:rPr>
              <a:t>All the AND, OR and NOT gates would be converted to its corresponding NAND representation </a:t>
            </a:r>
            <a:endParaRPr sz="2000">
              <a:solidFill>
                <a:srgbClr val="000000"/>
              </a:solidFill>
              <a:latin typeface="Calibri"/>
              <a:ea typeface="Calibri"/>
              <a:cs typeface="Calibri"/>
              <a:sym typeface="Calibri"/>
            </a:endParaRPr>
          </a:p>
          <a:p>
            <a:pPr indent="-151924" lvl="2" marL="1143000" rtl="0" algn="l">
              <a:lnSpc>
                <a:spcPct val="90000"/>
              </a:lnSpc>
              <a:spcBef>
                <a:spcPts val="500"/>
              </a:spcBef>
              <a:spcAft>
                <a:spcPts val="0"/>
              </a:spcAft>
              <a:buClr>
                <a:srgbClr val="000000"/>
              </a:buClr>
              <a:buSzPct val="100000"/>
              <a:buChar char="•"/>
            </a:pPr>
            <a:r>
              <a:rPr b="1" lang="en" sz="2300">
                <a:solidFill>
                  <a:srgbClr val="000000"/>
                </a:solidFill>
                <a:latin typeface="Calibri"/>
                <a:ea typeface="Calibri"/>
                <a:cs typeface="Calibri"/>
                <a:sym typeface="Calibri"/>
              </a:rPr>
              <a:t>Approach 2: </a:t>
            </a:r>
            <a:r>
              <a:rPr lang="en" sz="2300">
                <a:solidFill>
                  <a:srgbClr val="000000"/>
                </a:solidFill>
                <a:latin typeface="Calibri"/>
                <a:ea typeface="Calibri"/>
                <a:cs typeface="Calibri"/>
                <a:sym typeface="Calibri"/>
              </a:rPr>
              <a:t>Convert each AND to AND-invert and each OR to Invert-OR gates </a:t>
            </a:r>
            <a:endParaRPr b="1" sz="2300">
              <a:solidFill>
                <a:srgbClr val="000000"/>
              </a:solidFill>
              <a:latin typeface="Calibri"/>
              <a:ea typeface="Calibri"/>
              <a:cs typeface="Calibri"/>
              <a:sym typeface="Calibri"/>
            </a:endParaRPr>
          </a:p>
          <a:p>
            <a:pPr indent="-377190" lvl="1" marL="914400" rtl="0" algn="l">
              <a:lnSpc>
                <a:spcPct val="90000"/>
              </a:lnSpc>
              <a:spcBef>
                <a:spcPts val="500"/>
              </a:spcBef>
              <a:spcAft>
                <a:spcPts val="0"/>
              </a:spcAft>
              <a:buClr>
                <a:srgbClr val="000000"/>
              </a:buClr>
              <a:buSzPct val="100000"/>
              <a:buFont typeface="Calibri"/>
              <a:buAutoNum type="arabicPeriod"/>
            </a:pPr>
            <a:r>
              <a:rPr lang="en" sz="2400">
                <a:solidFill>
                  <a:srgbClr val="000000"/>
                </a:solidFill>
                <a:latin typeface="Calibri"/>
                <a:ea typeface="Calibri"/>
                <a:cs typeface="Calibri"/>
                <a:sym typeface="Calibri"/>
              </a:rPr>
              <a:t>There should have </a:t>
            </a:r>
            <a:r>
              <a:rPr b="1" lang="en" sz="2400">
                <a:solidFill>
                  <a:srgbClr val="000000"/>
                </a:solidFill>
                <a:latin typeface="Calibri"/>
                <a:ea typeface="Calibri"/>
                <a:cs typeface="Calibri"/>
                <a:sym typeface="Calibri"/>
              </a:rPr>
              <a:t>two cascaded bubbles </a:t>
            </a:r>
            <a:r>
              <a:rPr lang="en" sz="2400">
                <a:solidFill>
                  <a:srgbClr val="000000"/>
                </a:solidFill>
                <a:latin typeface="Calibri"/>
                <a:ea typeface="Calibri"/>
                <a:cs typeface="Calibri"/>
                <a:sym typeface="Calibri"/>
              </a:rPr>
              <a:t>or </a:t>
            </a:r>
            <a:r>
              <a:rPr b="1" lang="en" sz="2400">
                <a:solidFill>
                  <a:srgbClr val="000000"/>
                </a:solidFill>
                <a:latin typeface="Calibri"/>
                <a:ea typeface="Calibri"/>
                <a:cs typeface="Calibri"/>
                <a:sym typeface="Calibri"/>
              </a:rPr>
              <a:t>inverters </a:t>
            </a:r>
            <a:r>
              <a:rPr lang="en" sz="2400">
                <a:solidFill>
                  <a:srgbClr val="000000"/>
                </a:solidFill>
                <a:latin typeface="Calibri"/>
                <a:ea typeface="Calibri"/>
                <a:cs typeface="Calibri"/>
                <a:sym typeface="Calibri"/>
              </a:rPr>
              <a:t>who will cancel each other</a:t>
            </a:r>
            <a:endParaRPr sz="2400">
              <a:solidFill>
                <a:srgbClr val="000000"/>
              </a:solidFill>
              <a:latin typeface="Calibri"/>
              <a:ea typeface="Calibri"/>
              <a:cs typeface="Calibri"/>
              <a:sym typeface="Calibri"/>
            </a:endParaRPr>
          </a:p>
          <a:p>
            <a:pPr indent="-148590" lvl="3" marL="1600200" rtl="0" algn="l">
              <a:lnSpc>
                <a:spcPct val="90000"/>
              </a:lnSpc>
              <a:spcBef>
                <a:spcPts val="500"/>
              </a:spcBef>
              <a:spcAft>
                <a:spcPts val="0"/>
              </a:spcAft>
              <a:buClr>
                <a:srgbClr val="000000"/>
              </a:buClr>
              <a:buSzPct val="100000"/>
              <a:buChar char="•"/>
            </a:pPr>
            <a:r>
              <a:rPr lang="en" sz="2400">
                <a:solidFill>
                  <a:srgbClr val="000000"/>
                </a:solidFill>
                <a:latin typeface="Calibri"/>
                <a:ea typeface="Calibri"/>
                <a:cs typeface="Calibri"/>
                <a:sym typeface="Calibri"/>
              </a:rPr>
              <a:t>Otherwise, one extra inverter should be inserted, or input variables should be complemented </a:t>
            </a:r>
            <a:endParaRPr sz="1800">
              <a:solidFill>
                <a:srgbClr val="000000"/>
              </a:solidFill>
              <a:latin typeface="Calibri"/>
              <a:ea typeface="Calibri"/>
              <a:cs typeface="Calibri"/>
              <a:sym typeface="Calibri"/>
            </a:endParaRPr>
          </a:p>
          <a:p>
            <a:pPr indent="-101600" lvl="2" marL="1143000" rtl="0" algn="l">
              <a:lnSpc>
                <a:spcPct val="90000"/>
              </a:lnSpc>
              <a:spcBef>
                <a:spcPts val="500"/>
              </a:spcBef>
              <a:spcAft>
                <a:spcPts val="0"/>
              </a:spcAft>
              <a:buNone/>
            </a:pPr>
            <a:r>
              <a:t/>
            </a:r>
            <a:endParaRPr sz="2000">
              <a:solidFill>
                <a:srgbClr val="000000"/>
              </a:solidFill>
              <a:latin typeface="Calibri"/>
              <a:ea typeface="Calibri"/>
              <a:cs typeface="Calibri"/>
              <a:sym typeface="Calibri"/>
            </a:endParaRPr>
          </a:p>
          <a:p>
            <a:pPr indent="-76200" lvl="1" marL="685800" rtl="0" algn="l">
              <a:lnSpc>
                <a:spcPct val="90000"/>
              </a:lnSpc>
              <a:spcBef>
                <a:spcPts val="500"/>
              </a:spcBef>
              <a:spcAft>
                <a:spcPts val="0"/>
              </a:spcAft>
              <a:buNone/>
            </a:pPr>
            <a:r>
              <a:t/>
            </a:r>
            <a:endParaRPr sz="2400">
              <a:solidFill>
                <a:srgbClr val="00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38"/>
          <p:cNvSpPr txBox="1"/>
          <p:nvPr>
            <p:ph type="title"/>
          </p:nvPr>
        </p:nvSpPr>
        <p:spPr>
          <a:xfrm>
            <a:off x="715100" y="894750"/>
            <a:ext cx="7694100" cy="55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Multi Level NAND Implementation</a:t>
            </a:r>
            <a:endParaRPr/>
          </a:p>
        </p:txBody>
      </p:sp>
      <p:cxnSp>
        <p:nvCxnSpPr>
          <p:cNvPr id="738" name="Google Shape;738;p38"/>
          <p:cNvCxnSpPr>
            <a:stCxn id="739" idx="3"/>
          </p:cNvCxnSpPr>
          <p:nvPr/>
        </p:nvCxnSpPr>
        <p:spPr>
          <a:xfrm>
            <a:off x="8590075" y="2571749"/>
            <a:ext cx="1078500" cy="0"/>
          </a:xfrm>
          <a:prstGeom prst="straightConnector1">
            <a:avLst/>
          </a:prstGeom>
          <a:noFill/>
          <a:ln cap="flat" cmpd="sng" w="9525">
            <a:solidFill>
              <a:schemeClr val="dk2"/>
            </a:solidFill>
            <a:prstDash val="solid"/>
            <a:round/>
            <a:headEnd len="med" w="med" type="none"/>
            <a:tailEnd len="med" w="med" type="none"/>
          </a:ln>
        </p:spPr>
      </p:cxnSp>
      <p:cxnSp>
        <p:nvCxnSpPr>
          <p:cNvPr id="740" name="Google Shape;740;p38"/>
          <p:cNvCxnSpPr>
            <a:endCxn id="739" idx="0"/>
          </p:cNvCxnSpPr>
          <p:nvPr/>
        </p:nvCxnSpPr>
        <p:spPr>
          <a:xfrm>
            <a:off x="6773000" y="-136400"/>
            <a:ext cx="0" cy="671400"/>
          </a:xfrm>
          <a:prstGeom prst="straightConnector1">
            <a:avLst/>
          </a:prstGeom>
          <a:noFill/>
          <a:ln cap="flat" cmpd="sng" w="9525">
            <a:solidFill>
              <a:schemeClr val="dk2"/>
            </a:solidFill>
            <a:prstDash val="solid"/>
            <a:round/>
            <a:headEnd len="med" w="med" type="none"/>
            <a:tailEnd len="med" w="med" type="none"/>
          </a:ln>
        </p:spPr>
      </p:cxnSp>
      <p:sp>
        <p:nvSpPr>
          <p:cNvPr id="741" name="Google Shape;741;p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42" name="Google Shape;742;p38"/>
          <p:cNvSpPr txBox="1"/>
          <p:nvPr/>
        </p:nvSpPr>
        <p:spPr>
          <a:xfrm>
            <a:off x="693053" y="1413729"/>
            <a:ext cx="7738200" cy="2957400"/>
          </a:xfrm>
          <a:prstGeom prst="rect">
            <a:avLst/>
          </a:prstGeom>
          <a:blipFill rotWithShape="1">
            <a:blip r:embed="rId3">
              <a:alphaModFix/>
            </a:blip>
            <a:stretch>
              <a:fillRect b="0" l="-960" r="0" t="-2240"/>
            </a:stretch>
          </a:blip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rPr lang="en" sz="2800">
                <a:solidFill>
                  <a:srgbClr val="000000"/>
                </a:solidFill>
                <a:latin typeface="Calibri"/>
                <a:ea typeface="Calibri"/>
                <a:cs typeface="Calibri"/>
                <a:sym typeface="Calibri"/>
              </a:rPr>
              <a:t> </a:t>
            </a:r>
            <a:endParaRPr sz="2800">
              <a:solidFill>
                <a:srgbClr val="000000"/>
              </a:solidFill>
              <a:latin typeface="Calibri"/>
              <a:ea typeface="Calibri"/>
              <a:cs typeface="Calibri"/>
              <a:sym typeface="Calibri"/>
            </a:endParaRPr>
          </a:p>
        </p:txBody>
      </p:sp>
      <p:pic>
        <p:nvPicPr>
          <p:cNvPr id="743" name="Google Shape;743;p38"/>
          <p:cNvPicPr preferRelativeResize="0"/>
          <p:nvPr/>
        </p:nvPicPr>
        <p:blipFill rotWithShape="1">
          <a:blip r:embed="rId4">
            <a:alphaModFix/>
          </a:blip>
          <a:srcRect b="0" l="0" r="0" t="0"/>
          <a:stretch/>
        </p:blipFill>
        <p:spPr>
          <a:xfrm>
            <a:off x="2160927" y="2213476"/>
            <a:ext cx="2074528" cy="1669470"/>
          </a:xfrm>
          <a:prstGeom prst="rect">
            <a:avLst/>
          </a:prstGeom>
          <a:noFill/>
          <a:ln>
            <a:noFill/>
          </a:ln>
        </p:spPr>
      </p:pic>
      <p:pic>
        <p:nvPicPr>
          <p:cNvPr id="744" name="Google Shape;744;p38"/>
          <p:cNvPicPr preferRelativeResize="0"/>
          <p:nvPr/>
        </p:nvPicPr>
        <p:blipFill rotWithShape="1">
          <a:blip r:embed="rId5">
            <a:alphaModFix/>
          </a:blip>
          <a:srcRect b="0" l="0" r="0" t="0"/>
          <a:stretch/>
        </p:blipFill>
        <p:spPr>
          <a:xfrm>
            <a:off x="4618516" y="2213475"/>
            <a:ext cx="2231907" cy="166946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39"/>
          <p:cNvSpPr txBox="1"/>
          <p:nvPr>
            <p:ph type="title"/>
          </p:nvPr>
        </p:nvSpPr>
        <p:spPr>
          <a:xfrm>
            <a:off x="715100" y="894750"/>
            <a:ext cx="7694100" cy="55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Multi Level NAND Implementation</a:t>
            </a:r>
            <a:endParaRPr/>
          </a:p>
        </p:txBody>
      </p:sp>
      <p:cxnSp>
        <p:nvCxnSpPr>
          <p:cNvPr id="750" name="Google Shape;750;p39"/>
          <p:cNvCxnSpPr>
            <a:stCxn id="751" idx="3"/>
          </p:cNvCxnSpPr>
          <p:nvPr/>
        </p:nvCxnSpPr>
        <p:spPr>
          <a:xfrm>
            <a:off x="8590075" y="2571749"/>
            <a:ext cx="1078500" cy="0"/>
          </a:xfrm>
          <a:prstGeom prst="straightConnector1">
            <a:avLst/>
          </a:prstGeom>
          <a:noFill/>
          <a:ln cap="flat" cmpd="sng" w="9525">
            <a:solidFill>
              <a:schemeClr val="dk2"/>
            </a:solidFill>
            <a:prstDash val="solid"/>
            <a:round/>
            <a:headEnd len="med" w="med" type="none"/>
            <a:tailEnd len="med" w="med" type="none"/>
          </a:ln>
        </p:spPr>
      </p:cxnSp>
      <p:cxnSp>
        <p:nvCxnSpPr>
          <p:cNvPr id="752" name="Google Shape;752;p39"/>
          <p:cNvCxnSpPr>
            <a:endCxn id="751" idx="0"/>
          </p:cNvCxnSpPr>
          <p:nvPr/>
        </p:nvCxnSpPr>
        <p:spPr>
          <a:xfrm>
            <a:off x="6773000" y="-136400"/>
            <a:ext cx="0" cy="671400"/>
          </a:xfrm>
          <a:prstGeom prst="straightConnector1">
            <a:avLst/>
          </a:prstGeom>
          <a:noFill/>
          <a:ln cap="flat" cmpd="sng" w="9525">
            <a:solidFill>
              <a:schemeClr val="dk2"/>
            </a:solidFill>
            <a:prstDash val="solid"/>
            <a:round/>
            <a:headEnd len="med" w="med" type="none"/>
            <a:tailEnd len="med" w="med" type="none"/>
          </a:ln>
        </p:spPr>
      </p:cxnSp>
      <p:sp>
        <p:nvSpPr>
          <p:cNvPr id="753" name="Google Shape;753;p3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54" name="Google Shape;754;p39"/>
          <p:cNvSpPr txBox="1"/>
          <p:nvPr/>
        </p:nvSpPr>
        <p:spPr>
          <a:xfrm>
            <a:off x="569103" y="1480029"/>
            <a:ext cx="8005800" cy="3059700"/>
          </a:xfrm>
          <a:prstGeom prst="rect">
            <a:avLst/>
          </a:prstGeom>
          <a:blipFill rotWithShape="1">
            <a:blip r:embed="rId3">
              <a:alphaModFix/>
            </a:blip>
            <a:stretch>
              <a:fillRect b="0" l="-960" r="0" t="-2240"/>
            </a:stretch>
          </a:blip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 sz="2800">
                <a:solidFill>
                  <a:srgbClr val="000000"/>
                </a:solidFill>
                <a:latin typeface="Calibri"/>
                <a:ea typeface="Calibri"/>
                <a:cs typeface="Calibri"/>
                <a:sym typeface="Calibri"/>
              </a:rPr>
              <a:t> </a:t>
            </a:r>
            <a:endParaRPr sz="2800">
              <a:solidFill>
                <a:srgbClr val="000000"/>
              </a:solidFill>
              <a:latin typeface="Calibri"/>
              <a:ea typeface="Calibri"/>
              <a:cs typeface="Calibri"/>
              <a:sym typeface="Calibri"/>
            </a:endParaRPr>
          </a:p>
        </p:txBody>
      </p:sp>
      <p:pic>
        <p:nvPicPr>
          <p:cNvPr id="755" name="Google Shape;755;p39"/>
          <p:cNvPicPr preferRelativeResize="0"/>
          <p:nvPr/>
        </p:nvPicPr>
        <p:blipFill rotWithShape="1">
          <a:blip r:embed="rId4">
            <a:alphaModFix/>
          </a:blip>
          <a:srcRect b="0" l="0" r="0" t="0"/>
          <a:stretch/>
        </p:blipFill>
        <p:spPr>
          <a:xfrm>
            <a:off x="2090937" y="2476946"/>
            <a:ext cx="2237311" cy="1600982"/>
          </a:xfrm>
          <a:prstGeom prst="rect">
            <a:avLst/>
          </a:prstGeom>
          <a:noFill/>
          <a:ln>
            <a:noFill/>
          </a:ln>
        </p:spPr>
      </p:pic>
      <p:pic>
        <p:nvPicPr>
          <p:cNvPr id="756" name="Google Shape;756;p39"/>
          <p:cNvPicPr preferRelativeResize="0"/>
          <p:nvPr/>
        </p:nvPicPr>
        <p:blipFill rotWithShape="1">
          <a:blip r:embed="rId5">
            <a:alphaModFix/>
          </a:blip>
          <a:srcRect b="0" l="0" r="0" t="0"/>
          <a:stretch/>
        </p:blipFill>
        <p:spPr>
          <a:xfrm>
            <a:off x="4606931" y="2476946"/>
            <a:ext cx="2446131" cy="154069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40"/>
          <p:cNvSpPr txBox="1"/>
          <p:nvPr>
            <p:ph type="title"/>
          </p:nvPr>
        </p:nvSpPr>
        <p:spPr>
          <a:xfrm>
            <a:off x="715100" y="894750"/>
            <a:ext cx="7694100" cy="55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Multi Level NOR Implementation</a:t>
            </a:r>
            <a:endParaRPr/>
          </a:p>
        </p:txBody>
      </p:sp>
      <p:cxnSp>
        <p:nvCxnSpPr>
          <p:cNvPr id="762" name="Google Shape;762;p40"/>
          <p:cNvCxnSpPr>
            <a:stCxn id="763" idx="3"/>
          </p:cNvCxnSpPr>
          <p:nvPr/>
        </p:nvCxnSpPr>
        <p:spPr>
          <a:xfrm>
            <a:off x="8590075" y="2571749"/>
            <a:ext cx="1078500" cy="0"/>
          </a:xfrm>
          <a:prstGeom prst="straightConnector1">
            <a:avLst/>
          </a:prstGeom>
          <a:noFill/>
          <a:ln cap="flat" cmpd="sng" w="9525">
            <a:solidFill>
              <a:schemeClr val="dk2"/>
            </a:solidFill>
            <a:prstDash val="solid"/>
            <a:round/>
            <a:headEnd len="med" w="med" type="none"/>
            <a:tailEnd len="med" w="med" type="none"/>
          </a:ln>
        </p:spPr>
      </p:cxnSp>
      <p:cxnSp>
        <p:nvCxnSpPr>
          <p:cNvPr id="764" name="Google Shape;764;p40"/>
          <p:cNvCxnSpPr>
            <a:endCxn id="763" idx="0"/>
          </p:cNvCxnSpPr>
          <p:nvPr/>
        </p:nvCxnSpPr>
        <p:spPr>
          <a:xfrm>
            <a:off x="6773000" y="-136400"/>
            <a:ext cx="0" cy="671400"/>
          </a:xfrm>
          <a:prstGeom prst="straightConnector1">
            <a:avLst/>
          </a:prstGeom>
          <a:noFill/>
          <a:ln cap="flat" cmpd="sng" w="9525">
            <a:solidFill>
              <a:schemeClr val="dk2"/>
            </a:solidFill>
            <a:prstDash val="solid"/>
            <a:round/>
            <a:headEnd len="med" w="med" type="none"/>
            <a:tailEnd len="med" w="med" type="none"/>
          </a:ln>
        </p:spPr>
      </p:cxnSp>
      <p:sp>
        <p:nvSpPr>
          <p:cNvPr id="765" name="Google Shape;765;p4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66" name="Google Shape;766;p40"/>
          <p:cNvSpPr txBox="1"/>
          <p:nvPr/>
        </p:nvSpPr>
        <p:spPr>
          <a:xfrm>
            <a:off x="578453" y="1451850"/>
            <a:ext cx="7967400" cy="3045000"/>
          </a:xfrm>
          <a:prstGeom prst="rect">
            <a:avLst/>
          </a:prstGeom>
          <a:noFill/>
          <a:ln>
            <a:noFill/>
          </a:ln>
        </p:spPr>
        <p:txBody>
          <a:bodyPr anchorCtr="0" anchor="t" bIns="45700" lIns="91425" spcFirstLastPara="1" rIns="91425" wrap="square" tIns="45700">
            <a:normAutofit fontScale="70000" lnSpcReduction="10000"/>
          </a:bodyPr>
          <a:lstStyle/>
          <a:p>
            <a:pPr indent="-175260" lvl="0" marL="228600" rtl="0" algn="l">
              <a:lnSpc>
                <a:spcPct val="90000"/>
              </a:lnSpc>
              <a:spcBef>
                <a:spcPts val="0"/>
              </a:spcBef>
              <a:spcAft>
                <a:spcPts val="0"/>
              </a:spcAft>
              <a:buClr>
                <a:srgbClr val="000000"/>
              </a:buClr>
              <a:buSzPct val="100000"/>
              <a:buChar char="•"/>
            </a:pPr>
            <a:r>
              <a:rPr lang="en" sz="2800">
                <a:solidFill>
                  <a:srgbClr val="000000"/>
                </a:solidFill>
                <a:latin typeface="Calibri"/>
                <a:ea typeface="Calibri"/>
                <a:cs typeface="Calibri"/>
                <a:sym typeface="Calibri"/>
              </a:rPr>
              <a:t>There are two approaches to design a multi level NOR circuits:</a:t>
            </a:r>
            <a:endParaRPr sz="2800">
              <a:solidFill>
                <a:srgbClr val="000000"/>
              </a:solidFill>
              <a:latin typeface="Calibri"/>
              <a:ea typeface="Calibri"/>
              <a:cs typeface="Calibri"/>
              <a:sym typeface="Calibri"/>
            </a:endParaRPr>
          </a:p>
          <a:p>
            <a:pPr indent="-411480" lvl="1" marL="914400" rtl="0" algn="l">
              <a:lnSpc>
                <a:spcPct val="90000"/>
              </a:lnSpc>
              <a:spcBef>
                <a:spcPts val="500"/>
              </a:spcBef>
              <a:spcAft>
                <a:spcPts val="0"/>
              </a:spcAft>
              <a:buClr>
                <a:srgbClr val="000000"/>
              </a:buClr>
              <a:buSzPct val="100000"/>
              <a:buFont typeface="Calibri"/>
              <a:buAutoNum type="arabicPeriod"/>
            </a:pPr>
            <a:r>
              <a:rPr lang="en" sz="2400">
                <a:solidFill>
                  <a:srgbClr val="000000"/>
                </a:solidFill>
                <a:latin typeface="Calibri"/>
                <a:ea typeface="Calibri"/>
                <a:cs typeface="Calibri"/>
                <a:sym typeface="Calibri"/>
              </a:rPr>
              <a:t>Express the Boolean function in terms of AND, OR and NOT operators </a:t>
            </a:r>
            <a:endParaRPr sz="2400">
              <a:solidFill>
                <a:srgbClr val="000000"/>
              </a:solidFill>
              <a:latin typeface="Calibri"/>
              <a:ea typeface="Calibri"/>
              <a:cs typeface="Calibri"/>
              <a:sym typeface="Calibri"/>
            </a:endParaRPr>
          </a:p>
          <a:p>
            <a:pPr indent="-411480" lvl="1" marL="914400" rtl="0" algn="l">
              <a:lnSpc>
                <a:spcPct val="90000"/>
              </a:lnSpc>
              <a:spcBef>
                <a:spcPts val="500"/>
              </a:spcBef>
              <a:spcAft>
                <a:spcPts val="0"/>
              </a:spcAft>
              <a:buClr>
                <a:srgbClr val="000000"/>
              </a:buClr>
              <a:buSzPct val="100000"/>
              <a:buFont typeface="Calibri"/>
              <a:buAutoNum type="arabicPeriod"/>
            </a:pPr>
            <a:r>
              <a:rPr lang="en" sz="2400">
                <a:solidFill>
                  <a:srgbClr val="000000"/>
                </a:solidFill>
                <a:latin typeface="Calibri"/>
                <a:ea typeface="Calibri"/>
                <a:cs typeface="Calibri"/>
                <a:sym typeface="Calibri"/>
              </a:rPr>
              <a:t>Two </a:t>
            </a:r>
            <a:r>
              <a:rPr b="1" lang="en" sz="2400">
                <a:solidFill>
                  <a:srgbClr val="FF0000"/>
                </a:solidFill>
                <a:latin typeface="Calibri"/>
                <a:ea typeface="Calibri"/>
                <a:cs typeface="Calibri"/>
                <a:sym typeface="Calibri"/>
              </a:rPr>
              <a:t>alternative </a:t>
            </a:r>
            <a:r>
              <a:rPr lang="en" sz="2400">
                <a:solidFill>
                  <a:srgbClr val="000000"/>
                </a:solidFill>
                <a:latin typeface="Calibri"/>
                <a:ea typeface="Calibri"/>
                <a:cs typeface="Calibri"/>
                <a:sym typeface="Calibri"/>
              </a:rPr>
              <a:t>ways:</a:t>
            </a:r>
            <a:endParaRPr sz="2400">
              <a:solidFill>
                <a:srgbClr val="000000"/>
              </a:solidFill>
              <a:latin typeface="Calibri"/>
              <a:ea typeface="Calibri"/>
              <a:cs typeface="Calibri"/>
              <a:sym typeface="Calibri"/>
            </a:endParaRPr>
          </a:p>
          <a:p>
            <a:pPr indent="-184785" lvl="2" marL="1143000" rtl="0" algn="l">
              <a:lnSpc>
                <a:spcPct val="90000"/>
              </a:lnSpc>
              <a:spcBef>
                <a:spcPts val="500"/>
              </a:spcBef>
              <a:spcAft>
                <a:spcPts val="0"/>
              </a:spcAft>
              <a:buClr>
                <a:srgbClr val="000000"/>
              </a:buClr>
              <a:buSzPct val="100000"/>
              <a:buChar char="•"/>
            </a:pPr>
            <a:r>
              <a:rPr b="1" lang="en" sz="2300">
                <a:solidFill>
                  <a:srgbClr val="000000"/>
                </a:solidFill>
                <a:latin typeface="Calibri"/>
                <a:ea typeface="Calibri"/>
                <a:cs typeface="Calibri"/>
                <a:sym typeface="Calibri"/>
              </a:rPr>
              <a:t>Approach 1: </a:t>
            </a:r>
            <a:r>
              <a:rPr lang="en" sz="2300">
                <a:solidFill>
                  <a:srgbClr val="000000"/>
                </a:solidFill>
                <a:latin typeface="Calibri"/>
                <a:ea typeface="Calibri"/>
                <a:cs typeface="Calibri"/>
                <a:sym typeface="Calibri"/>
              </a:rPr>
              <a:t>All the AND, OR and NOT gates would be converted to its corresponding NOR representation </a:t>
            </a:r>
            <a:endParaRPr sz="2000">
              <a:solidFill>
                <a:srgbClr val="000000"/>
              </a:solidFill>
              <a:latin typeface="Calibri"/>
              <a:ea typeface="Calibri"/>
              <a:cs typeface="Calibri"/>
              <a:sym typeface="Calibri"/>
            </a:endParaRPr>
          </a:p>
          <a:p>
            <a:pPr indent="-184785" lvl="2" marL="1143000" rtl="0" algn="l">
              <a:lnSpc>
                <a:spcPct val="90000"/>
              </a:lnSpc>
              <a:spcBef>
                <a:spcPts val="500"/>
              </a:spcBef>
              <a:spcAft>
                <a:spcPts val="0"/>
              </a:spcAft>
              <a:buClr>
                <a:srgbClr val="000000"/>
              </a:buClr>
              <a:buSzPct val="100000"/>
              <a:buChar char="•"/>
            </a:pPr>
            <a:r>
              <a:rPr b="1" lang="en" sz="2300">
                <a:solidFill>
                  <a:srgbClr val="000000"/>
                </a:solidFill>
                <a:latin typeface="Calibri"/>
                <a:ea typeface="Calibri"/>
                <a:cs typeface="Calibri"/>
                <a:sym typeface="Calibri"/>
              </a:rPr>
              <a:t>Approach 2: </a:t>
            </a:r>
            <a:r>
              <a:rPr lang="en" sz="2300">
                <a:solidFill>
                  <a:srgbClr val="000000"/>
                </a:solidFill>
                <a:latin typeface="Calibri"/>
                <a:ea typeface="Calibri"/>
                <a:cs typeface="Calibri"/>
                <a:sym typeface="Calibri"/>
              </a:rPr>
              <a:t>Convert each AND to invert-AND and each OR to OR-invert gates </a:t>
            </a:r>
            <a:endParaRPr b="1" sz="2300">
              <a:solidFill>
                <a:srgbClr val="000000"/>
              </a:solidFill>
              <a:latin typeface="Calibri"/>
              <a:ea typeface="Calibri"/>
              <a:cs typeface="Calibri"/>
              <a:sym typeface="Calibri"/>
            </a:endParaRPr>
          </a:p>
          <a:p>
            <a:pPr indent="-411480" lvl="1" marL="914400" rtl="0" algn="l">
              <a:lnSpc>
                <a:spcPct val="90000"/>
              </a:lnSpc>
              <a:spcBef>
                <a:spcPts val="500"/>
              </a:spcBef>
              <a:spcAft>
                <a:spcPts val="0"/>
              </a:spcAft>
              <a:buClr>
                <a:srgbClr val="000000"/>
              </a:buClr>
              <a:buSzPct val="100000"/>
              <a:buFont typeface="Calibri"/>
              <a:buAutoNum type="arabicPeriod"/>
            </a:pPr>
            <a:r>
              <a:rPr lang="en" sz="2400">
                <a:solidFill>
                  <a:srgbClr val="000000"/>
                </a:solidFill>
                <a:latin typeface="Calibri"/>
                <a:ea typeface="Calibri"/>
                <a:cs typeface="Calibri"/>
                <a:sym typeface="Calibri"/>
              </a:rPr>
              <a:t>There should have </a:t>
            </a:r>
            <a:r>
              <a:rPr b="1" lang="en" sz="2400">
                <a:solidFill>
                  <a:srgbClr val="000000"/>
                </a:solidFill>
                <a:latin typeface="Calibri"/>
                <a:ea typeface="Calibri"/>
                <a:cs typeface="Calibri"/>
                <a:sym typeface="Calibri"/>
              </a:rPr>
              <a:t>two cascaded bubbles or inverters </a:t>
            </a:r>
            <a:r>
              <a:rPr lang="en" sz="2400">
                <a:solidFill>
                  <a:srgbClr val="000000"/>
                </a:solidFill>
                <a:latin typeface="Calibri"/>
                <a:ea typeface="Calibri"/>
                <a:cs typeface="Calibri"/>
                <a:sym typeface="Calibri"/>
              </a:rPr>
              <a:t>who will cancel each other</a:t>
            </a:r>
            <a:endParaRPr sz="2400">
              <a:solidFill>
                <a:srgbClr val="000000"/>
              </a:solidFill>
              <a:latin typeface="Calibri"/>
              <a:ea typeface="Calibri"/>
              <a:cs typeface="Calibri"/>
              <a:sym typeface="Calibri"/>
            </a:endParaRPr>
          </a:p>
          <a:p>
            <a:pPr indent="-182880" lvl="3" marL="1600200" rtl="0" algn="l">
              <a:lnSpc>
                <a:spcPct val="90000"/>
              </a:lnSpc>
              <a:spcBef>
                <a:spcPts val="500"/>
              </a:spcBef>
              <a:spcAft>
                <a:spcPts val="0"/>
              </a:spcAft>
              <a:buClr>
                <a:srgbClr val="000000"/>
              </a:buClr>
              <a:buSzPct val="100000"/>
              <a:buChar char="•"/>
            </a:pPr>
            <a:r>
              <a:rPr lang="en" sz="2400">
                <a:solidFill>
                  <a:srgbClr val="000000"/>
                </a:solidFill>
                <a:latin typeface="Calibri"/>
                <a:ea typeface="Calibri"/>
                <a:cs typeface="Calibri"/>
                <a:sym typeface="Calibri"/>
              </a:rPr>
              <a:t>Otherwise, one extra inverter should be inserted, or input variables should be complemented </a:t>
            </a:r>
            <a:endParaRPr sz="1800">
              <a:solidFill>
                <a:srgbClr val="000000"/>
              </a:solidFill>
              <a:latin typeface="Calibri"/>
              <a:ea typeface="Calibri"/>
              <a:cs typeface="Calibri"/>
              <a:sym typeface="Calibri"/>
            </a:endParaRPr>
          </a:p>
          <a:p>
            <a:pPr indent="-101600" lvl="2" marL="1143000" rtl="0" algn="l">
              <a:lnSpc>
                <a:spcPct val="90000"/>
              </a:lnSpc>
              <a:spcBef>
                <a:spcPts val="500"/>
              </a:spcBef>
              <a:spcAft>
                <a:spcPts val="0"/>
              </a:spcAft>
              <a:buNone/>
            </a:pPr>
            <a:r>
              <a:t/>
            </a:r>
            <a:endParaRPr sz="2000">
              <a:solidFill>
                <a:srgbClr val="000000"/>
              </a:solidFill>
              <a:latin typeface="Calibri"/>
              <a:ea typeface="Calibri"/>
              <a:cs typeface="Calibri"/>
              <a:sym typeface="Calibri"/>
            </a:endParaRPr>
          </a:p>
          <a:p>
            <a:pPr indent="-76200" lvl="1" marL="685800" rtl="0" algn="l">
              <a:lnSpc>
                <a:spcPct val="90000"/>
              </a:lnSpc>
              <a:spcBef>
                <a:spcPts val="500"/>
              </a:spcBef>
              <a:spcAft>
                <a:spcPts val="0"/>
              </a:spcAft>
              <a:buNone/>
            </a:pPr>
            <a:r>
              <a:t/>
            </a:r>
            <a:endParaRPr sz="2400">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41"/>
          <p:cNvSpPr txBox="1"/>
          <p:nvPr>
            <p:ph type="title"/>
          </p:nvPr>
        </p:nvSpPr>
        <p:spPr>
          <a:xfrm>
            <a:off x="715100" y="894750"/>
            <a:ext cx="7694100" cy="55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Multi Level NOR Implementation</a:t>
            </a:r>
            <a:endParaRPr/>
          </a:p>
        </p:txBody>
      </p:sp>
      <p:cxnSp>
        <p:nvCxnSpPr>
          <p:cNvPr id="772" name="Google Shape;772;p41"/>
          <p:cNvCxnSpPr>
            <a:stCxn id="773" idx="3"/>
          </p:cNvCxnSpPr>
          <p:nvPr/>
        </p:nvCxnSpPr>
        <p:spPr>
          <a:xfrm>
            <a:off x="8590075" y="2571749"/>
            <a:ext cx="1078500" cy="0"/>
          </a:xfrm>
          <a:prstGeom prst="straightConnector1">
            <a:avLst/>
          </a:prstGeom>
          <a:noFill/>
          <a:ln cap="flat" cmpd="sng" w="9525">
            <a:solidFill>
              <a:schemeClr val="dk2"/>
            </a:solidFill>
            <a:prstDash val="solid"/>
            <a:round/>
            <a:headEnd len="med" w="med" type="none"/>
            <a:tailEnd len="med" w="med" type="none"/>
          </a:ln>
        </p:spPr>
      </p:cxnSp>
      <p:cxnSp>
        <p:nvCxnSpPr>
          <p:cNvPr id="774" name="Google Shape;774;p41"/>
          <p:cNvCxnSpPr>
            <a:endCxn id="773" idx="0"/>
          </p:cNvCxnSpPr>
          <p:nvPr/>
        </p:nvCxnSpPr>
        <p:spPr>
          <a:xfrm>
            <a:off x="6773000" y="-136400"/>
            <a:ext cx="0" cy="671400"/>
          </a:xfrm>
          <a:prstGeom prst="straightConnector1">
            <a:avLst/>
          </a:prstGeom>
          <a:noFill/>
          <a:ln cap="flat" cmpd="sng" w="9525">
            <a:solidFill>
              <a:schemeClr val="dk2"/>
            </a:solidFill>
            <a:prstDash val="solid"/>
            <a:round/>
            <a:headEnd len="med" w="med" type="none"/>
            <a:tailEnd len="med" w="med" type="none"/>
          </a:ln>
        </p:spPr>
      </p:cxnSp>
      <p:sp>
        <p:nvSpPr>
          <p:cNvPr id="775" name="Google Shape;775;p4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6" name="Google Shape;776;p41"/>
          <p:cNvSpPr txBox="1"/>
          <p:nvPr/>
        </p:nvSpPr>
        <p:spPr>
          <a:xfrm>
            <a:off x="904804" y="1590500"/>
            <a:ext cx="7334400" cy="2802900"/>
          </a:xfrm>
          <a:prstGeom prst="rect">
            <a:avLst/>
          </a:prstGeom>
          <a:blipFill rotWithShape="1">
            <a:blip r:embed="rId3">
              <a:alphaModFix/>
            </a:blip>
            <a:stretch>
              <a:fillRect b="0" l="-960" r="0" t="-2240"/>
            </a:stretch>
          </a:blip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 sz="2800">
                <a:solidFill>
                  <a:srgbClr val="000000"/>
                </a:solidFill>
                <a:latin typeface="Calibri"/>
                <a:ea typeface="Calibri"/>
                <a:cs typeface="Calibri"/>
                <a:sym typeface="Calibri"/>
              </a:rPr>
              <a:t> </a:t>
            </a:r>
            <a:endParaRPr sz="2800">
              <a:solidFill>
                <a:srgbClr val="000000"/>
              </a:solidFill>
              <a:latin typeface="Calibri"/>
              <a:ea typeface="Calibri"/>
              <a:cs typeface="Calibri"/>
              <a:sym typeface="Calibri"/>
            </a:endParaRPr>
          </a:p>
        </p:txBody>
      </p:sp>
      <p:pic>
        <p:nvPicPr>
          <p:cNvPr id="777" name="Google Shape;777;p41"/>
          <p:cNvPicPr preferRelativeResize="0"/>
          <p:nvPr/>
        </p:nvPicPr>
        <p:blipFill rotWithShape="1">
          <a:blip r:embed="rId4">
            <a:alphaModFix/>
          </a:blip>
          <a:srcRect b="0" l="0" r="0" t="0"/>
          <a:stretch/>
        </p:blipFill>
        <p:spPr>
          <a:xfrm>
            <a:off x="2639368" y="2333856"/>
            <a:ext cx="4304731" cy="16926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42"/>
          <p:cNvSpPr txBox="1"/>
          <p:nvPr>
            <p:ph type="title"/>
          </p:nvPr>
        </p:nvSpPr>
        <p:spPr>
          <a:xfrm>
            <a:off x="1682250" y="2595788"/>
            <a:ext cx="5779500" cy="56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800"/>
              <a:t>XOR and XNOR</a:t>
            </a:r>
            <a:endParaRPr sz="3800"/>
          </a:p>
        </p:txBody>
      </p:sp>
      <p:sp>
        <p:nvSpPr>
          <p:cNvPr id="783" name="Google Shape;783;p42"/>
          <p:cNvSpPr txBox="1"/>
          <p:nvPr>
            <p:ph idx="2" type="title"/>
          </p:nvPr>
        </p:nvSpPr>
        <p:spPr>
          <a:xfrm>
            <a:off x="4114800" y="1437729"/>
            <a:ext cx="914400" cy="914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784" name="Google Shape;784;p42"/>
          <p:cNvSpPr txBox="1"/>
          <p:nvPr>
            <p:ph idx="1" type="subTitle"/>
          </p:nvPr>
        </p:nvSpPr>
        <p:spPr>
          <a:xfrm>
            <a:off x="1682250" y="3273338"/>
            <a:ext cx="5779500" cy="41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85" name="Google Shape;785;p42"/>
          <p:cNvCxnSpPr>
            <a:stCxn id="783" idx="0"/>
          </p:cNvCxnSpPr>
          <p:nvPr/>
        </p:nvCxnSpPr>
        <p:spPr>
          <a:xfrm rot="10800000">
            <a:off x="4572000" y="-101271"/>
            <a:ext cx="0" cy="1539000"/>
          </a:xfrm>
          <a:prstGeom prst="straightConnector1">
            <a:avLst/>
          </a:prstGeom>
          <a:noFill/>
          <a:ln cap="flat" cmpd="sng" w="9525">
            <a:solidFill>
              <a:schemeClr val="dk2"/>
            </a:solidFill>
            <a:prstDash val="solid"/>
            <a:round/>
            <a:headEnd len="med" w="med" type="none"/>
            <a:tailEnd len="med" w="med" type="none"/>
          </a:ln>
        </p:spPr>
      </p:cxnSp>
      <p:sp>
        <p:nvSpPr>
          <p:cNvPr id="786" name="Google Shape;786;p4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43"/>
          <p:cNvSpPr txBox="1"/>
          <p:nvPr>
            <p:ph type="title"/>
          </p:nvPr>
        </p:nvSpPr>
        <p:spPr>
          <a:xfrm>
            <a:off x="715100" y="894750"/>
            <a:ext cx="4581600" cy="55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Usage of XOR and XNOR</a:t>
            </a:r>
            <a:endParaRPr/>
          </a:p>
        </p:txBody>
      </p:sp>
      <p:cxnSp>
        <p:nvCxnSpPr>
          <p:cNvPr id="792" name="Google Shape;792;p43"/>
          <p:cNvCxnSpPr>
            <a:stCxn id="793" idx="3"/>
          </p:cNvCxnSpPr>
          <p:nvPr/>
        </p:nvCxnSpPr>
        <p:spPr>
          <a:xfrm>
            <a:off x="8590075" y="2571749"/>
            <a:ext cx="1078500" cy="0"/>
          </a:xfrm>
          <a:prstGeom prst="straightConnector1">
            <a:avLst/>
          </a:prstGeom>
          <a:noFill/>
          <a:ln cap="flat" cmpd="sng" w="9525">
            <a:solidFill>
              <a:schemeClr val="dk2"/>
            </a:solidFill>
            <a:prstDash val="solid"/>
            <a:round/>
            <a:headEnd len="med" w="med" type="none"/>
            <a:tailEnd len="med" w="med" type="none"/>
          </a:ln>
        </p:spPr>
      </p:cxnSp>
      <p:cxnSp>
        <p:nvCxnSpPr>
          <p:cNvPr id="794" name="Google Shape;794;p43"/>
          <p:cNvCxnSpPr>
            <a:endCxn id="793" idx="0"/>
          </p:cNvCxnSpPr>
          <p:nvPr/>
        </p:nvCxnSpPr>
        <p:spPr>
          <a:xfrm>
            <a:off x="6773000" y="-136400"/>
            <a:ext cx="0" cy="671400"/>
          </a:xfrm>
          <a:prstGeom prst="straightConnector1">
            <a:avLst/>
          </a:prstGeom>
          <a:noFill/>
          <a:ln cap="flat" cmpd="sng" w="9525">
            <a:solidFill>
              <a:schemeClr val="dk2"/>
            </a:solidFill>
            <a:prstDash val="solid"/>
            <a:round/>
            <a:headEnd len="med" w="med" type="none"/>
            <a:tailEnd len="med" w="med" type="none"/>
          </a:ln>
        </p:spPr>
      </p:cxnSp>
      <p:sp>
        <p:nvSpPr>
          <p:cNvPr id="795" name="Google Shape;795;p4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96" name="Google Shape;796;p43"/>
          <p:cNvSpPr txBox="1"/>
          <p:nvPr/>
        </p:nvSpPr>
        <p:spPr>
          <a:xfrm>
            <a:off x="918300" y="1650500"/>
            <a:ext cx="7307400" cy="2553000"/>
          </a:xfrm>
          <a:prstGeom prst="rect">
            <a:avLst/>
          </a:prstGeom>
          <a:noFill/>
          <a:ln>
            <a:noFill/>
          </a:ln>
        </p:spPr>
        <p:txBody>
          <a:bodyPr anchorCtr="0" anchor="t" bIns="45700" lIns="91425" spcFirstLastPara="1" rIns="91425" wrap="square" tIns="45700">
            <a:normAutofit fontScale="70000" lnSpcReduction="20000"/>
          </a:bodyPr>
          <a:lstStyle/>
          <a:p>
            <a:pPr indent="-175260" lvl="0" marL="228600" rtl="0" algn="l">
              <a:lnSpc>
                <a:spcPct val="90000"/>
              </a:lnSpc>
              <a:spcBef>
                <a:spcPts val="0"/>
              </a:spcBef>
              <a:spcAft>
                <a:spcPts val="0"/>
              </a:spcAft>
              <a:buClr>
                <a:srgbClr val="000000"/>
              </a:buClr>
              <a:buSzPct val="100000"/>
              <a:buChar char="•"/>
            </a:pPr>
            <a:r>
              <a:rPr lang="en" sz="2800">
                <a:solidFill>
                  <a:srgbClr val="000000"/>
                </a:solidFill>
                <a:latin typeface="Calibri"/>
                <a:ea typeface="Calibri"/>
                <a:cs typeface="Calibri"/>
                <a:sym typeface="Calibri"/>
              </a:rPr>
              <a:t>Only a limited number of Boolean functions can be expressed with XOR and XNOR gates </a:t>
            </a:r>
            <a:endParaRPr sz="2800">
              <a:solidFill>
                <a:srgbClr val="000000"/>
              </a:solidFill>
              <a:latin typeface="Calibri"/>
              <a:ea typeface="Calibri"/>
              <a:cs typeface="Calibri"/>
              <a:sym typeface="Calibri"/>
            </a:endParaRPr>
          </a:p>
          <a:p>
            <a:pPr indent="-175260" lvl="0" marL="228600" rtl="0" algn="l">
              <a:lnSpc>
                <a:spcPct val="90000"/>
              </a:lnSpc>
              <a:spcBef>
                <a:spcPts val="1000"/>
              </a:spcBef>
              <a:spcAft>
                <a:spcPts val="0"/>
              </a:spcAft>
              <a:buClr>
                <a:srgbClr val="000000"/>
              </a:buClr>
              <a:buSzPct val="100000"/>
              <a:buChar char="•"/>
            </a:pPr>
            <a:r>
              <a:rPr lang="en" sz="2800">
                <a:solidFill>
                  <a:srgbClr val="000000"/>
                </a:solidFill>
                <a:latin typeface="Calibri"/>
                <a:ea typeface="Calibri"/>
                <a:cs typeface="Calibri"/>
                <a:sym typeface="Calibri"/>
              </a:rPr>
              <a:t>In some digital system designs, they could be used</a:t>
            </a:r>
            <a:endParaRPr sz="2800">
              <a:solidFill>
                <a:srgbClr val="000000"/>
              </a:solidFill>
              <a:latin typeface="Calibri"/>
              <a:ea typeface="Calibri"/>
              <a:cs typeface="Calibri"/>
              <a:sym typeface="Calibri"/>
            </a:endParaRPr>
          </a:p>
          <a:p>
            <a:pPr indent="-182880" lvl="1" marL="685800" rtl="0" algn="l">
              <a:lnSpc>
                <a:spcPct val="90000"/>
              </a:lnSpc>
              <a:spcBef>
                <a:spcPts val="500"/>
              </a:spcBef>
              <a:spcAft>
                <a:spcPts val="0"/>
              </a:spcAft>
              <a:buClr>
                <a:srgbClr val="000000"/>
              </a:buClr>
              <a:buSzPct val="100000"/>
              <a:buChar char="•"/>
            </a:pPr>
            <a:r>
              <a:rPr lang="en" sz="2400">
                <a:solidFill>
                  <a:srgbClr val="000000"/>
                </a:solidFill>
                <a:latin typeface="Calibri"/>
                <a:ea typeface="Calibri"/>
                <a:cs typeface="Calibri"/>
                <a:sym typeface="Calibri"/>
              </a:rPr>
              <a:t>Specially, they are useful in -</a:t>
            </a:r>
            <a:endParaRPr sz="2400">
              <a:solidFill>
                <a:srgbClr val="000000"/>
              </a:solidFill>
              <a:latin typeface="Calibri"/>
              <a:ea typeface="Calibri"/>
              <a:cs typeface="Calibri"/>
              <a:sym typeface="Calibri"/>
            </a:endParaRPr>
          </a:p>
          <a:p>
            <a:pPr indent="-190500" lvl="2" marL="1143000" rtl="0" algn="l">
              <a:lnSpc>
                <a:spcPct val="90000"/>
              </a:lnSpc>
              <a:spcBef>
                <a:spcPts val="500"/>
              </a:spcBef>
              <a:spcAft>
                <a:spcPts val="0"/>
              </a:spcAft>
              <a:buClr>
                <a:srgbClr val="000000"/>
              </a:buClr>
              <a:buSzPct val="100000"/>
              <a:buChar char="•"/>
            </a:pPr>
            <a:r>
              <a:rPr lang="en" sz="2000">
                <a:solidFill>
                  <a:srgbClr val="000000"/>
                </a:solidFill>
                <a:latin typeface="Calibri"/>
                <a:ea typeface="Calibri"/>
                <a:cs typeface="Calibri"/>
                <a:sym typeface="Calibri"/>
              </a:rPr>
              <a:t>Arithmetic operations (</a:t>
            </a:r>
            <a:r>
              <a:rPr b="1" i="1" lang="en" sz="2000">
                <a:solidFill>
                  <a:srgbClr val="000000"/>
                </a:solidFill>
                <a:latin typeface="Calibri"/>
                <a:ea typeface="Calibri"/>
                <a:cs typeface="Calibri"/>
                <a:sym typeface="Calibri"/>
              </a:rPr>
              <a:t>e.g.,</a:t>
            </a:r>
            <a:r>
              <a:rPr b="1" lang="en" sz="2000">
                <a:solidFill>
                  <a:srgbClr val="000000"/>
                </a:solidFill>
                <a:latin typeface="Calibri"/>
                <a:ea typeface="Calibri"/>
                <a:cs typeface="Calibri"/>
                <a:sym typeface="Calibri"/>
              </a:rPr>
              <a:t> </a:t>
            </a:r>
            <a:r>
              <a:rPr lang="en" sz="2000">
                <a:solidFill>
                  <a:srgbClr val="000000"/>
                </a:solidFill>
                <a:latin typeface="Calibri"/>
                <a:ea typeface="Calibri"/>
                <a:cs typeface="Calibri"/>
                <a:sym typeface="Calibri"/>
              </a:rPr>
              <a:t>add, subtract, etc.)</a:t>
            </a:r>
            <a:endParaRPr sz="2000">
              <a:solidFill>
                <a:srgbClr val="000000"/>
              </a:solidFill>
              <a:latin typeface="Calibri"/>
              <a:ea typeface="Calibri"/>
              <a:cs typeface="Calibri"/>
              <a:sym typeface="Calibri"/>
            </a:endParaRPr>
          </a:p>
          <a:p>
            <a:pPr indent="-190500" lvl="2" marL="1143000" rtl="0" algn="l">
              <a:lnSpc>
                <a:spcPct val="90000"/>
              </a:lnSpc>
              <a:spcBef>
                <a:spcPts val="500"/>
              </a:spcBef>
              <a:spcAft>
                <a:spcPts val="0"/>
              </a:spcAft>
              <a:buClr>
                <a:srgbClr val="000000"/>
              </a:buClr>
              <a:buSzPct val="100000"/>
              <a:buChar char="•"/>
            </a:pPr>
            <a:r>
              <a:rPr lang="en" sz="2000">
                <a:solidFill>
                  <a:srgbClr val="000000"/>
                </a:solidFill>
                <a:latin typeface="Calibri"/>
                <a:ea typeface="Calibri"/>
                <a:cs typeface="Calibri"/>
                <a:sym typeface="Calibri"/>
              </a:rPr>
              <a:t>Logical operation (</a:t>
            </a:r>
            <a:r>
              <a:rPr b="1" i="1" lang="en" sz="2000">
                <a:solidFill>
                  <a:srgbClr val="000000"/>
                </a:solidFill>
                <a:latin typeface="Calibri"/>
                <a:ea typeface="Calibri"/>
                <a:cs typeface="Calibri"/>
                <a:sym typeface="Calibri"/>
              </a:rPr>
              <a:t>e.g.,</a:t>
            </a:r>
            <a:r>
              <a:rPr b="1" lang="en" sz="2000">
                <a:solidFill>
                  <a:srgbClr val="000000"/>
                </a:solidFill>
                <a:latin typeface="Calibri"/>
                <a:ea typeface="Calibri"/>
                <a:cs typeface="Calibri"/>
                <a:sym typeface="Calibri"/>
              </a:rPr>
              <a:t> </a:t>
            </a:r>
            <a:r>
              <a:rPr lang="en" sz="2000">
                <a:solidFill>
                  <a:srgbClr val="000000"/>
                </a:solidFill>
                <a:latin typeface="Calibri"/>
                <a:ea typeface="Calibri"/>
                <a:cs typeface="Calibri"/>
                <a:sym typeface="Calibri"/>
              </a:rPr>
              <a:t>complement)</a:t>
            </a:r>
            <a:endParaRPr sz="2000">
              <a:solidFill>
                <a:srgbClr val="000000"/>
              </a:solidFill>
              <a:latin typeface="Calibri"/>
              <a:ea typeface="Calibri"/>
              <a:cs typeface="Calibri"/>
              <a:sym typeface="Calibri"/>
            </a:endParaRPr>
          </a:p>
          <a:p>
            <a:pPr indent="-190500" lvl="2" marL="1143000" rtl="0" algn="l">
              <a:lnSpc>
                <a:spcPct val="90000"/>
              </a:lnSpc>
              <a:spcBef>
                <a:spcPts val="500"/>
              </a:spcBef>
              <a:spcAft>
                <a:spcPts val="0"/>
              </a:spcAft>
              <a:buClr>
                <a:srgbClr val="000000"/>
              </a:buClr>
              <a:buSzPct val="100000"/>
              <a:buChar char="•"/>
            </a:pPr>
            <a:r>
              <a:rPr lang="en" sz="2000">
                <a:solidFill>
                  <a:srgbClr val="000000"/>
                </a:solidFill>
                <a:latin typeface="Calibri"/>
                <a:ea typeface="Calibri"/>
                <a:cs typeface="Calibri"/>
                <a:sym typeface="Calibri"/>
              </a:rPr>
              <a:t>Error detection and correction (</a:t>
            </a:r>
            <a:r>
              <a:rPr b="1" i="1" lang="en" sz="2000">
                <a:solidFill>
                  <a:srgbClr val="000000"/>
                </a:solidFill>
                <a:latin typeface="Calibri"/>
                <a:ea typeface="Calibri"/>
                <a:cs typeface="Calibri"/>
                <a:sym typeface="Calibri"/>
              </a:rPr>
              <a:t>e.g.,</a:t>
            </a:r>
            <a:r>
              <a:rPr b="1" lang="en" sz="2000">
                <a:solidFill>
                  <a:srgbClr val="000000"/>
                </a:solidFill>
                <a:latin typeface="Calibri"/>
                <a:ea typeface="Calibri"/>
                <a:cs typeface="Calibri"/>
                <a:sym typeface="Calibri"/>
              </a:rPr>
              <a:t> </a:t>
            </a:r>
            <a:r>
              <a:rPr lang="en" sz="2000">
                <a:solidFill>
                  <a:srgbClr val="000000"/>
                </a:solidFill>
                <a:latin typeface="Calibri"/>
                <a:ea typeface="Calibri"/>
                <a:cs typeface="Calibri"/>
                <a:sym typeface="Calibri"/>
              </a:rPr>
              <a:t>parity generator and checker)</a:t>
            </a:r>
            <a:endParaRPr sz="2000">
              <a:solidFill>
                <a:srgbClr val="000000"/>
              </a:solidFill>
              <a:latin typeface="Calibri"/>
              <a:ea typeface="Calibri"/>
              <a:cs typeface="Calibri"/>
              <a:sym typeface="Calibri"/>
            </a:endParaRPr>
          </a:p>
          <a:p>
            <a:pPr indent="-190500" lvl="2" marL="1143000" rtl="0" algn="l">
              <a:lnSpc>
                <a:spcPct val="90000"/>
              </a:lnSpc>
              <a:spcBef>
                <a:spcPts val="500"/>
              </a:spcBef>
              <a:spcAft>
                <a:spcPts val="0"/>
              </a:spcAft>
              <a:buClr>
                <a:srgbClr val="000000"/>
              </a:buClr>
              <a:buSzPct val="100000"/>
              <a:buChar char="•"/>
            </a:pPr>
            <a:r>
              <a:rPr lang="en" sz="2000">
                <a:solidFill>
                  <a:srgbClr val="000000"/>
                </a:solidFill>
                <a:latin typeface="Calibri"/>
                <a:ea typeface="Calibri"/>
                <a:cs typeface="Calibri"/>
                <a:sym typeface="Calibri"/>
              </a:rPr>
              <a:t>Gray code conversion </a:t>
            </a:r>
            <a:endParaRPr sz="2000">
              <a:solidFill>
                <a:srgbClr val="000000"/>
              </a:solidFill>
              <a:latin typeface="Calibri"/>
              <a:ea typeface="Calibri"/>
              <a:cs typeface="Calibri"/>
              <a:sym typeface="Calibri"/>
            </a:endParaRPr>
          </a:p>
          <a:p>
            <a:pPr indent="-175260" lvl="0" marL="228600" rtl="0" algn="l">
              <a:lnSpc>
                <a:spcPct val="90000"/>
              </a:lnSpc>
              <a:spcBef>
                <a:spcPts val="1000"/>
              </a:spcBef>
              <a:spcAft>
                <a:spcPts val="0"/>
              </a:spcAft>
              <a:buClr>
                <a:srgbClr val="000000"/>
              </a:buClr>
              <a:buSzPct val="100000"/>
              <a:buChar char="•"/>
            </a:pPr>
            <a:r>
              <a:rPr lang="en" sz="2800">
                <a:solidFill>
                  <a:srgbClr val="000000"/>
                </a:solidFill>
                <a:latin typeface="Calibri"/>
                <a:ea typeface="Calibri"/>
                <a:cs typeface="Calibri"/>
                <a:sym typeface="Calibri"/>
              </a:rPr>
              <a:t>XOR gate is used extensively, XNOR could be implemented as XOR-inverter. </a:t>
            </a:r>
            <a:endParaRPr sz="2800">
              <a:solidFill>
                <a:srgbClr val="000000"/>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44"/>
          <p:cNvSpPr txBox="1"/>
          <p:nvPr>
            <p:ph type="title"/>
          </p:nvPr>
        </p:nvSpPr>
        <p:spPr>
          <a:xfrm>
            <a:off x="715100" y="894750"/>
            <a:ext cx="4581600" cy="55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Odd Function</a:t>
            </a:r>
            <a:endParaRPr/>
          </a:p>
        </p:txBody>
      </p:sp>
      <p:cxnSp>
        <p:nvCxnSpPr>
          <p:cNvPr id="802" name="Google Shape;802;p44"/>
          <p:cNvCxnSpPr>
            <a:stCxn id="803" idx="3"/>
          </p:cNvCxnSpPr>
          <p:nvPr/>
        </p:nvCxnSpPr>
        <p:spPr>
          <a:xfrm>
            <a:off x="8590075" y="2571749"/>
            <a:ext cx="1078500" cy="0"/>
          </a:xfrm>
          <a:prstGeom prst="straightConnector1">
            <a:avLst/>
          </a:prstGeom>
          <a:noFill/>
          <a:ln cap="flat" cmpd="sng" w="9525">
            <a:solidFill>
              <a:schemeClr val="dk2"/>
            </a:solidFill>
            <a:prstDash val="solid"/>
            <a:round/>
            <a:headEnd len="med" w="med" type="none"/>
            <a:tailEnd len="med" w="med" type="none"/>
          </a:ln>
        </p:spPr>
      </p:cxnSp>
      <p:cxnSp>
        <p:nvCxnSpPr>
          <p:cNvPr id="804" name="Google Shape;804;p44"/>
          <p:cNvCxnSpPr>
            <a:endCxn id="803" idx="0"/>
          </p:cNvCxnSpPr>
          <p:nvPr/>
        </p:nvCxnSpPr>
        <p:spPr>
          <a:xfrm>
            <a:off x="6773000" y="-136400"/>
            <a:ext cx="0" cy="671400"/>
          </a:xfrm>
          <a:prstGeom prst="straightConnector1">
            <a:avLst/>
          </a:prstGeom>
          <a:noFill/>
          <a:ln cap="flat" cmpd="sng" w="9525">
            <a:solidFill>
              <a:schemeClr val="dk2"/>
            </a:solidFill>
            <a:prstDash val="solid"/>
            <a:round/>
            <a:headEnd len="med" w="med" type="none"/>
            <a:tailEnd len="med" w="med" type="none"/>
          </a:ln>
        </p:spPr>
      </p:cxnSp>
      <p:sp>
        <p:nvSpPr>
          <p:cNvPr id="805" name="Google Shape;805;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06" name="Google Shape;806;p44"/>
          <p:cNvSpPr txBox="1"/>
          <p:nvPr/>
        </p:nvSpPr>
        <p:spPr>
          <a:xfrm>
            <a:off x="1035750" y="1561975"/>
            <a:ext cx="7072500" cy="2888100"/>
          </a:xfrm>
          <a:prstGeom prst="rect">
            <a:avLst/>
          </a:prstGeom>
          <a:noFill/>
          <a:ln>
            <a:noFill/>
          </a:ln>
        </p:spPr>
        <p:txBody>
          <a:bodyPr anchorCtr="0" anchor="t" bIns="45700" lIns="91425" spcFirstLastPara="1" rIns="91425" wrap="square" tIns="45700">
            <a:normAutofit fontScale="55000" lnSpcReduction="20000"/>
          </a:bodyPr>
          <a:lstStyle/>
          <a:p>
            <a:pPr indent="-148590" lvl="0" marL="228600" rtl="0" algn="l">
              <a:lnSpc>
                <a:spcPct val="90000"/>
              </a:lnSpc>
              <a:spcBef>
                <a:spcPts val="0"/>
              </a:spcBef>
              <a:spcAft>
                <a:spcPts val="0"/>
              </a:spcAft>
              <a:buClr>
                <a:srgbClr val="000000"/>
              </a:buClr>
              <a:buSzPct val="100000"/>
              <a:buChar char="•"/>
            </a:pPr>
            <a:r>
              <a:rPr lang="en" sz="2800">
                <a:solidFill>
                  <a:srgbClr val="000000"/>
                </a:solidFill>
                <a:latin typeface="Calibri"/>
                <a:ea typeface="Calibri"/>
                <a:cs typeface="Calibri"/>
                <a:sym typeface="Calibri"/>
              </a:rPr>
              <a:t>Basically, two input XOR gate could be defined as difference function</a:t>
            </a:r>
            <a:endParaRPr sz="2800">
              <a:solidFill>
                <a:srgbClr val="000000"/>
              </a:solidFill>
              <a:latin typeface="Calibri"/>
              <a:ea typeface="Calibri"/>
              <a:cs typeface="Calibri"/>
              <a:sym typeface="Calibri"/>
            </a:endParaRPr>
          </a:p>
          <a:p>
            <a:pPr indent="-160020" lvl="1" marL="685800" rtl="0" algn="l">
              <a:lnSpc>
                <a:spcPct val="90000"/>
              </a:lnSpc>
              <a:spcBef>
                <a:spcPts val="500"/>
              </a:spcBef>
              <a:spcAft>
                <a:spcPts val="0"/>
              </a:spcAft>
              <a:buClr>
                <a:srgbClr val="000000"/>
              </a:buClr>
              <a:buSzPct val="100000"/>
              <a:buChar char="•"/>
            </a:pPr>
            <a:r>
              <a:rPr lang="en" sz="2400">
                <a:solidFill>
                  <a:srgbClr val="000000"/>
                </a:solidFill>
                <a:latin typeface="Calibri"/>
                <a:ea typeface="Calibri"/>
                <a:cs typeface="Calibri"/>
                <a:sym typeface="Calibri"/>
              </a:rPr>
              <a:t>But, if we increase the number of input to three or more, definition will be changed</a:t>
            </a:r>
            <a:endParaRPr sz="2400">
              <a:solidFill>
                <a:srgbClr val="000000"/>
              </a:solidFill>
              <a:latin typeface="Calibri"/>
              <a:ea typeface="Calibri"/>
              <a:cs typeface="Calibri"/>
              <a:sym typeface="Calibri"/>
            </a:endParaRPr>
          </a:p>
          <a:p>
            <a:pPr indent="-171450" lvl="2" marL="1143000" rtl="0" algn="l">
              <a:lnSpc>
                <a:spcPct val="90000"/>
              </a:lnSpc>
              <a:spcBef>
                <a:spcPts val="500"/>
              </a:spcBef>
              <a:spcAft>
                <a:spcPts val="0"/>
              </a:spcAft>
              <a:buClr>
                <a:srgbClr val="000000"/>
              </a:buClr>
              <a:buSzPct val="100000"/>
              <a:buChar char="•"/>
            </a:pPr>
            <a:r>
              <a:rPr lang="en" sz="2000">
                <a:solidFill>
                  <a:srgbClr val="000000"/>
                </a:solidFill>
                <a:latin typeface="Calibri"/>
                <a:ea typeface="Calibri"/>
                <a:cs typeface="Calibri"/>
                <a:sym typeface="Calibri"/>
              </a:rPr>
              <a:t>Example: </a:t>
            </a:r>
            <a:endParaRPr sz="2000">
              <a:solidFill>
                <a:srgbClr val="000000"/>
              </a:solidFill>
              <a:latin typeface="Calibri"/>
              <a:ea typeface="Calibri"/>
              <a:cs typeface="Calibri"/>
              <a:sym typeface="Calibri"/>
            </a:endParaRPr>
          </a:p>
          <a:p>
            <a:pPr indent="-101600" lvl="2" marL="1143000" rtl="0" algn="l">
              <a:lnSpc>
                <a:spcPct val="90000"/>
              </a:lnSpc>
              <a:spcBef>
                <a:spcPts val="500"/>
              </a:spcBef>
              <a:spcAft>
                <a:spcPts val="0"/>
              </a:spcAft>
              <a:buNone/>
            </a:pPr>
            <a:r>
              <a:t/>
            </a:r>
            <a:endParaRPr sz="2000">
              <a:solidFill>
                <a:srgbClr val="000000"/>
              </a:solidFill>
              <a:latin typeface="Calibri"/>
              <a:ea typeface="Calibri"/>
              <a:cs typeface="Calibri"/>
              <a:sym typeface="Calibri"/>
            </a:endParaRPr>
          </a:p>
          <a:p>
            <a:pPr indent="-101600" lvl="2" marL="1143000" rtl="0" algn="l">
              <a:lnSpc>
                <a:spcPct val="90000"/>
              </a:lnSpc>
              <a:spcBef>
                <a:spcPts val="500"/>
              </a:spcBef>
              <a:spcAft>
                <a:spcPts val="0"/>
              </a:spcAft>
              <a:buNone/>
            </a:pPr>
            <a:r>
              <a:t/>
            </a:r>
            <a:endParaRPr sz="2000">
              <a:solidFill>
                <a:srgbClr val="000000"/>
              </a:solidFill>
              <a:latin typeface="Calibri"/>
              <a:ea typeface="Calibri"/>
              <a:cs typeface="Calibri"/>
              <a:sym typeface="Calibri"/>
            </a:endParaRPr>
          </a:p>
          <a:p>
            <a:pPr indent="-101600" lvl="2" marL="1143000" rtl="0" algn="l">
              <a:lnSpc>
                <a:spcPct val="90000"/>
              </a:lnSpc>
              <a:spcBef>
                <a:spcPts val="500"/>
              </a:spcBef>
              <a:spcAft>
                <a:spcPts val="0"/>
              </a:spcAft>
              <a:buNone/>
            </a:pPr>
            <a:r>
              <a:t/>
            </a:r>
            <a:endParaRPr sz="2000">
              <a:solidFill>
                <a:srgbClr val="000000"/>
              </a:solidFill>
              <a:latin typeface="Calibri"/>
              <a:ea typeface="Calibri"/>
              <a:cs typeface="Calibri"/>
              <a:sym typeface="Calibri"/>
            </a:endParaRPr>
          </a:p>
          <a:p>
            <a:pPr indent="0" lvl="1" marL="457200" rtl="0" algn="l">
              <a:lnSpc>
                <a:spcPct val="90000"/>
              </a:lnSpc>
              <a:spcBef>
                <a:spcPts val="500"/>
              </a:spcBef>
              <a:spcAft>
                <a:spcPts val="0"/>
              </a:spcAft>
              <a:buNone/>
            </a:pPr>
            <a:r>
              <a:t/>
            </a:r>
            <a:endParaRPr sz="2400">
              <a:solidFill>
                <a:srgbClr val="000000"/>
              </a:solidFill>
              <a:latin typeface="Calibri"/>
              <a:ea typeface="Calibri"/>
              <a:cs typeface="Calibri"/>
              <a:sym typeface="Calibri"/>
            </a:endParaRPr>
          </a:p>
          <a:p>
            <a:pPr indent="-88900" lvl="1" marL="685800" rtl="0" algn="l">
              <a:lnSpc>
                <a:spcPct val="90000"/>
              </a:lnSpc>
              <a:spcBef>
                <a:spcPts val="500"/>
              </a:spcBef>
              <a:spcAft>
                <a:spcPts val="0"/>
              </a:spcAft>
              <a:buNone/>
            </a:pPr>
            <a:r>
              <a:t/>
            </a:r>
            <a:endParaRPr sz="2200">
              <a:solidFill>
                <a:srgbClr val="000000"/>
              </a:solidFill>
              <a:latin typeface="Calibri"/>
              <a:ea typeface="Calibri"/>
              <a:cs typeface="Calibri"/>
              <a:sym typeface="Calibri"/>
            </a:endParaRPr>
          </a:p>
          <a:p>
            <a:pPr indent="-88900" lvl="1" marL="685800" rtl="0" algn="l">
              <a:lnSpc>
                <a:spcPct val="90000"/>
              </a:lnSpc>
              <a:spcBef>
                <a:spcPts val="500"/>
              </a:spcBef>
              <a:spcAft>
                <a:spcPts val="0"/>
              </a:spcAft>
              <a:buNone/>
            </a:pPr>
            <a:r>
              <a:t/>
            </a:r>
            <a:endParaRPr sz="2200">
              <a:solidFill>
                <a:srgbClr val="000000"/>
              </a:solidFill>
              <a:latin typeface="Calibri"/>
              <a:ea typeface="Calibri"/>
              <a:cs typeface="Calibri"/>
              <a:sym typeface="Calibri"/>
            </a:endParaRPr>
          </a:p>
          <a:p>
            <a:pPr indent="-165735" lvl="1" marL="685800" rtl="0" algn="l">
              <a:lnSpc>
                <a:spcPct val="90000"/>
              </a:lnSpc>
              <a:spcBef>
                <a:spcPts val="500"/>
              </a:spcBef>
              <a:spcAft>
                <a:spcPts val="0"/>
              </a:spcAft>
              <a:buClr>
                <a:srgbClr val="000000"/>
              </a:buClr>
              <a:buSzPct val="100000"/>
              <a:buChar char="•"/>
            </a:pPr>
            <a:r>
              <a:rPr lang="en" sz="2200">
                <a:solidFill>
                  <a:srgbClr val="000000"/>
                </a:solidFill>
                <a:latin typeface="Calibri"/>
                <a:ea typeface="Calibri"/>
                <a:cs typeface="Calibri"/>
                <a:sym typeface="Calibri"/>
              </a:rPr>
              <a:t>Here, three input XOR gate produces 1 if only one variable is 1 or all three variables are 1</a:t>
            </a:r>
            <a:endParaRPr sz="2400">
              <a:solidFill>
                <a:srgbClr val="000000"/>
              </a:solidFill>
              <a:latin typeface="Calibri"/>
              <a:ea typeface="Calibri"/>
              <a:cs typeface="Calibri"/>
              <a:sym typeface="Calibri"/>
            </a:endParaRPr>
          </a:p>
          <a:p>
            <a:pPr indent="-148590" lvl="0" marL="228600" rtl="0" algn="l">
              <a:lnSpc>
                <a:spcPct val="90000"/>
              </a:lnSpc>
              <a:spcBef>
                <a:spcPts val="1000"/>
              </a:spcBef>
              <a:spcAft>
                <a:spcPts val="0"/>
              </a:spcAft>
              <a:buClr>
                <a:srgbClr val="000000"/>
              </a:buClr>
              <a:buSzPct val="100000"/>
              <a:buChar char="•"/>
            </a:pPr>
            <a:r>
              <a:rPr b="1" lang="en" sz="2800">
                <a:solidFill>
                  <a:srgbClr val="000000"/>
                </a:solidFill>
                <a:latin typeface="Calibri"/>
                <a:ea typeface="Calibri"/>
                <a:cs typeface="Calibri"/>
                <a:sym typeface="Calibri"/>
              </a:rPr>
              <a:t>Definition: </a:t>
            </a:r>
            <a:r>
              <a:rPr lang="en" sz="2600">
                <a:solidFill>
                  <a:srgbClr val="000000"/>
                </a:solidFill>
                <a:latin typeface="Calibri"/>
                <a:ea typeface="Calibri"/>
                <a:cs typeface="Calibri"/>
                <a:sym typeface="Calibri"/>
              </a:rPr>
              <a:t>A multiple input XOR gate operates as an </a:t>
            </a:r>
            <a:r>
              <a:rPr b="1" lang="en" sz="2600">
                <a:solidFill>
                  <a:srgbClr val="000000"/>
                </a:solidFill>
                <a:latin typeface="Calibri"/>
                <a:ea typeface="Calibri"/>
                <a:cs typeface="Calibri"/>
                <a:sym typeface="Calibri"/>
              </a:rPr>
              <a:t>odd function </a:t>
            </a:r>
            <a:r>
              <a:rPr b="1" i="1" lang="en" sz="2600">
                <a:solidFill>
                  <a:srgbClr val="000000"/>
                </a:solidFill>
                <a:latin typeface="Calibri"/>
                <a:ea typeface="Calibri"/>
                <a:cs typeface="Calibri"/>
                <a:sym typeface="Calibri"/>
              </a:rPr>
              <a:t>i.e.</a:t>
            </a:r>
            <a:r>
              <a:rPr lang="en" sz="2600">
                <a:solidFill>
                  <a:srgbClr val="000000"/>
                </a:solidFill>
                <a:latin typeface="Calibri"/>
                <a:ea typeface="Calibri"/>
                <a:cs typeface="Calibri"/>
                <a:sym typeface="Calibri"/>
              </a:rPr>
              <a:t> an odd number of inputs should be 1. </a:t>
            </a:r>
            <a:endParaRPr sz="2800">
              <a:solidFill>
                <a:srgbClr val="000000"/>
              </a:solidFill>
              <a:latin typeface="Calibri"/>
              <a:ea typeface="Calibri"/>
              <a:cs typeface="Calibri"/>
              <a:sym typeface="Calibri"/>
            </a:endParaRPr>
          </a:p>
          <a:p>
            <a:pPr indent="-177165" lvl="2" marL="1143000" rtl="0" algn="l">
              <a:lnSpc>
                <a:spcPct val="90000"/>
              </a:lnSpc>
              <a:spcBef>
                <a:spcPts val="500"/>
              </a:spcBef>
              <a:spcAft>
                <a:spcPts val="0"/>
              </a:spcAft>
              <a:buClr>
                <a:srgbClr val="000000"/>
              </a:buClr>
              <a:buSzPct val="100000"/>
              <a:buChar char="•"/>
            </a:pPr>
            <a:r>
              <a:rPr lang="en" sz="1800">
                <a:solidFill>
                  <a:srgbClr val="000000"/>
                </a:solidFill>
                <a:latin typeface="Calibri"/>
                <a:ea typeface="Calibri"/>
                <a:cs typeface="Calibri"/>
                <a:sym typeface="Calibri"/>
              </a:rPr>
              <a:t>An n–variable XOR function is an odd function defined as the logical sum of the 2</a:t>
            </a:r>
            <a:r>
              <a:rPr baseline="30000" lang="en" sz="1800">
                <a:solidFill>
                  <a:srgbClr val="000000"/>
                </a:solidFill>
                <a:latin typeface="Calibri"/>
                <a:ea typeface="Calibri"/>
                <a:cs typeface="Calibri"/>
                <a:sym typeface="Calibri"/>
              </a:rPr>
              <a:t>n</a:t>
            </a:r>
            <a:r>
              <a:rPr lang="en" sz="1800">
                <a:solidFill>
                  <a:srgbClr val="000000"/>
                </a:solidFill>
                <a:latin typeface="Calibri"/>
                <a:ea typeface="Calibri"/>
                <a:cs typeface="Calibri"/>
                <a:sym typeface="Calibri"/>
              </a:rPr>
              <a:t>/2 minterms whose binary numerical values have an odd number of 1s</a:t>
            </a:r>
            <a:endParaRPr sz="2000">
              <a:solidFill>
                <a:srgbClr val="000000"/>
              </a:solidFill>
              <a:latin typeface="Calibri"/>
              <a:ea typeface="Calibri"/>
              <a:cs typeface="Calibri"/>
              <a:sym typeface="Calibri"/>
            </a:endParaRPr>
          </a:p>
        </p:txBody>
      </p:sp>
      <p:pic>
        <p:nvPicPr>
          <p:cNvPr id="807" name="Google Shape;807;p44"/>
          <p:cNvPicPr preferRelativeResize="0"/>
          <p:nvPr/>
        </p:nvPicPr>
        <p:blipFill rotWithShape="1">
          <a:blip r:embed="rId3">
            <a:alphaModFix/>
          </a:blip>
          <a:srcRect b="0" l="0" r="0" t="0"/>
          <a:stretch/>
        </p:blipFill>
        <p:spPr>
          <a:xfrm>
            <a:off x="1096363" y="2514157"/>
            <a:ext cx="2827044" cy="675464"/>
          </a:xfrm>
          <a:prstGeom prst="rect">
            <a:avLst/>
          </a:prstGeom>
          <a:noFill/>
          <a:ln>
            <a:noFill/>
          </a:ln>
        </p:spPr>
      </p:pic>
      <p:pic>
        <p:nvPicPr>
          <p:cNvPr id="808" name="Google Shape;808;p44"/>
          <p:cNvPicPr preferRelativeResize="0"/>
          <p:nvPr/>
        </p:nvPicPr>
        <p:blipFill rotWithShape="1">
          <a:blip r:embed="rId4">
            <a:alphaModFix/>
          </a:blip>
          <a:srcRect b="0" l="0" r="0" t="0"/>
          <a:stretch/>
        </p:blipFill>
        <p:spPr>
          <a:xfrm>
            <a:off x="6186583" y="2340159"/>
            <a:ext cx="1921617" cy="872387"/>
          </a:xfrm>
          <a:prstGeom prst="rect">
            <a:avLst/>
          </a:prstGeom>
          <a:noFill/>
          <a:ln>
            <a:noFill/>
          </a:ln>
        </p:spPr>
      </p:pic>
      <p:pic>
        <p:nvPicPr>
          <p:cNvPr id="809" name="Google Shape;809;p44"/>
          <p:cNvPicPr preferRelativeResize="0"/>
          <p:nvPr/>
        </p:nvPicPr>
        <p:blipFill rotWithShape="1">
          <a:blip r:embed="rId5">
            <a:alphaModFix/>
          </a:blip>
          <a:srcRect b="0" l="0" r="0" t="9428"/>
          <a:stretch/>
        </p:blipFill>
        <p:spPr>
          <a:xfrm>
            <a:off x="4135576" y="2062851"/>
            <a:ext cx="1838837" cy="136638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45"/>
          <p:cNvSpPr txBox="1"/>
          <p:nvPr>
            <p:ph type="title"/>
          </p:nvPr>
        </p:nvSpPr>
        <p:spPr>
          <a:xfrm>
            <a:off x="715100" y="894750"/>
            <a:ext cx="4581600" cy="55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Odd and Even Function</a:t>
            </a:r>
            <a:endParaRPr/>
          </a:p>
        </p:txBody>
      </p:sp>
      <p:cxnSp>
        <p:nvCxnSpPr>
          <p:cNvPr id="815" name="Google Shape;815;p45"/>
          <p:cNvCxnSpPr>
            <a:stCxn id="816" idx="3"/>
          </p:cNvCxnSpPr>
          <p:nvPr/>
        </p:nvCxnSpPr>
        <p:spPr>
          <a:xfrm>
            <a:off x="8590075" y="2571749"/>
            <a:ext cx="1078500" cy="0"/>
          </a:xfrm>
          <a:prstGeom prst="straightConnector1">
            <a:avLst/>
          </a:prstGeom>
          <a:noFill/>
          <a:ln cap="flat" cmpd="sng" w="9525">
            <a:solidFill>
              <a:schemeClr val="dk2"/>
            </a:solidFill>
            <a:prstDash val="solid"/>
            <a:round/>
            <a:headEnd len="med" w="med" type="none"/>
            <a:tailEnd len="med" w="med" type="none"/>
          </a:ln>
        </p:spPr>
      </p:cxnSp>
      <p:cxnSp>
        <p:nvCxnSpPr>
          <p:cNvPr id="817" name="Google Shape;817;p45"/>
          <p:cNvCxnSpPr>
            <a:endCxn id="816" idx="0"/>
          </p:cNvCxnSpPr>
          <p:nvPr/>
        </p:nvCxnSpPr>
        <p:spPr>
          <a:xfrm>
            <a:off x="6773000" y="-136400"/>
            <a:ext cx="0" cy="671400"/>
          </a:xfrm>
          <a:prstGeom prst="straightConnector1">
            <a:avLst/>
          </a:prstGeom>
          <a:noFill/>
          <a:ln cap="flat" cmpd="sng" w="9525">
            <a:solidFill>
              <a:schemeClr val="dk2"/>
            </a:solidFill>
            <a:prstDash val="solid"/>
            <a:round/>
            <a:headEnd len="med" w="med" type="none"/>
            <a:tailEnd len="med" w="med" type="none"/>
          </a:ln>
        </p:spPr>
      </p:cxnSp>
      <p:sp>
        <p:nvSpPr>
          <p:cNvPr id="818" name="Google Shape;818;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19" name="Google Shape;819;p45"/>
          <p:cNvSpPr txBox="1"/>
          <p:nvPr/>
        </p:nvSpPr>
        <p:spPr>
          <a:xfrm>
            <a:off x="1058961" y="1594575"/>
            <a:ext cx="4766700" cy="2655000"/>
          </a:xfrm>
          <a:prstGeom prst="rect">
            <a:avLst/>
          </a:prstGeom>
          <a:blipFill rotWithShape="1">
            <a:blip r:embed="rId3">
              <a:alphaModFix/>
            </a:blip>
            <a:stretch>
              <a:fillRect b="0" l="-1170" r="0" t="-2100"/>
            </a:stretch>
          </a:blip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 sz="2800">
                <a:solidFill>
                  <a:srgbClr val="000000"/>
                </a:solidFill>
                <a:latin typeface="Calibri"/>
                <a:ea typeface="Calibri"/>
                <a:cs typeface="Calibri"/>
                <a:sym typeface="Calibri"/>
              </a:rPr>
              <a:t> </a:t>
            </a:r>
            <a:endParaRPr sz="2800">
              <a:solidFill>
                <a:srgbClr val="000000"/>
              </a:solidFill>
              <a:latin typeface="Calibri"/>
              <a:ea typeface="Calibri"/>
              <a:cs typeface="Calibri"/>
              <a:sym typeface="Calibri"/>
            </a:endParaRPr>
          </a:p>
        </p:txBody>
      </p:sp>
      <p:pic>
        <p:nvPicPr>
          <p:cNvPr id="820" name="Google Shape;820;p45"/>
          <p:cNvPicPr preferRelativeResize="0"/>
          <p:nvPr/>
        </p:nvPicPr>
        <p:blipFill rotWithShape="1">
          <a:blip r:embed="rId4">
            <a:alphaModFix/>
          </a:blip>
          <a:srcRect b="0" l="0" r="0" t="0"/>
          <a:stretch/>
        </p:blipFill>
        <p:spPr>
          <a:xfrm>
            <a:off x="1383788" y="1925485"/>
            <a:ext cx="4295741" cy="648818"/>
          </a:xfrm>
          <a:prstGeom prst="rect">
            <a:avLst/>
          </a:prstGeom>
          <a:noFill/>
          <a:ln>
            <a:noFill/>
          </a:ln>
        </p:spPr>
      </p:pic>
      <p:pic>
        <p:nvPicPr>
          <p:cNvPr id="821" name="Google Shape;821;p45"/>
          <p:cNvPicPr preferRelativeResize="0"/>
          <p:nvPr/>
        </p:nvPicPr>
        <p:blipFill rotWithShape="1">
          <a:blip r:embed="rId5">
            <a:alphaModFix/>
          </a:blip>
          <a:srcRect b="0" l="0" r="0" t="0"/>
          <a:stretch/>
        </p:blipFill>
        <p:spPr>
          <a:xfrm>
            <a:off x="5731635" y="1594575"/>
            <a:ext cx="2353401" cy="3069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46"/>
          <p:cNvSpPr txBox="1"/>
          <p:nvPr>
            <p:ph type="title"/>
          </p:nvPr>
        </p:nvSpPr>
        <p:spPr>
          <a:xfrm>
            <a:off x="1682250" y="2595788"/>
            <a:ext cx="5779500" cy="56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800"/>
              <a:t>Parity Checker</a:t>
            </a:r>
            <a:endParaRPr sz="3800"/>
          </a:p>
        </p:txBody>
      </p:sp>
      <p:sp>
        <p:nvSpPr>
          <p:cNvPr id="827" name="Google Shape;827;p46"/>
          <p:cNvSpPr txBox="1"/>
          <p:nvPr>
            <p:ph idx="2" type="title"/>
          </p:nvPr>
        </p:nvSpPr>
        <p:spPr>
          <a:xfrm>
            <a:off x="4114800" y="1437729"/>
            <a:ext cx="914400" cy="914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828" name="Google Shape;828;p46"/>
          <p:cNvSpPr txBox="1"/>
          <p:nvPr>
            <p:ph idx="1" type="subTitle"/>
          </p:nvPr>
        </p:nvSpPr>
        <p:spPr>
          <a:xfrm>
            <a:off x="1682250" y="3273338"/>
            <a:ext cx="5779500" cy="41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29" name="Google Shape;829;p46"/>
          <p:cNvCxnSpPr>
            <a:stCxn id="827" idx="0"/>
          </p:cNvCxnSpPr>
          <p:nvPr/>
        </p:nvCxnSpPr>
        <p:spPr>
          <a:xfrm rot="10800000">
            <a:off x="4572000" y="-101271"/>
            <a:ext cx="0" cy="1539000"/>
          </a:xfrm>
          <a:prstGeom prst="straightConnector1">
            <a:avLst/>
          </a:prstGeom>
          <a:noFill/>
          <a:ln cap="flat" cmpd="sng" w="9525">
            <a:solidFill>
              <a:schemeClr val="dk2"/>
            </a:solidFill>
            <a:prstDash val="solid"/>
            <a:round/>
            <a:headEnd len="med" w="med" type="none"/>
            <a:tailEnd len="med" w="med" type="none"/>
          </a:ln>
        </p:spPr>
      </p:cxnSp>
      <p:sp>
        <p:nvSpPr>
          <p:cNvPr id="830" name="Google Shape;830;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47"/>
          <p:cNvSpPr txBox="1"/>
          <p:nvPr>
            <p:ph type="title"/>
          </p:nvPr>
        </p:nvSpPr>
        <p:spPr>
          <a:xfrm>
            <a:off x="715100" y="894750"/>
            <a:ext cx="5397000" cy="55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Parity Generator and Checker</a:t>
            </a:r>
            <a:endParaRPr/>
          </a:p>
        </p:txBody>
      </p:sp>
      <p:cxnSp>
        <p:nvCxnSpPr>
          <p:cNvPr id="836" name="Google Shape;836;p47"/>
          <p:cNvCxnSpPr>
            <a:stCxn id="837" idx="3"/>
          </p:cNvCxnSpPr>
          <p:nvPr/>
        </p:nvCxnSpPr>
        <p:spPr>
          <a:xfrm>
            <a:off x="8590075" y="2571749"/>
            <a:ext cx="1078500" cy="0"/>
          </a:xfrm>
          <a:prstGeom prst="straightConnector1">
            <a:avLst/>
          </a:prstGeom>
          <a:noFill/>
          <a:ln cap="flat" cmpd="sng" w="9525">
            <a:solidFill>
              <a:schemeClr val="dk2"/>
            </a:solidFill>
            <a:prstDash val="solid"/>
            <a:round/>
            <a:headEnd len="med" w="med" type="none"/>
            <a:tailEnd len="med" w="med" type="none"/>
          </a:ln>
        </p:spPr>
      </p:cxnSp>
      <p:cxnSp>
        <p:nvCxnSpPr>
          <p:cNvPr id="838" name="Google Shape;838;p47"/>
          <p:cNvCxnSpPr>
            <a:endCxn id="837" idx="0"/>
          </p:cNvCxnSpPr>
          <p:nvPr/>
        </p:nvCxnSpPr>
        <p:spPr>
          <a:xfrm>
            <a:off x="6773000" y="-136400"/>
            <a:ext cx="0" cy="671400"/>
          </a:xfrm>
          <a:prstGeom prst="straightConnector1">
            <a:avLst/>
          </a:prstGeom>
          <a:noFill/>
          <a:ln cap="flat" cmpd="sng" w="9525">
            <a:solidFill>
              <a:schemeClr val="dk2"/>
            </a:solidFill>
            <a:prstDash val="solid"/>
            <a:round/>
            <a:headEnd len="med" w="med" type="none"/>
            <a:tailEnd len="med" w="med" type="none"/>
          </a:ln>
        </p:spPr>
      </p:cxnSp>
      <p:sp>
        <p:nvSpPr>
          <p:cNvPr id="839" name="Google Shape;839;p4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40" name="Google Shape;840;p47"/>
          <p:cNvSpPr txBox="1"/>
          <p:nvPr/>
        </p:nvSpPr>
        <p:spPr>
          <a:xfrm>
            <a:off x="996300" y="1501225"/>
            <a:ext cx="7151400" cy="2959200"/>
          </a:xfrm>
          <a:prstGeom prst="rect">
            <a:avLst/>
          </a:prstGeom>
          <a:noFill/>
          <a:ln>
            <a:noFill/>
          </a:ln>
        </p:spPr>
        <p:txBody>
          <a:bodyPr anchorCtr="0" anchor="t" bIns="45700" lIns="91425" spcFirstLastPara="1" rIns="91425" wrap="square" tIns="45700">
            <a:normAutofit fontScale="77500" lnSpcReduction="20000"/>
          </a:bodyPr>
          <a:lstStyle/>
          <a:p>
            <a:pPr indent="-188595" lvl="0" marL="228600" rtl="0" algn="l">
              <a:lnSpc>
                <a:spcPct val="90000"/>
              </a:lnSpc>
              <a:spcBef>
                <a:spcPts val="0"/>
              </a:spcBef>
              <a:spcAft>
                <a:spcPts val="0"/>
              </a:spcAft>
              <a:buClr>
                <a:srgbClr val="000000"/>
              </a:buClr>
              <a:buSzPct val="100000"/>
              <a:buChar char="•"/>
            </a:pPr>
            <a:r>
              <a:rPr lang="en" sz="2800">
                <a:solidFill>
                  <a:srgbClr val="000000"/>
                </a:solidFill>
                <a:latin typeface="Calibri"/>
                <a:ea typeface="Calibri"/>
                <a:cs typeface="Calibri"/>
                <a:sym typeface="Calibri"/>
              </a:rPr>
              <a:t>XOR function is very useful for error detection and correction codes </a:t>
            </a:r>
            <a:endParaRPr sz="2800">
              <a:solidFill>
                <a:srgbClr val="000000"/>
              </a:solidFill>
              <a:latin typeface="Calibri"/>
              <a:ea typeface="Calibri"/>
              <a:cs typeface="Calibri"/>
              <a:sym typeface="Calibri"/>
            </a:endParaRPr>
          </a:p>
          <a:p>
            <a:pPr indent="-188595" lvl="0" marL="228600" rtl="0" algn="l">
              <a:lnSpc>
                <a:spcPct val="90000"/>
              </a:lnSpc>
              <a:spcBef>
                <a:spcPts val="1000"/>
              </a:spcBef>
              <a:spcAft>
                <a:spcPts val="0"/>
              </a:spcAft>
              <a:buClr>
                <a:srgbClr val="000000"/>
              </a:buClr>
              <a:buSzPct val="100000"/>
              <a:buChar char="•"/>
            </a:pPr>
            <a:r>
              <a:rPr b="1" lang="en" sz="2800">
                <a:solidFill>
                  <a:srgbClr val="000000"/>
                </a:solidFill>
                <a:latin typeface="Calibri"/>
                <a:ea typeface="Calibri"/>
                <a:cs typeface="Calibri"/>
                <a:sym typeface="Calibri"/>
              </a:rPr>
              <a:t>Parity bit </a:t>
            </a:r>
            <a:r>
              <a:rPr lang="en" sz="2800">
                <a:solidFill>
                  <a:srgbClr val="000000"/>
                </a:solidFill>
                <a:latin typeface="Calibri"/>
                <a:ea typeface="Calibri"/>
                <a:cs typeface="Calibri"/>
                <a:sym typeface="Calibri"/>
              </a:rPr>
              <a:t>is an extra bit which is usually included with original message during transmission for error detection </a:t>
            </a:r>
            <a:endParaRPr sz="2800">
              <a:solidFill>
                <a:srgbClr val="000000"/>
              </a:solidFill>
              <a:latin typeface="Calibri"/>
              <a:ea typeface="Calibri"/>
              <a:cs typeface="Calibri"/>
              <a:sym typeface="Calibri"/>
            </a:endParaRPr>
          </a:p>
          <a:p>
            <a:pPr indent="-194310" lvl="1" marL="685800" rtl="0" algn="l">
              <a:lnSpc>
                <a:spcPct val="90000"/>
              </a:lnSpc>
              <a:spcBef>
                <a:spcPts val="500"/>
              </a:spcBef>
              <a:spcAft>
                <a:spcPts val="0"/>
              </a:spcAft>
              <a:buClr>
                <a:srgbClr val="000000"/>
              </a:buClr>
              <a:buSzPct val="100000"/>
              <a:buChar char="•"/>
            </a:pPr>
            <a:r>
              <a:rPr b="1" lang="en" sz="2400">
                <a:solidFill>
                  <a:srgbClr val="000000"/>
                </a:solidFill>
                <a:latin typeface="Calibri"/>
                <a:ea typeface="Calibri"/>
                <a:cs typeface="Calibri"/>
                <a:sym typeface="Calibri"/>
              </a:rPr>
              <a:t>Parity Generator </a:t>
            </a:r>
            <a:r>
              <a:rPr lang="en" sz="2400">
                <a:solidFill>
                  <a:srgbClr val="000000"/>
                </a:solidFill>
                <a:latin typeface="Calibri"/>
                <a:ea typeface="Calibri"/>
                <a:cs typeface="Calibri"/>
                <a:sym typeface="Calibri"/>
              </a:rPr>
              <a:t>– the circuit that generates the parity bit in the transmitter</a:t>
            </a:r>
            <a:endParaRPr sz="2400">
              <a:solidFill>
                <a:srgbClr val="000000"/>
              </a:solidFill>
              <a:latin typeface="Calibri"/>
              <a:ea typeface="Calibri"/>
              <a:cs typeface="Calibri"/>
              <a:sym typeface="Calibri"/>
            </a:endParaRPr>
          </a:p>
          <a:p>
            <a:pPr indent="-194310" lvl="1" marL="685800" rtl="0" algn="l">
              <a:lnSpc>
                <a:spcPct val="90000"/>
              </a:lnSpc>
              <a:spcBef>
                <a:spcPts val="500"/>
              </a:spcBef>
              <a:spcAft>
                <a:spcPts val="0"/>
              </a:spcAft>
              <a:buClr>
                <a:srgbClr val="000000"/>
              </a:buClr>
              <a:buSzPct val="100000"/>
              <a:buChar char="•"/>
            </a:pPr>
            <a:r>
              <a:rPr b="1" lang="en" sz="2400">
                <a:solidFill>
                  <a:srgbClr val="000000"/>
                </a:solidFill>
                <a:latin typeface="Calibri"/>
                <a:ea typeface="Calibri"/>
                <a:cs typeface="Calibri"/>
                <a:sym typeface="Calibri"/>
              </a:rPr>
              <a:t>Parity Checker </a:t>
            </a:r>
            <a:r>
              <a:rPr lang="en" sz="2400">
                <a:solidFill>
                  <a:srgbClr val="000000"/>
                </a:solidFill>
                <a:latin typeface="Calibri"/>
                <a:ea typeface="Calibri"/>
                <a:cs typeface="Calibri"/>
                <a:sym typeface="Calibri"/>
              </a:rPr>
              <a:t>– the circuit that checks the parity in the receiver </a:t>
            </a:r>
            <a:endParaRPr sz="2400">
              <a:solidFill>
                <a:srgbClr val="000000"/>
              </a:solidFill>
              <a:latin typeface="Calibri"/>
              <a:ea typeface="Calibri"/>
              <a:cs typeface="Calibri"/>
              <a:sym typeface="Calibri"/>
            </a:endParaRPr>
          </a:p>
          <a:p>
            <a:pPr indent="-188595" lvl="0" marL="228600" rtl="0" algn="l">
              <a:lnSpc>
                <a:spcPct val="90000"/>
              </a:lnSpc>
              <a:spcBef>
                <a:spcPts val="1000"/>
              </a:spcBef>
              <a:spcAft>
                <a:spcPts val="0"/>
              </a:spcAft>
              <a:buClr>
                <a:srgbClr val="000000"/>
              </a:buClr>
              <a:buSzPct val="100000"/>
              <a:buChar char="•"/>
            </a:pPr>
            <a:r>
              <a:rPr lang="en" sz="2800">
                <a:solidFill>
                  <a:srgbClr val="000000"/>
                </a:solidFill>
                <a:latin typeface="Calibri"/>
                <a:ea typeface="Calibri"/>
                <a:cs typeface="Calibri"/>
                <a:sym typeface="Calibri"/>
              </a:rPr>
              <a:t>Example: </a:t>
            </a:r>
            <a:endParaRPr sz="2800">
              <a:solidFill>
                <a:srgbClr val="000000"/>
              </a:solidFill>
              <a:latin typeface="Calibri"/>
              <a:ea typeface="Calibri"/>
              <a:cs typeface="Calibri"/>
              <a:sym typeface="Calibri"/>
            </a:endParaRPr>
          </a:p>
          <a:p>
            <a:pPr indent="-194310" lvl="1" marL="685800" rtl="0" algn="l">
              <a:lnSpc>
                <a:spcPct val="90000"/>
              </a:lnSpc>
              <a:spcBef>
                <a:spcPts val="500"/>
              </a:spcBef>
              <a:spcAft>
                <a:spcPts val="0"/>
              </a:spcAft>
              <a:buClr>
                <a:srgbClr val="000000"/>
              </a:buClr>
              <a:buSzPct val="100000"/>
              <a:buChar char="•"/>
            </a:pPr>
            <a:r>
              <a:rPr lang="en" sz="2400">
                <a:solidFill>
                  <a:srgbClr val="000000"/>
                </a:solidFill>
                <a:latin typeface="Calibri"/>
                <a:ea typeface="Calibri"/>
                <a:cs typeface="Calibri"/>
                <a:sym typeface="Calibri"/>
              </a:rPr>
              <a:t>Consider a three bit message (</a:t>
            </a:r>
            <a:r>
              <a:rPr b="1" i="1" lang="en" sz="2400">
                <a:solidFill>
                  <a:srgbClr val="000000"/>
                </a:solidFill>
                <a:latin typeface="Calibri"/>
                <a:ea typeface="Calibri"/>
                <a:cs typeface="Calibri"/>
                <a:sym typeface="Calibri"/>
              </a:rPr>
              <a:t>e.g. </a:t>
            </a:r>
            <a:r>
              <a:rPr lang="en" sz="2400">
                <a:solidFill>
                  <a:srgbClr val="000000"/>
                </a:solidFill>
                <a:latin typeface="Calibri"/>
                <a:ea typeface="Calibri"/>
                <a:cs typeface="Calibri"/>
                <a:sym typeface="Calibri"/>
              </a:rPr>
              <a:t>x, y, z) to be transmitted together with an </a:t>
            </a:r>
            <a:r>
              <a:rPr b="1" lang="en" sz="2400">
                <a:solidFill>
                  <a:srgbClr val="000000"/>
                </a:solidFill>
                <a:latin typeface="Calibri"/>
                <a:ea typeface="Calibri"/>
                <a:cs typeface="Calibri"/>
                <a:sym typeface="Calibri"/>
              </a:rPr>
              <a:t>even parity bit </a:t>
            </a:r>
            <a:r>
              <a:rPr lang="en" sz="2400">
                <a:solidFill>
                  <a:srgbClr val="000000"/>
                </a:solidFill>
                <a:latin typeface="Calibri"/>
                <a:ea typeface="Calibri"/>
                <a:cs typeface="Calibri"/>
                <a:sym typeface="Calibri"/>
              </a:rPr>
              <a:t>(</a:t>
            </a:r>
            <a:r>
              <a:rPr b="1" i="1" lang="en" sz="2400">
                <a:solidFill>
                  <a:srgbClr val="000000"/>
                </a:solidFill>
                <a:latin typeface="Calibri"/>
                <a:ea typeface="Calibri"/>
                <a:cs typeface="Calibri"/>
                <a:sym typeface="Calibri"/>
              </a:rPr>
              <a:t>e.g.</a:t>
            </a:r>
            <a:r>
              <a:rPr lang="en" sz="2400">
                <a:solidFill>
                  <a:srgbClr val="000000"/>
                </a:solidFill>
                <a:latin typeface="Calibri"/>
                <a:ea typeface="Calibri"/>
                <a:cs typeface="Calibri"/>
                <a:sym typeface="Calibri"/>
              </a:rPr>
              <a:t> </a:t>
            </a:r>
            <a:r>
              <a:rPr b="1" i="1" lang="en" sz="2400">
                <a:solidFill>
                  <a:srgbClr val="000000"/>
                </a:solidFill>
                <a:latin typeface="Calibri"/>
                <a:ea typeface="Calibri"/>
                <a:cs typeface="Calibri"/>
                <a:sym typeface="Calibri"/>
              </a:rPr>
              <a:t>P</a:t>
            </a:r>
            <a:r>
              <a:rPr lang="en" sz="2400">
                <a:solidFill>
                  <a:srgbClr val="000000"/>
                </a:solidFill>
                <a:latin typeface="Calibri"/>
                <a:ea typeface="Calibri"/>
                <a:cs typeface="Calibri"/>
                <a:sym typeface="Calibri"/>
              </a:rPr>
              <a:t>)</a:t>
            </a:r>
            <a:endParaRPr b="1" sz="2400">
              <a:solidFill>
                <a:srgbClr val="00000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48"/>
          <p:cNvSpPr txBox="1"/>
          <p:nvPr>
            <p:ph type="title"/>
          </p:nvPr>
        </p:nvSpPr>
        <p:spPr>
          <a:xfrm>
            <a:off x="715100" y="894750"/>
            <a:ext cx="5397000" cy="55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Parity Generator and Checker</a:t>
            </a:r>
            <a:endParaRPr/>
          </a:p>
        </p:txBody>
      </p:sp>
      <p:cxnSp>
        <p:nvCxnSpPr>
          <p:cNvPr id="846" name="Google Shape;846;p48"/>
          <p:cNvCxnSpPr>
            <a:stCxn id="847" idx="3"/>
          </p:cNvCxnSpPr>
          <p:nvPr/>
        </p:nvCxnSpPr>
        <p:spPr>
          <a:xfrm>
            <a:off x="8590075" y="2571749"/>
            <a:ext cx="1078500" cy="0"/>
          </a:xfrm>
          <a:prstGeom prst="straightConnector1">
            <a:avLst/>
          </a:prstGeom>
          <a:noFill/>
          <a:ln cap="flat" cmpd="sng" w="9525">
            <a:solidFill>
              <a:schemeClr val="dk2"/>
            </a:solidFill>
            <a:prstDash val="solid"/>
            <a:round/>
            <a:headEnd len="med" w="med" type="none"/>
            <a:tailEnd len="med" w="med" type="none"/>
          </a:ln>
        </p:spPr>
      </p:cxnSp>
      <p:cxnSp>
        <p:nvCxnSpPr>
          <p:cNvPr id="848" name="Google Shape;848;p48"/>
          <p:cNvCxnSpPr>
            <a:endCxn id="847" idx="0"/>
          </p:cNvCxnSpPr>
          <p:nvPr/>
        </p:nvCxnSpPr>
        <p:spPr>
          <a:xfrm>
            <a:off x="6773000" y="-136400"/>
            <a:ext cx="0" cy="671400"/>
          </a:xfrm>
          <a:prstGeom prst="straightConnector1">
            <a:avLst/>
          </a:prstGeom>
          <a:noFill/>
          <a:ln cap="flat" cmpd="sng" w="9525">
            <a:solidFill>
              <a:schemeClr val="dk2"/>
            </a:solidFill>
            <a:prstDash val="solid"/>
            <a:round/>
            <a:headEnd len="med" w="med" type="none"/>
            <a:tailEnd len="med" w="med" type="none"/>
          </a:ln>
        </p:spPr>
      </p:cxnSp>
      <p:sp>
        <p:nvSpPr>
          <p:cNvPr id="849" name="Google Shape;849;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50" name="Google Shape;850;p48"/>
          <p:cNvSpPr txBox="1"/>
          <p:nvPr/>
        </p:nvSpPr>
        <p:spPr>
          <a:xfrm>
            <a:off x="1137900" y="1418950"/>
            <a:ext cx="6868200" cy="2841900"/>
          </a:xfrm>
          <a:prstGeom prst="rect">
            <a:avLst/>
          </a:prstGeom>
          <a:blipFill rotWithShape="1">
            <a:blip r:embed="rId3">
              <a:alphaModFix/>
            </a:blip>
            <a:stretch>
              <a:fillRect b="0" l="-1040" r="0" t="-2240"/>
            </a:stretch>
          </a:blip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rPr lang="en" sz="2800">
                <a:solidFill>
                  <a:srgbClr val="000000"/>
                </a:solidFill>
                <a:latin typeface="Calibri"/>
                <a:ea typeface="Calibri"/>
                <a:cs typeface="Calibri"/>
                <a:sym typeface="Calibri"/>
              </a:rPr>
              <a:t> </a:t>
            </a:r>
            <a:endParaRPr sz="2800">
              <a:solidFill>
                <a:srgbClr val="000000"/>
              </a:solidFill>
              <a:latin typeface="Calibri"/>
              <a:ea typeface="Calibri"/>
              <a:cs typeface="Calibri"/>
              <a:sym typeface="Calibri"/>
            </a:endParaRPr>
          </a:p>
        </p:txBody>
      </p:sp>
      <p:pic>
        <p:nvPicPr>
          <p:cNvPr id="851" name="Google Shape;851;p48"/>
          <p:cNvPicPr preferRelativeResize="0"/>
          <p:nvPr/>
        </p:nvPicPr>
        <p:blipFill rotWithShape="1">
          <a:blip r:embed="rId4">
            <a:alphaModFix/>
          </a:blip>
          <a:srcRect b="0" l="0" r="0" t="0"/>
          <a:stretch/>
        </p:blipFill>
        <p:spPr>
          <a:xfrm>
            <a:off x="1690401" y="2742586"/>
            <a:ext cx="2687596" cy="1874114"/>
          </a:xfrm>
          <a:prstGeom prst="rect">
            <a:avLst/>
          </a:prstGeom>
          <a:noFill/>
          <a:ln>
            <a:noFill/>
          </a:ln>
        </p:spPr>
      </p:pic>
      <p:pic>
        <p:nvPicPr>
          <p:cNvPr id="852" name="Google Shape;852;p48"/>
          <p:cNvPicPr preferRelativeResize="0"/>
          <p:nvPr/>
        </p:nvPicPr>
        <p:blipFill rotWithShape="1">
          <a:blip r:embed="rId5">
            <a:alphaModFix/>
          </a:blip>
          <a:srcRect b="0" l="0" r="0" t="0"/>
          <a:stretch/>
        </p:blipFill>
        <p:spPr>
          <a:xfrm>
            <a:off x="5202079" y="3022447"/>
            <a:ext cx="2725245" cy="131439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49"/>
          <p:cNvSpPr txBox="1"/>
          <p:nvPr>
            <p:ph type="title"/>
          </p:nvPr>
        </p:nvSpPr>
        <p:spPr>
          <a:xfrm>
            <a:off x="715100" y="894750"/>
            <a:ext cx="5397000" cy="55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Parity Generator and Checker</a:t>
            </a:r>
            <a:endParaRPr/>
          </a:p>
        </p:txBody>
      </p:sp>
      <p:cxnSp>
        <p:nvCxnSpPr>
          <p:cNvPr id="858" name="Google Shape;858;p49"/>
          <p:cNvCxnSpPr>
            <a:stCxn id="859" idx="3"/>
          </p:cNvCxnSpPr>
          <p:nvPr/>
        </p:nvCxnSpPr>
        <p:spPr>
          <a:xfrm>
            <a:off x="8590075" y="2571749"/>
            <a:ext cx="1078500" cy="0"/>
          </a:xfrm>
          <a:prstGeom prst="straightConnector1">
            <a:avLst/>
          </a:prstGeom>
          <a:noFill/>
          <a:ln cap="flat" cmpd="sng" w="9525">
            <a:solidFill>
              <a:schemeClr val="dk2"/>
            </a:solidFill>
            <a:prstDash val="solid"/>
            <a:round/>
            <a:headEnd len="med" w="med" type="none"/>
            <a:tailEnd len="med" w="med" type="none"/>
          </a:ln>
        </p:spPr>
      </p:cxnSp>
      <p:cxnSp>
        <p:nvCxnSpPr>
          <p:cNvPr id="860" name="Google Shape;860;p49"/>
          <p:cNvCxnSpPr>
            <a:endCxn id="859" idx="0"/>
          </p:cNvCxnSpPr>
          <p:nvPr/>
        </p:nvCxnSpPr>
        <p:spPr>
          <a:xfrm>
            <a:off x="6773000" y="-136400"/>
            <a:ext cx="0" cy="671400"/>
          </a:xfrm>
          <a:prstGeom prst="straightConnector1">
            <a:avLst/>
          </a:prstGeom>
          <a:noFill/>
          <a:ln cap="flat" cmpd="sng" w="9525">
            <a:solidFill>
              <a:schemeClr val="dk2"/>
            </a:solidFill>
            <a:prstDash val="solid"/>
            <a:round/>
            <a:headEnd len="med" w="med" type="none"/>
            <a:tailEnd len="med" w="med" type="none"/>
          </a:ln>
        </p:spPr>
      </p:cxnSp>
      <p:sp>
        <p:nvSpPr>
          <p:cNvPr id="861" name="Google Shape;861;p4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62" name="Google Shape;862;p49"/>
          <p:cNvSpPr txBox="1"/>
          <p:nvPr/>
        </p:nvSpPr>
        <p:spPr>
          <a:xfrm>
            <a:off x="1059613" y="1389750"/>
            <a:ext cx="6990600" cy="2892300"/>
          </a:xfrm>
          <a:prstGeom prst="rect">
            <a:avLst/>
          </a:prstGeom>
          <a:blipFill rotWithShape="1">
            <a:blip r:embed="rId3">
              <a:alphaModFix/>
            </a:blip>
            <a:stretch>
              <a:fillRect b="0" l="-1040" r="0" t="-2240"/>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2800"/>
              <a:buChar char="•"/>
            </a:pPr>
            <a:r>
              <a:rPr lang="en" sz="2800">
                <a:solidFill>
                  <a:srgbClr val="000000"/>
                </a:solidFill>
                <a:latin typeface="Calibri"/>
                <a:ea typeface="Calibri"/>
                <a:cs typeface="Calibri"/>
                <a:sym typeface="Calibri"/>
              </a:rPr>
              <a:t> </a:t>
            </a:r>
            <a:endParaRPr sz="2800">
              <a:solidFill>
                <a:srgbClr val="000000"/>
              </a:solidFill>
              <a:latin typeface="Calibri"/>
              <a:ea typeface="Calibri"/>
              <a:cs typeface="Calibri"/>
              <a:sym typeface="Calibri"/>
            </a:endParaRPr>
          </a:p>
        </p:txBody>
      </p:sp>
      <p:pic>
        <p:nvPicPr>
          <p:cNvPr id="863" name="Google Shape;863;p49"/>
          <p:cNvPicPr preferRelativeResize="0"/>
          <p:nvPr/>
        </p:nvPicPr>
        <p:blipFill rotWithShape="1">
          <a:blip r:embed="rId4">
            <a:alphaModFix/>
          </a:blip>
          <a:srcRect b="0" l="0" r="0" t="0"/>
          <a:stretch/>
        </p:blipFill>
        <p:spPr>
          <a:xfrm>
            <a:off x="3386523" y="3048650"/>
            <a:ext cx="2336574" cy="1233709"/>
          </a:xfrm>
          <a:prstGeom prst="rect">
            <a:avLst/>
          </a:prstGeom>
          <a:noFill/>
          <a:ln>
            <a:noFill/>
          </a:ln>
        </p:spPr>
      </p:pic>
      <p:pic>
        <p:nvPicPr>
          <p:cNvPr id="864" name="Google Shape;864;p49"/>
          <p:cNvPicPr preferRelativeResize="0"/>
          <p:nvPr/>
        </p:nvPicPr>
        <p:blipFill rotWithShape="1">
          <a:blip r:embed="rId5">
            <a:alphaModFix/>
          </a:blip>
          <a:srcRect b="0" l="0" r="0" t="0"/>
          <a:stretch/>
        </p:blipFill>
        <p:spPr>
          <a:xfrm>
            <a:off x="5840564" y="2241375"/>
            <a:ext cx="2243814" cy="244637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50"/>
          <p:cNvSpPr txBox="1"/>
          <p:nvPr>
            <p:ph idx="1" type="subTitle"/>
          </p:nvPr>
        </p:nvSpPr>
        <p:spPr>
          <a:xfrm>
            <a:off x="2241500" y="2869150"/>
            <a:ext cx="4867800" cy="65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Feel free to ask any questions</a:t>
            </a:r>
            <a:endParaRPr/>
          </a:p>
        </p:txBody>
      </p:sp>
      <p:sp>
        <p:nvSpPr>
          <p:cNvPr id="870" name="Google Shape;870;p50"/>
          <p:cNvSpPr txBox="1"/>
          <p:nvPr>
            <p:ph type="title"/>
          </p:nvPr>
        </p:nvSpPr>
        <p:spPr>
          <a:xfrm>
            <a:off x="2241400" y="1811225"/>
            <a:ext cx="4867800" cy="83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Thank You !!</a:t>
            </a:r>
            <a:endParaRPr/>
          </a:p>
        </p:txBody>
      </p:sp>
      <p:cxnSp>
        <p:nvCxnSpPr>
          <p:cNvPr id="871" name="Google Shape;871;p50"/>
          <p:cNvCxnSpPr>
            <a:endCxn id="869" idx="2"/>
          </p:cNvCxnSpPr>
          <p:nvPr/>
        </p:nvCxnSpPr>
        <p:spPr>
          <a:xfrm rot="10800000">
            <a:off x="4675400" y="3520150"/>
            <a:ext cx="0" cy="1775700"/>
          </a:xfrm>
          <a:prstGeom prst="straightConnector1">
            <a:avLst/>
          </a:prstGeom>
          <a:noFill/>
          <a:ln cap="flat" cmpd="sng" w="9525">
            <a:solidFill>
              <a:schemeClr val="dk2"/>
            </a:solidFill>
            <a:prstDash val="solid"/>
            <a:round/>
            <a:headEnd len="med" w="med" type="none"/>
            <a:tailEnd len="med" w="med" type="none"/>
          </a:ln>
        </p:spPr>
      </p:cxnSp>
      <p:sp>
        <p:nvSpPr>
          <p:cNvPr id="872" name="Google Shape;872;p5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Conference Style Presentation by Slidesgo">
  <a:themeElements>
    <a:clrScheme name="Simple Light">
      <a:dk1>
        <a:srgbClr val="041E36"/>
      </a:dk1>
      <a:lt1>
        <a:srgbClr val="E5F1F5"/>
      </a:lt1>
      <a:dk2>
        <a:srgbClr val="1C4587"/>
      </a:dk2>
      <a:lt2>
        <a:srgbClr val="FFFFFF"/>
      </a:lt2>
      <a:accent1>
        <a:srgbClr val="FFFFFF"/>
      </a:accent1>
      <a:accent2>
        <a:srgbClr val="FFFFFF"/>
      </a:accent2>
      <a:accent3>
        <a:srgbClr val="FFFFFF"/>
      </a:accent3>
      <a:accent4>
        <a:srgbClr val="FFFFFF"/>
      </a:accent4>
      <a:accent5>
        <a:srgbClr val="FFFFFF"/>
      </a:accent5>
      <a:accent6>
        <a:srgbClr val="FFFFFF"/>
      </a:accent6>
      <a:hlink>
        <a:srgbClr val="041E3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