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</p:sldIdLst>
  <p:sldSz cy="5143500" cx="9144000"/>
  <p:notesSz cx="6858000" cy="9144000"/>
  <p:embeddedFontLst>
    <p:embeddedFont>
      <p:font typeface="Nunito"/>
      <p:regular r:id="rId40"/>
      <p:bold r:id="rId41"/>
      <p:italic r:id="rId42"/>
      <p:boldItalic r:id="rId43"/>
    </p:embeddedFont>
    <p:embeddedFont>
      <p:font typeface="Inter Tight"/>
      <p:regular r:id="rId44"/>
      <p:bold r:id="rId45"/>
      <p:italic r:id="rId46"/>
      <p:boldItalic r:id="rId47"/>
    </p:embeddedFont>
    <p:embeddedFont>
      <p:font typeface="Open Sans"/>
      <p:regular r:id="rId48"/>
      <p:bold r:id="rId49"/>
      <p:italic r:id="rId50"/>
      <p:boldItalic r:id="rId51"/>
    </p:embeddedFont>
    <p:embeddedFont>
      <p:font typeface="Inter Tight SemiBold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unito-regular.fntdata"/><Relationship Id="rId42" Type="http://schemas.openxmlformats.org/officeDocument/2006/relationships/font" Target="fonts/Nunito-italic.fntdata"/><Relationship Id="rId41" Type="http://schemas.openxmlformats.org/officeDocument/2006/relationships/font" Target="fonts/Nunito-bold.fntdata"/><Relationship Id="rId44" Type="http://schemas.openxmlformats.org/officeDocument/2006/relationships/font" Target="fonts/InterTight-regular.fntdata"/><Relationship Id="rId43" Type="http://schemas.openxmlformats.org/officeDocument/2006/relationships/font" Target="fonts/Nunito-boldItalic.fntdata"/><Relationship Id="rId46" Type="http://schemas.openxmlformats.org/officeDocument/2006/relationships/font" Target="fonts/InterTight-italic.fntdata"/><Relationship Id="rId45" Type="http://schemas.openxmlformats.org/officeDocument/2006/relationships/font" Target="fonts/InterTight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OpenSans-regular.fntdata"/><Relationship Id="rId47" Type="http://schemas.openxmlformats.org/officeDocument/2006/relationships/font" Target="fonts/InterTight-boldItalic.fntdata"/><Relationship Id="rId49" Type="http://schemas.openxmlformats.org/officeDocument/2006/relationships/font" Target="fonts/OpenSan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OpenSans-boldItalic.fntdata"/><Relationship Id="rId50" Type="http://schemas.openxmlformats.org/officeDocument/2006/relationships/font" Target="fonts/OpenSans-italic.fntdata"/><Relationship Id="rId53" Type="http://schemas.openxmlformats.org/officeDocument/2006/relationships/font" Target="fonts/InterTightSemiBold-bold.fntdata"/><Relationship Id="rId52" Type="http://schemas.openxmlformats.org/officeDocument/2006/relationships/font" Target="fonts/InterTightSemiBold-regular.fntdata"/><Relationship Id="rId11" Type="http://schemas.openxmlformats.org/officeDocument/2006/relationships/slide" Target="slides/slide7.xml"/><Relationship Id="rId55" Type="http://schemas.openxmlformats.org/officeDocument/2006/relationships/font" Target="fonts/InterTightSemiBold-boldItalic.fntdata"/><Relationship Id="rId10" Type="http://schemas.openxmlformats.org/officeDocument/2006/relationships/slide" Target="slides/slide6.xml"/><Relationship Id="rId54" Type="http://schemas.openxmlformats.org/officeDocument/2006/relationships/font" Target="fonts/InterTightSemiBold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12126a3bec9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12126a3bec9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6dde2e61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6dde2e61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6dde2e612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36dde2e612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6dde2e612f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36dde2e612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6dde2e612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36dde2e612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6dde2e612f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36dde2e612f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6dde2e612f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36dde2e612f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6dde2e612f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36dde2e612f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6dde2e612f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36dde2e612f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6dde2e612f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36dde2e612f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6dde2e612f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36dde2e612f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6dde2e612f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36dde2e612f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6dde2e612f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g36dde2e612f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6dde2e612f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36dde2e612f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36dde2e612f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36dde2e612f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6dde2e612f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36dde2e612f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6dde2e612f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36dde2e612f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36dde2e612f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36dde2e612f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36dde2e612f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5" name="Google Shape;795;g36dde2e612f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6dde2e612f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36dde2e612f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36dde2e612f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36dde2e612f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36dde2e612f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36dde2e612f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36dde2e612f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36dde2e612f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6dde2e612f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9" name="Google Shape;849;g36dde2e612f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36dde2e612f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36dde2e612f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36dde2e612f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36dde2e612f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6dde2e612f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36dde2e612f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36dde2e612f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36dde2e612f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36dde2e612f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36dde2e612f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36dde2e612f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36dde2e612f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36dde2e612f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0" name="Google Shape;920;g36dde2e612f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36dde2e612f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36dde2e612f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36ae6cb7ca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36ae6cb7ca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11fba705b9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11fba705b9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182575" y="180750"/>
            <a:ext cx="9014125" cy="4782000"/>
            <a:chOff x="182575" y="180750"/>
            <a:chExt cx="9014125" cy="4782000"/>
          </a:xfrm>
        </p:grpSpPr>
        <p:sp>
          <p:nvSpPr>
            <p:cNvPr id="11" name="Google Shape;11;p2"/>
            <p:cNvSpPr/>
            <p:nvPr/>
          </p:nvSpPr>
          <p:spPr>
            <a:xfrm>
              <a:off x="8084900" y="1784100"/>
              <a:ext cx="11118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4" name="Google Shape;14;p2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" name="Google Shape;15;p2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" name="Google Shape;16;p2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" name="Google Shape;18;p2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" name="Google Shape;19;p2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" name="Google Shape;20;p2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" name="Google Shape;21;p2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" name="Google Shape;22;p2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" name="Google Shape;23;p2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" name="Google Shape;24;p2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" name="Google Shape;25;p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" name="Google Shape;26;p2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" name="Google Shape;27;p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" name="Google Shape;28;p2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" name="Google Shape;29;p2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0" name="Google Shape;30;p2"/>
          <p:cNvSpPr/>
          <p:nvPr/>
        </p:nvSpPr>
        <p:spPr>
          <a:xfrm>
            <a:off x="856075" y="641475"/>
            <a:ext cx="7431900" cy="386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" name="Google Shape;31;p2"/>
          <p:cNvSpPr txBox="1"/>
          <p:nvPr>
            <p:ph type="ctrTitle"/>
          </p:nvPr>
        </p:nvSpPr>
        <p:spPr>
          <a:xfrm>
            <a:off x="1058900" y="1560913"/>
            <a:ext cx="7026000" cy="141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2" name="Google Shape;32;p2"/>
          <p:cNvSpPr txBox="1"/>
          <p:nvPr>
            <p:ph idx="1" type="subTitle"/>
          </p:nvPr>
        </p:nvSpPr>
        <p:spPr>
          <a:xfrm>
            <a:off x="1058900" y="3173088"/>
            <a:ext cx="7026000" cy="4095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oogle Shape;34;p3"/>
          <p:cNvGrpSpPr/>
          <p:nvPr/>
        </p:nvGrpSpPr>
        <p:grpSpPr>
          <a:xfrm>
            <a:off x="-231525" y="180750"/>
            <a:ext cx="9126225" cy="4782000"/>
            <a:chOff x="-231525" y="180750"/>
            <a:chExt cx="9126225" cy="4782000"/>
          </a:xfrm>
        </p:grpSpPr>
        <p:sp>
          <p:nvSpPr>
            <p:cNvPr id="35" name="Google Shape;35;p3"/>
            <p:cNvSpPr/>
            <p:nvPr/>
          </p:nvSpPr>
          <p:spPr>
            <a:xfrm>
              <a:off x="-231525" y="3273350"/>
              <a:ext cx="1743900" cy="8475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7" name="Google Shape;37;p3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38" name="Google Shape;38;p3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" name="Google Shape;39;p3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" name="Google Shape;40;p3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" name="Google Shape;41;p3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" name="Google Shape;42;p3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" name="Google Shape;43;p3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" name="Google Shape;44;p3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" name="Google Shape;45;p3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" name="Google Shape;46;p3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" name="Google Shape;47;p3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" name="Google Shape;48;p3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" name="Google Shape;49;p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" name="Google Shape;50;p3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" name="Google Shape;51;p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" name="Google Shape;52;p3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" name="Google Shape;53;p3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4" name="Google Shape;54;p3"/>
          <p:cNvSpPr/>
          <p:nvPr/>
        </p:nvSpPr>
        <p:spPr>
          <a:xfrm>
            <a:off x="1140075" y="1022650"/>
            <a:ext cx="6863700" cy="309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" name="Google Shape;55;p3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6" name="Google Shape;56;p3"/>
          <p:cNvSpPr txBox="1"/>
          <p:nvPr>
            <p:ph hasCustomPrompt="1"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7" name="Google Shape;57;p3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4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61" name="Google Shape;61;p4"/>
            <p:cNvSpPr/>
            <p:nvPr/>
          </p:nvSpPr>
          <p:spPr>
            <a:xfrm>
              <a:off x="8355625" y="35229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63" name="Google Shape;63;p4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64" name="Google Shape;64;p4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" name="Google Shape;65;p4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" name="Google Shape;66;p4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" name="Google Shape;67;p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8" name="Google Shape;68;p4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9" name="Google Shape;69;p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0" name="Google Shape;70;p4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1" name="Google Shape;71;p4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" name="Google Shape;72;p4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" name="Google Shape;73;p4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" name="Google Shape;74;p4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" name="Google Shape;75;p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" name="Google Shape;76;p4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" name="Google Shape;77;p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8" name="Google Shape;78;p4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9" name="Google Shape;79;p4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0" name="Google Shape;80;p4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" name="Google Shape;81;p4"/>
          <p:cNvSpPr txBox="1"/>
          <p:nvPr>
            <p:ph type="title"/>
          </p:nvPr>
        </p:nvSpPr>
        <p:spPr>
          <a:xfrm>
            <a:off x="715100" y="894750"/>
            <a:ext cx="40467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" name="Google Shape;82;p4"/>
          <p:cNvSpPr txBox="1"/>
          <p:nvPr>
            <p:ph idx="1" type="body"/>
          </p:nvPr>
        </p:nvSpPr>
        <p:spPr>
          <a:xfrm>
            <a:off x="715100" y="1451850"/>
            <a:ext cx="4046700" cy="27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83" name="Google Shape;83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434343"/>
                </a:solidFill>
              </a:defRPr>
            </a:lvl1pPr>
            <a:lvl2pPr lvl="1">
              <a:buNone/>
              <a:defRPr>
                <a:solidFill>
                  <a:srgbClr val="434343"/>
                </a:solidFill>
              </a:defRPr>
            </a:lvl2pPr>
            <a:lvl3pPr lvl="2">
              <a:buNone/>
              <a:defRPr>
                <a:solidFill>
                  <a:srgbClr val="434343"/>
                </a:solidFill>
              </a:defRPr>
            </a:lvl3pPr>
            <a:lvl4pPr lvl="3">
              <a:buNone/>
              <a:defRPr>
                <a:solidFill>
                  <a:srgbClr val="434343"/>
                </a:solidFill>
              </a:defRPr>
            </a:lvl4pPr>
            <a:lvl5pPr lvl="4">
              <a:buNone/>
              <a:defRPr>
                <a:solidFill>
                  <a:srgbClr val="434343"/>
                </a:solidFill>
              </a:defRPr>
            </a:lvl5pPr>
            <a:lvl6pPr lvl="5">
              <a:buNone/>
              <a:defRPr>
                <a:solidFill>
                  <a:srgbClr val="434343"/>
                </a:solidFill>
              </a:defRPr>
            </a:lvl6pPr>
            <a:lvl7pPr lvl="6">
              <a:buNone/>
              <a:defRPr>
                <a:solidFill>
                  <a:srgbClr val="434343"/>
                </a:solidFill>
              </a:defRPr>
            </a:lvl7pPr>
            <a:lvl8pPr lvl="7">
              <a:buNone/>
              <a:defRPr>
                <a:solidFill>
                  <a:srgbClr val="434343"/>
                </a:solidFill>
              </a:defRPr>
            </a:lvl8pPr>
            <a:lvl9pPr lvl="8">
              <a:buNone/>
              <a:defRPr>
                <a:solidFill>
                  <a:srgbClr val="43434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5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86" name="Google Shape;86;p5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88" name="Google Shape;88;p5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89" name="Google Shape;89;p5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" name="Google Shape;90;p5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" name="Google Shape;91;p5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2" name="Google Shape;92;p5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" name="Google Shape;93;p5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" name="Google Shape;94;p5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" name="Google Shape;95;p5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6" name="Google Shape;96;p5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7" name="Google Shape;97;p5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" name="Google Shape;98;p5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" name="Google Shape;99;p5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" name="Google Shape;100;p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1" name="Google Shape;101;p5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2" name="Google Shape;102;p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" name="Google Shape;103;p5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" name="Google Shape;104;p5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5" name="Google Shape;105;p5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5"/>
          <p:cNvSpPr txBox="1"/>
          <p:nvPr>
            <p:ph idx="1" type="subTitle"/>
          </p:nvPr>
        </p:nvSpPr>
        <p:spPr>
          <a:xfrm>
            <a:off x="1428900" y="1940800"/>
            <a:ext cx="23520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107" name="Google Shape;107;p5"/>
          <p:cNvSpPr txBox="1"/>
          <p:nvPr>
            <p:ph idx="2" type="subTitle"/>
          </p:nvPr>
        </p:nvSpPr>
        <p:spPr>
          <a:xfrm>
            <a:off x="1428900" y="3114425"/>
            <a:ext cx="23520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108" name="Google Shape;108;p5"/>
          <p:cNvSpPr txBox="1"/>
          <p:nvPr>
            <p:ph idx="3" type="subTitle"/>
          </p:nvPr>
        </p:nvSpPr>
        <p:spPr>
          <a:xfrm>
            <a:off x="1428900" y="2297500"/>
            <a:ext cx="23520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5"/>
          <p:cNvSpPr txBox="1"/>
          <p:nvPr>
            <p:ph idx="4" type="subTitle"/>
          </p:nvPr>
        </p:nvSpPr>
        <p:spPr>
          <a:xfrm>
            <a:off x="1428900" y="3471125"/>
            <a:ext cx="2352000" cy="4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5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1" name="Google Shape;111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6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114" name="Google Shape;114;p6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16" name="Google Shape;116;p6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17" name="Google Shape;117;p6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" name="Google Shape;118;p6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" name="Google Shape;119;p6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" name="Google Shape;120;p6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" name="Google Shape;121;p6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" name="Google Shape;122;p6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" name="Google Shape;123;p6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" name="Google Shape;124;p6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" name="Google Shape;125;p6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" name="Google Shape;126;p6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" name="Google Shape;127;p6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" name="Google Shape;128;p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9" name="Google Shape;129;p6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" name="Google Shape;130;p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1" name="Google Shape;131;p6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2" name="Google Shape;132;p6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3" name="Google Shape;133;p6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p6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5" name="Google Shape;135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7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138" name="Google Shape;138;p7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40" name="Google Shape;140;p7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41" name="Google Shape;141;p7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" name="Google Shape;142;p7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" name="Google Shape;143;p7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" name="Google Shape;144;p7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" name="Google Shape;145;p7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6" name="Google Shape;146;p7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7" name="Google Shape;147;p7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" name="Google Shape;148;p7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" name="Google Shape;149;p7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" name="Google Shape;150;p7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" name="Google Shape;151;p7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" name="Google Shape;152;p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3" name="Google Shape;153;p7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" name="Google Shape;154;p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" name="Google Shape;155;p7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" name="Google Shape;156;p7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7" name="Google Shape;157;p7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" name="Google Shape;158;p7"/>
          <p:cNvSpPr txBox="1"/>
          <p:nvPr>
            <p:ph idx="1" type="body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59" name="Google Shape;159;p7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0" name="Google Shape;160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434343"/>
                </a:solidFill>
              </a:defRPr>
            </a:lvl1pPr>
            <a:lvl2pPr lvl="1">
              <a:buNone/>
              <a:defRPr>
                <a:solidFill>
                  <a:srgbClr val="434343"/>
                </a:solidFill>
              </a:defRPr>
            </a:lvl2pPr>
            <a:lvl3pPr lvl="2">
              <a:buNone/>
              <a:defRPr>
                <a:solidFill>
                  <a:srgbClr val="434343"/>
                </a:solidFill>
              </a:defRPr>
            </a:lvl3pPr>
            <a:lvl4pPr lvl="3">
              <a:buNone/>
              <a:defRPr>
                <a:solidFill>
                  <a:srgbClr val="434343"/>
                </a:solidFill>
              </a:defRPr>
            </a:lvl4pPr>
            <a:lvl5pPr lvl="4">
              <a:buNone/>
              <a:defRPr>
                <a:solidFill>
                  <a:srgbClr val="434343"/>
                </a:solidFill>
              </a:defRPr>
            </a:lvl5pPr>
            <a:lvl6pPr lvl="5">
              <a:buNone/>
              <a:defRPr>
                <a:solidFill>
                  <a:srgbClr val="434343"/>
                </a:solidFill>
              </a:defRPr>
            </a:lvl6pPr>
            <a:lvl7pPr lvl="6">
              <a:buNone/>
              <a:defRPr>
                <a:solidFill>
                  <a:srgbClr val="434343"/>
                </a:solidFill>
              </a:defRPr>
            </a:lvl7pPr>
            <a:lvl8pPr lvl="7">
              <a:buNone/>
              <a:defRPr>
                <a:solidFill>
                  <a:srgbClr val="434343"/>
                </a:solidFill>
              </a:defRPr>
            </a:lvl8pPr>
            <a:lvl9pPr lvl="8">
              <a:buNone/>
              <a:defRPr>
                <a:solidFill>
                  <a:srgbClr val="43434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8"/>
          <p:cNvGrpSpPr/>
          <p:nvPr/>
        </p:nvGrpSpPr>
        <p:grpSpPr>
          <a:xfrm>
            <a:off x="182575" y="180750"/>
            <a:ext cx="9069975" cy="4782000"/>
            <a:chOff x="182575" y="180750"/>
            <a:chExt cx="9069975" cy="4782000"/>
          </a:xfrm>
        </p:grpSpPr>
        <p:sp>
          <p:nvSpPr>
            <p:cNvPr id="163" name="Google Shape;163;p8"/>
            <p:cNvSpPr/>
            <p:nvPr/>
          </p:nvSpPr>
          <p:spPr>
            <a:xfrm flipH="1" rot="10800000">
              <a:off x="7329850" y="3217900"/>
              <a:ext cx="1922700" cy="9057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65" name="Google Shape;165;p8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66" name="Google Shape;166;p8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7" name="Google Shape;167;p8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8" name="Google Shape;168;p8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9" name="Google Shape;169;p8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0" name="Google Shape;170;p8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" name="Google Shape;171;p8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2" name="Google Shape;172;p8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3" name="Google Shape;173;p8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" name="Google Shape;174;p8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" name="Google Shape;175;p8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" name="Google Shape;176;p8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" name="Google Shape;177;p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" name="Google Shape;178;p8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9" name="Google Shape;179;p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0" name="Google Shape;180;p8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" name="Google Shape;181;p8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2" name="Google Shape;182;p8"/>
          <p:cNvSpPr/>
          <p:nvPr/>
        </p:nvSpPr>
        <p:spPr>
          <a:xfrm>
            <a:off x="1013650" y="1022650"/>
            <a:ext cx="7116600" cy="309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3" name="Google Shape;183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84" name="Google Shape;184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9"/>
          <p:cNvGrpSpPr/>
          <p:nvPr/>
        </p:nvGrpSpPr>
        <p:grpSpPr>
          <a:xfrm>
            <a:off x="182575" y="180750"/>
            <a:ext cx="9069975" cy="4782000"/>
            <a:chOff x="182575" y="180750"/>
            <a:chExt cx="9069975" cy="4782000"/>
          </a:xfrm>
        </p:grpSpPr>
        <p:sp>
          <p:nvSpPr>
            <p:cNvPr id="187" name="Google Shape;187;p9"/>
            <p:cNvSpPr/>
            <p:nvPr/>
          </p:nvSpPr>
          <p:spPr>
            <a:xfrm flipH="1" rot="10800000">
              <a:off x="7329850" y="3217900"/>
              <a:ext cx="1922700" cy="9057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88" name="Google Shape;188;p9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89" name="Google Shape;189;p9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190" name="Google Shape;190;p9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" name="Google Shape;191;p9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2" name="Google Shape;192;p9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3" name="Google Shape;193;p9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4" name="Google Shape;194;p9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5" name="Google Shape;195;p9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6" name="Google Shape;196;p9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7" name="Google Shape;197;p9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8" name="Google Shape;198;p9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9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" name="Google Shape;200;p9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1" name="Google Shape;201;p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2" name="Google Shape;202;p9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3" name="Google Shape;203;p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" name="Google Shape;204;p9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5" name="Google Shape;205;p9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6" name="Google Shape;206;p9"/>
          <p:cNvSpPr/>
          <p:nvPr/>
        </p:nvSpPr>
        <p:spPr>
          <a:xfrm>
            <a:off x="1589850" y="1022650"/>
            <a:ext cx="5964300" cy="309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7" name="Google Shape;207;p9"/>
          <p:cNvSpPr txBox="1"/>
          <p:nvPr>
            <p:ph type="title"/>
          </p:nvPr>
        </p:nvSpPr>
        <p:spPr>
          <a:xfrm>
            <a:off x="2241400" y="1354025"/>
            <a:ext cx="4867800" cy="83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8" name="Google Shape;208;p9"/>
          <p:cNvSpPr txBox="1"/>
          <p:nvPr>
            <p:ph idx="1" type="subTitle"/>
          </p:nvPr>
        </p:nvSpPr>
        <p:spPr>
          <a:xfrm>
            <a:off x="2241504" y="2261775"/>
            <a:ext cx="4867800" cy="12585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10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212" name="Google Shape;212;p10"/>
            <p:cNvSpPr/>
            <p:nvPr/>
          </p:nvSpPr>
          <p:spPr>
            <a:xfrm>
              <a:off x="-33410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3" name="Google Shape;213;p10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14" name="Google Shape;214;p10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15" name="Google Shape;215;p10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6" name="Google Shape;216;p10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7" name="Google Shape;217;p10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8" name="Google Shape;218;p10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9" name="Google Shape;219;p10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0" name="Google Shape;220;p10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1" name="Google Shape;221;p10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2" name="Google Shape;222;p10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3" name="Google Shape;223;p10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4" name="Google Shape;224;p10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5" name="Google Shape;225;p10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6" name="Google Shape;226;p1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7" name="Google Shape;227;p10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8" name="Google Shape;228;p1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9" name="Google Shape;229;p10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0" name="Google Shape;230;p10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31" name="Google Shape;231;p10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2" name="Google Shape;232;p10"/>
          <p:cNvSpPr txBox="1"/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3" name="Google Shape;233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oogle Shape;235;p11"/>
          <p:cNvGrpSpPr/>
          <p:nvPr/>
        </p:nvGrpSpPr>
        <p:grpSpPr>
          <a:xfrm>
            <a:off x="-334100" y="-138700"/>
            <a:ext cx="9228800" cy="5101450"/>
            <a:chOff x="-334100" y="-138700"/>
            <a:chExt cx="9228800" cy="5101450"/>
          </a:xfrm>
        </p:grpSpPr>
        <p:sp>
          <p:nvSpPr>
            <p:cNvPr id="236" name="Google Shape;236;p11"/>
            <p:cNvSpPr/>
            <p:nvPr/>
          </p:nvSpPr>
          <p:spPr>
            <a:xfrm>
              <a:off x="-334100" y="-1387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7" name="Google Shape;237;p11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38" name="Google Shape;238;p11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39" name="Google Shape;239;p11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" name="Google Shape;240;p11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1" name="Google Shape;241;p11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2" name="Google Shape;242;p11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3" name="Google Shape;243;p11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" name="Google Shape;244;p11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5" name="Google Shape;245;p11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6" name="Google Shape;246;p11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7" name="Google Shape;247;p11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8" name="Google Shape;248;p11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9" name="Google Shape;249;p11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0" name="Google Shape;250;p11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1" name="Google Shape;251;p11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2" name="Google Shape;252;p11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3" name="Google Shape;253;p11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4" name="Google Shape;254;p11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55" name="Google Shape;255;p11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6" name="Google Shape;256;p11"/>
          <p:cNvSpPr txBox="1"/>
          <p:nvPr>
            <p:ph hasCustomPrompt="1" type="title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57" name="Google Shape;257;p11"/>
          <p:cNvSpPr txBox="1"/>
          <p:nvPr>
            <p:ph idx="1" type="subTitle"/>
          </p:nvPr>
        </p:nvSpPr>
        <p:spPr>
          <a:xfrm>
            <a:off x="1284000" y="3333375"/>
            <a:ext cx="6576000" cy="7134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58" name="Google Shape;258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Google Shape;262;p13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263" name="Google Shape;263;p13"/>
            <p:cNvSpPr/>
            <p:nvPr/>
          </p:nvSpPr>
          <p:spPr>
            <a:xfrm>
              <a:off x="-33410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4" name="Google Shape;264;p13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65" name="Google Shape;265;p13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66" name="Google Shape;266;p13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7" name="Google Shape;267;p13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8" name="Google Shape;268;p13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9" name="Google Shape;269;p13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0" name="Google Shape;270;p13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1" name="Google Shape;271;p13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2" name="Google Shape;272;p13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3" name="Google Shape;273;p13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82" name="Google Shape;282;p13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3" name="Google Shape;283;p13"/>
          <p:cNvSpPr txBox="1"/>
          <p:nvPr>
            <p:ph type="title"/>
          </p:nvPr>
        </p:nvSpPr>
        <p:spPr>
          <a:xfrm>
            <a:off x="1535775" y="3419063"/>
            <a:ext cx="6072600" cy="411600"/>
          </a:xfrm>
          <a:prstGeom prst="rect">
            <a:avLst/>
          </a:prstGeom>
          <a:solidFill>
            <a:srgbClr val="1C4587">
              <a:alpha val="2893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4" name="Google Shape;284;p13"/>
          <p:cNvSpPr txBox="1"/>
          <p:nvPr>
            <p:ph idx="1" type="subTitle"/>
          </p:nvPr>
        </p:nvSpPr>
        <p:spPr>
          <a:xfrm>
            <a:off x="1535775" y="1123425"/>
            <a:ext cx="6072600" cy="207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85" name="Google Shape;285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287;p14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288" name="Google Shape;288;p14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89" name="Google Shape;289;p14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90" name="Google Shape;290;p14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291" name="Google Shape;291;p14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2" name="Google Shape;292;p14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3" name="Google Shape;293;p14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4" name="Google Shape;294;p1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5" name="Google Shape;295;p14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6" name="Google Shape;296;p14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7" name="Google Shape;297;p14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8" name="Google Shape;298;p14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9" name="Google Shape;299;p14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5" name="Google Shape;305;p14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07" name="Google Shape;307;p14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8" name="Google Shape;308;p14"/>
          <p:cNvSpPr txBox="1"/>
          <p:nvPr>
            <p:ph idx="1" type="subTitle"/>
          </p:nvPr>
        </p:nvSpPr>
        <p:spPr>
          <a:xfrm>
            <a:off x="715100" y="1253525"/>
            <a:ext cx="77040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0" name="Google Shape;310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oogle Shape;312;p15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313" name="Google Shape;313;p15"/>
            <p:cNvSpPr/>
            <p:nvPr/>
          </p:nvSpPr>
          <p:spPr>
            <a:xfrm>
              <a:off x="8355625" y="35229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14" name="Google Shape;314;p15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15" name="Google Shape;315;p15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316" name="Google Shape;316;p15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7" name="Google Shape;317;p15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8" name="Google Shape;318;p15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9" name="Google Shape;319;p15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0" name="Google Shape;320;p15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1" name="Google Shape;321;p15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2" name="Google Shape;322;p15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3" name="Google Shape;323;p15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4" name="Google Shape;324;p15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5" name="Google Shape;325;p15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6" name="Google Shape;326;p15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7" name="Google Shape;327;p1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8" name="Google Shape;328;p15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9" name="Google Shape;329;p15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0" name="Google Shape;330;p15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1" name="Google Shape;331;p15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32" name="Google Shape;332;p15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3" name="Google Shape;333;p15"/>
          <p:cNvSpPr txBox="1"/>
          <p:nvPr>
            <p:ph idx="1" type="subTitle"/>
          </p:nvPr>
        </p:nvSpPr>
        <p:spPr>
          <a:xfrm>
            <a:off x="715100" y="1253525"/>
            <a:ext cx="6119400" cy="31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4" name="Google Shape;334;p15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5" name="Google Shape;335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16"/>
          <p:cNvGrpSpPr/>
          <p:nvPr/>
        </p:nvGrpSpPr>
        <p:grpSpPr>
          <a:xfrm>
            <a:off x="-334100" y="180750"/>
            <a:ext cx="9282425" cy="4782000"/>
            <a:chOff x="-334100" y="180750"/>
            <a:chExt cx="9282425" cy="4782000"/>
          </a:xfrm>
        </p:grpSpPr>
        <p:sp>
          <p:nvSpPr>
            <p:cNvPr id="338" name="Google Shape;338;p16"/>
            <p:cNvSpPr/>
            <p:nvPr/>
          </p:nvSpPr>
          <p:spPr>
            <a:xfrm>
              <a:off x="-334100" y="19662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39" name="Google Shape;339;p16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40" name="Google Shape;340;p16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341" name="Google Shape;341;p16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2" name="Google Shape;342;p16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3" name="Google Shape;343;p16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4" name="Google Shape;344;p16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5" name="Google Shape;345;p16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6" name="Google Shape;346;p16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7" name="Google Shape;347;p16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8" name="Google Shape;348;p16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9" name="Google Shape;349;p16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0" name="Google Shape;350;p16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" name="Google Shape;351;p16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" name="Google Shape;352;p1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" name="Google Shape;353;p16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" name="Google Shape;354;p16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5" name="Google Shape;355;p16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7" name="Google Shape;357;p16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8" name="Google Shape;358;p16"/>
          <p:cNvSpPr txBox="1"/>
          <p:nvPr>
            <p:ph idx="1" type="subTitle"/>
          </p:nvPr>
        </p:nvSpPr>
        <p:spPr>
          <a:xfrm>
            <a:off x="720000" y="2836013"/>
            <a:ext cx="2336400" cy="40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59" name="Google Shape;359;p16"/>
          <p:cNvSpPr txBox="1"/>
          <p:nvPr>
            <p:ph idx="2" type="subTitle"/>
          </p:nvPr>
        </p:nvSpPr>
        <p:spPr>
          <a:xfrm>
            <a:off x="720000" y="3771501"/>
            <a:ext cx="2336400" cy="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16"/>
          <p:cNvSpPr txBox="1"/>
          <p:nvPr>
            <p:ph idx="3" type="subTitle"/>
          </p:nvPr>
        </p:nvSpPr>
        <p:spPr>
          <a:xfrm>
            <a:off x="3403800" y="3771501"/>
            <a:ext cx="2336400" cy="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1" name="Google Shape;361;p16"/>
          <p:cNvSpPr txBox="1"/>
          <p:nvPr>
            <p:ph idx="4" type="subTitle"/>
          </p:nvPr>
        </p:nvSpPr>
        <p:spPr>
          <a:xfrm>
            <a:off x="6087600" y="3771501"/>
            <a:ext cx="2336400" cy="5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2" name="Google Shape;362;p16"/>
          <p:cNvSpPr txBox="1"/>
          <p:nvPr>
            <p:ph idx="5" type="subTitle"/>
          </p:nvPr>
        </p:nvSpPr>
        <p:spPr>
          <a:xfrm>
            <a:off x="3403800" y="2836013"/>
            <a:ext cx="2336400" cy="40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63" name="Google Shape;363;p16"/>
          <p:cNvSpPr txBox="1"/>
          <p:nvPr>
            <p:ph idx="6" type="subTitle"/>
          </p:nvPr>
        </p:nvSpPr>
        <p:spPr>
          <a:xfrm>
            <a:off x="6087600" y="2836013"/>
            <a:ext cx="2336400" cy="4071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64" name="Google Shape;364;p16"/>
          <p:cNvSpPr txBox="1"/>
          <p:nvPr>
            <p:ph idx="7" type="subTitle"/>
          </p:nvPr>
        </p:nvSpPr>
        <p:spPr>
          <a:xfrm>
            <a:off x="720000" y="3239289"/>
            <a:ext cx="2336400" cy="532200"/>
          </a:xfrm>
          <a:prstGeom prst="rect">
            <a:avLst/>
          </a:prstGeom>
          <a:solidFill>
            <a:srgbClr val="1C4587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5" name="Google Shape;365;p16"/>
          <p:cNvSpPr txBox="1"/>
          <p:nvPr>
            <p:ph idx="8" type="subTitle"/>
          </p:nvPr>
        </p:nvSpPr>
        <p:spPr>
          <a:xfrm>
            <a:off x="3403800" y="3239289"/>
            <a:ext cx="2336400" cy="532200"/>
          </a:xfrm>
          <a:prstGeom prst="rect">
            <a:avLst/>
          </a:prstGeom>
          <a:solidFill>
            <a:srgbClr val="1C4587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6" name="Google Shape;366;p16"/>
          <p:cNvSpPr txBox="1"/>
          <p:nvPr>
            <p:ph idx="9" type="subTitle"/>
          </p:nvPr>
        </p:nvSpPr>
        <p:spPr>
          <a:xfrm>
            <a:off x="6087600" y="3239289"/>
            <a:ext cx="2336400" cy="532200"/>
          </a:xfrm>
          <a:prstGeom prst="rect">
            <a:avLst/>
          </a:prstGeom>
          <a:solidFill>
            <a:srgbClr val="1C4587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7" name="Google Shape;367;p16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8" name="Google Shape;368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0" name="Google Shape;370;p17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371" name="Google Shape;371;p17"/>
            <p:cNvSpPr/>
            <p:nvPr/>
          </p:nvSpPr>
          <p:spPr>
            <a:xfrm>
              <a:off x="8355625" y="19662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72" name="Google Shape;372;p17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373" name="Google Shape;373;p17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374" name="Google Shape;374;p17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5" name="Google Shape;375;p17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6" name="Google Shape;376;p17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7" name="Google Shape;377;p17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8" name="Google Shape;378;p17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9" name="Google Shape;379;p17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0" name="Google Shape;380;p17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1" name="Google Shape;381;p17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2" name="Google Shape;382;p17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3" name="Google Shape;383;p17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4" name="Google Shape;384;p17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5" name="Google Shape;385;p1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6" name="Google Shape;386;p17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7" name="Google Shape;387;p17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8" name="Google Shape;388;p17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9" name="Google Shape;389;p17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90" name="Google Shape;390;p17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1" name="Google Shape;391;p17"/>
          <p:cNvSpPr txBox="1"/>
          <p:nvPr>
            <p:ph idx="1" type="subTitle"/>
          </p:nvPr>
        </p:nvSpPr>
        <p:spPr>
          <a:xfrm>
            <a:off x="1802824" y="1793200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2" name="Google Shape;392;p17"/>
          <p:cNvSpPr txBox="1"/>
          <p:nvPr>
            <p:ph idx="2" type="subTitle"/>
          </p:nvPr>
        </p:nvSpPr>
        <p:spPr>
          <a:xfrm>
            <a:off x="1802812" y="2073698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3" name="Google Shape;393;p17"/>
          <p:cNvSpPr txBox="1"/>
          <p:nvPr>
            <p:ph idx="3" type="subTitle"/>
          </p:nvPr>
        </p:nvSpPr>
        <p:spPr>
          <a:xfrm>
            <a:off x="5714187" y="2073698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4" name="Google Shape;394;p17"/>
          <p:cNvSpPr txBox="1"/>
          <p:nvPr>
            <p:ph idx="4" type="subTitle"/>
          </p:nvPr>
        </p:nvSpPr>
        <p:spPr>
          <a:xfrm>
            <a:off x="1802800" y="3595951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17"/>
          <p:cNvSpPr txBox="1"/>
          <p:nvPr>
            <p:ph idx="5" type="subTitle"/>
          </p:nvPr>
        </p:nvSpPr>
        <p:spPr>
          <a:xfrm>
            <a:off x="5714175" y="3595951"/>
            <a:ext cx="27147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6" name="Google Shape;396;p17"/>
          <p:cNvSpPr txBox="1"/>
          <p:nvPr>
            <p:ph idx="6" type="subTitle"/>
          </p:nvPr>
        </p:nvSpPr>
        <p:spPr>
          <a:xfrm>
            <a:off x="1802824" y="3317703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7" name="Google Shape;397;p17"/>
          <p:cNvSpPr txBox="1"/>
          <p:nvPr>
            <p:ph idx="7" type="subTitle"/>
          </p:nvPr>
        </p:nvSpPr>
        <p:spPr>
          <a:xfrm>
            <a:off x="5714194" y="1793200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8" name="Google Shape;398;p17"/>
          <p:cNvSpPr txBox="1"/>
          <p:nvPr>
            <p:ph idx="8" type="subTitle"/>
          </p:nvPr>
        </p:nvSpPr>
        <p:spPr>
          <a:xfrm>
            <a:off x="5714194" y="3317703"/>
            <a:ext cx="27147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399" name="Google Shape;399;p17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0" name="Google Shape;400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BLANK_1_1_1_1_2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2" name="Google Shape;402;p18"/>
          <p:cNvGrpSpPr/>
          <p:nvPr/>
        </p:nvGrpSpPr>
        <p:grpSpPr>
          <a:xfrm>
            <a:off x="-334100" y="180750"/>
            <a:ext cx="9282425" cy="4782000"/>
            <a:chOff x="-334100" y="180750"/>
            <a:chExt cx="9282425" cy="4782000"/>
          </a:xfrm>
        </p:grpSpPr>
        <p:sp>
          <p:nvSpPr>
            <p:cNvPr id="403" name="Google Shape;403;p18"/>
            <p:cNvSpPr/>
            <p:nvPr/>
          </p:nvSpPr>
          <p:spPr>
            <a:xfrm>
              <a:off x="-334100" y="1966200"/>
              <a:ext cx="8412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04" name="Google Shape;404;p18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05" name="Google Shape;405;p18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406" name="Google Shape;406;p18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7" name="Google Shape;407;p18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8" name="Google Shape;408;p18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9" name="Google Shape;409;p18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0" name="Google Shape;410;p18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1" name="Google Shape;411;p18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2" name="Google Shape;412;p18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3" name="Google Shape;413;p18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4" name="Google Shape;414;p18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5" name="Google Shape;415;p18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6" name="Google Shape;416;p18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7" name="Google Shape;417;p1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8" name="Google Shape;418;p18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9" name="Google Shape;419;p18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0" name="Google Shape;420;p18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1" name="Google Shape;421;p18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22" name="Google Shape;422;p18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3" name="Google Shape;423;p18"/>
          <p:cNvSpPr txBox="1"/>
          <p:nvPr>
            <p:ph idx="1" type="subTitle"/>
          </p:nvPr>
        </p:nvSpPr>
        <p:spPr>
          <a:xfrm>
            <a:off x="720000" y="3690800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24" name="Google Shape;424;p18"/>
          <p:cNvSpPr txBox="1"/>
          <p:nvPr>
            <p:ph idx="2" type="subTitle"/>
          </p:nvPr>
        </p:nvSpPr>
        <p:spPr>
          <a:xfrm>
            <a:off x="720000" y="3971300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5" name="Google Shape;425;p18"/>
          <p:cNvSpPr txBox="1"/>
          <p:nvPr>
            <p:ph hasCustomPrompt="1" type="title"/>
          </p:nvPr>
        </p:nvSpPr>
        <p:spPr>
          <a:xfrm>
            <a:off x="1617001" y="2942492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26" name="Google Shape;426;p18"/>
          <p:cNvSpPr txBox="1"/>
          <p:nvPr>
            <p:ph idx="3" type="subTitle"/>
          </p:nvPr>
        </p:nvSpPr>
        <p:spPr>
          <a:xfrm>
            <a:off x="3359550" y="3690800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27" name="Google Shape;427;p18"/>
          <p:cNvSpPr txBox="1"/>
          <p:nvPr>
            <p:ph idx="4" type="subTitle"/>
          </p:nvPr>
        </p:nvSpPr>
        <p:spPr>
          <a:xfrm>
            <a:off x="3359550" y="3971300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8" name="Google Shape;428;p18"/>
          <p:cNvSpPr txBox="1"/>
          <p:nvPr>
            <p:ph hasCustomPrompt="1" idx="5" type="title"/>
          </p:nvPr>
        </p:nvSpPr>
        <p:spPr>
          <a:xfrm>
            <a:off x="4256539" y="2942492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29" name="Google Shape;429;p18"/>
          <p:cNvSpPr txBox="1"/>
          <p:nvPr>
            <p:ph idx="6" type="subTitle"/>
          </p:nvPr>
        </p:nvSpPr>
        <p:spPr>
          <a:xfrm>
            <a:off x="5999050" y="3690800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30" name="Google Shape;430;p18"/>
          <p:cNvSpPr txBox="1"/>
          <p:nvPr>
            <p:ph idx="7" type="subTitle"/>
          </p:nvPr>
        </p:nvSpPr>
        <p:spPr>
          <a:xfrm>
            <a:off x="5999050" y="3971300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18"/>
          <p:cNvSpPr txBox="1"/>
          <p:nvPr>
            <p:ph hasCustomPrompt="1" idx="8" type="title"/>
          </p:nvPr>
        </p:nvSpPr>
        <p:spPr>
          <a:xfrm>
            <a:off x="6896076" y="2942492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32" name="Google Shape;432;p18"/>
          <p:cNvSpPr txBox="1"/>
          <p:nvPr>
            <p:ph idx="9" type="subTitle"/>
          </p:nvPr>
        </p:nvSpPr>
        <p:spPr>
          <a:xfrm>
            <a:off x="2039800" y="1955375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33" name="Google Shape;433;p18"/>
          <p:cNvSpPr txBox="1"/>
          <p:nvPr>
            <p:ph idx="13" type="subTitle"/>
          </p:nvPr>
        </p:nvSpPr>
        <p:spPr>
          <a:xfrm>
            <a:off x="2039800" y="2235875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4" name="Google Shape;434;p18"/>
          <p:cNvSpPr txBox="1"/>
          <p:nvPr>
            <p:ph hasCustomPrompt="1" idx="14" type="title"/>
          </p:nvPr>
        </p:nvSpPr>
        <p:spPr>
          <a:xfrm>
            <a:off x="2936770" y="1207067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35" name="Google Shape;435;p18"/>
          <p:cNvSpPr txBox="1"/>
          <p:nvPr>
            <p:ph idx="15" type="subTitle"/>
          </p:nvPr>
        </p:nvSpPr>
        <p:spPr>
          <a:xfrm>
            <a:off x="4679300" y="1955375"/>
            <a:ext cx="2424900" cy="356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36" name="Google Shape;436;p18"/>
          <p:cNvSpPr txBox="1"/>
          <p:nvPr>
            <p:ph idx="16" type="subTitle"/>
          </p:nvPr>
        </p:nvSpPr>
        <p:spPr>
          <a:xfrm>
            <a:off x="4679300" y="2235875"/>
            <a:ext cx="24249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7" name="Google Shape;437;p18"/>
          <p:cNvSpPr txBox="1"/>
          <p:nvPr>
            <p:ph hasCustomPrompt="1" idx="17" type="title"/>
          </p:nvPr>
        </p:nvSpPr>
        <p:spPr>
          <a:xfrm>
            <a:off x="5576308" y="1207067"/>
            <a:ext cx="630900" cy="630900"/>
          </a:xfrm>
          <a:prstGeom prst="rect">
            <a:avLst/>
          </a:prstGeom>
          <a:solidFill>
            <a:srgbClr val="1C4587">
              <a:alpha val="2893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38" name="Google Shape;438;p18"/>
          <p:cNvSpPr txBox="1"/>
          <p:nvPr>
            <p:ph idx="18"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9" name="Google Shape;439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Google Shape;441;p19"/>
          <p:cNvGrpSpPr/>
          <p:nvPr/>
        </p:nvGrpSpPr>
        <p:grpSpPr>
          <a:xfrm>
            <a:off x="-231525" y="180750"/>
            <a:ext cx="9179850" cy="5057325"/>
            <a:chOff x="-231525" y="180750"/>
            <a:chExt cx="9179850" cy="5057325"/>
          </a:xfrm>
        </p:grpSpPr>
        <p:sp>
          <p:nvSpPr>
            <p:cNvPr id="442" name="Google Shape;442;p19"/>
            <p:cNvSpPr/>
            <p:nvPr/>
          </p:nvSpPr>
          <p:spPr>
            <a:xfrm>
              <a:off x="-231525" y="3951075"/>
              <a:ext cx="841200" cy="1287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43" name="Google Shape;443;p19"/>
            <p:cNvSpPr/>
            <p:nvPr/>
          </p:nvSpPr>
          <p:spPr>
            <a:xfrm>
              <a:off x="41684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44" name="Google Shape;444;p19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445" name="Google Shape;445;p19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6" name="Google Shape;446;p19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7" name="Google Shape;447;p19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8" name="Google Shape;448;p19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9" name="Google Shape;449;p19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0" name="Google Shape;450;p19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1" name="Google Shape;451;p19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2" name="Google Shape;452;p19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3" name="Google Shape;453;p19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4" name="Google Shape;454;p19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5" name="Google Shape;455;p19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6" name="Google Shape;456;p1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7" name="Google Shape;457;p19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8" name="Google Shape;458;p19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9" name="Google Shape;459;p19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0" name="Google Shape;460;p19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61" name="Google Shape;461;p19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2" name="Google Shape;462;p19"/>
          <p:cNvSpPr txBox="1"/>
          <p:nvPr>
            <p:ph idx="1" type="subTitle"/>
          </p:nvPr>
        </p:nvSpPr>
        <p:spPr>
          <a:xfrm>
            <a:off x="717550" y="2261856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3" name="Google Shape;463;p19"/>
          <p:cNvSpPr txBox="1"/>
          <p:nvPr>
            <p:ph idx="2" type="subTitle"/>
          </p:nvPr>
        </p:nvSpPr>
        <p:spPr>
          <a:xfrm>
            <a:off x="3375568" y="2261856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4" name="Google Shape;464;p19"/>
          <p:cNvSpPr txBox="1"/>
          <p:nvPr>
            <p:ph idx="3" type="subTitle"/>
          </p:nvPr>
        </p:nvSpPr>
        <p:spPr>
          <a:xfrm>
            <a:off x="6033585" y="2261856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5" name="Google Shape;465;p19"/>
          <p:cNvSpPr txBox="1"/>
          <p:nvPr>
            <p:ph idx="4" type="subTitle"/>
          </p:nvPr>
        </p:nvSpPr>
        <p:spPr>
          <a:xfrm>
            <a:off x="717550" y="3971302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6" name="Google Shape;466;p19"/>
          <p:cNvSpPr txBox="1"/>
          <p:nvPr>
            <p:ph idx="5" type="subTitle"/>
          </p:nvPr>
        </p:nvSpPr>
        <p:spPr>
          <a:xfrm>
            <a:off x="3375585" y="3971302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7" name="Google Shape;467;p19"/>
          <p:cNvSpPr txBox="1"/>
          <p:nvPr>
            <p:ph idx="6" type="subTitle"/>
          </p:nvPr>
        </p:nvSpPr>
        <p:spPr>
          <a:xfrm>
            <a:off x="6033620" y="3971302"/>
            <a:ext cx="23916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8" name="Google Shape;468;p19"/>
          <p:cNvSpPr txBox="1"/>
          <p:nvPr>
            <p:ph idx="7" type="subTitle"/>
          </p:nvPr>
        </p:nvSpPr>
        <p:spPr>
          <a:xfrm>
            <a:off x="717550" y="190545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69" name="Google Shape;469;p19"/>
          <p:cNvSpPr txBox="1"/>
          <p:nvPr>
            <p:ph idx="8" type="subTitle"/>
          </p:nvPr>
        </p:nvSpPr>
        <p:spPr>
          <a:xfrm>
            <a:off x="3375568" y="190545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0" name="Google Shape;470;p19"/>
          <p:cNvSpPr txBox="1"/>
          <p:nvPr>
            <p:ph idx="9" type="subTitle"/>
          </p:nvPr>
        </p:nvSpPr>
        <p:spPr>
          <a:xfrm>
            <a:off x="6033585" y="190545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1" name="Google Shape;471;p19"/>
          <p:cNvSpPr txBox="1"/>
          <p:nvPr>
            <p:ph idx="13" type="subTitle"/>
          </p:nvPr>
        </p:nvSpPr>
        <p:spPr>
          <a:xfrm>
            <a:off x="717550" y="361030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2" name="Google Shape;472;p19"/>
          <p:cNvSpPr txBox="1"/>
          <p:nvPr>
            <p:ph idx="14" type="subTitle"/>
          </p:nvPr>
        </p:nvSpPr>
        <p:spPr>
          <a:xfrm>
            <a:off x="3375585" y="361030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3" name="Google Shape;473;p19"/>
          <p:cNvSpPr txBox="1"/>
          <p:nvPr>
            <p:ph idx="15" type="subTitle"/>
          </p:nvPr>
        </p:nvSpPr>
        <p:spPr>
          <a:xfrm>
            <a:off x="6033620" y="3610300"/>
            <a:ext cx="2391600" cy="356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Tight"/>
              <a:buNone/>
              <a:defRPr b="1" sz="18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474" name="Google Shape;474;p19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5" name="Google Shape;475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7" name="Google Shape;477;p20"/>
          <p:cNvGrpSpPr/>
          <p:nvPr/>
        </p:nvGrpSpPr>
        <p:grpSpPr>
          <a:xfrm>
            <a:off x="182575" y="180750"/>
            <a:ext cx="9070025" cy="5129650"/>
            <a:chOff x="182575" y="180750"/>
            <a:chExt cx="9070025" cy="5129650"/>
          </a:xfrm>
        </p:grpSpPr>
        <p:sp>
          <p:nvSpPr>
            <p:cNvPr id="478" name="Google Shape;478;p20"/>
            <p:cNvSpPr/>
            <p:nvPr/>
          </p:nvSpPr>
          <p:spPr>
            <a:xfrm>
              <a:off x="8302800" y="4231300"/>
              <a:ext cx="949800" cy="1079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479" name="Google Shape;479;p20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480" name="Google Shape;480;p20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481" name="Google Shape;481;p20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2" name="Google Shape;482;p20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3" name="Google Shape;483;p20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4" name="Google Shape;484;p20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5" name="Google Shape;485;p20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6" name="Google Shape;486;p20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7" name="Google Shape;487;p20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8" name="Google Shape;488;p20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9" name="Google Shape;489;p20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0" name="Google Shape;490;p20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1" name="Google Shape;491;p20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2" name="Google Shape;492;p2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3" name="Google Shape;493;p20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4" name="Google Shape;494;p20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5" name="Google Shape;495;p20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6" name="Google Shape;496;p20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97" name="Google Shape;497;p20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8" name="Google Shape;498;p20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99" name="Google Shape;499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1"/>
          <p:cNvSpPr/>
          <p:nvPr/>
        </p:nvSpPr>
        <p:spPr>
          <a:xfrm>
            <a:off x="8502150" y="409500"/>
            <a:ext cx="841200" cy="874200"/>
          </a:xfrm>
          <a:prstGeom prst="rect">
            <a:avLst/>
          </a:prstGeom>
          <a:solidFill>
            <a:srgbClr val="073763">
              <a:alpha val="289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502" name="Google Shape;502;p21"/>
          <p:cNvGrpSpPr/>
          <p:nvPr/>
        </p:nvGrpSpPr>
        <p:grpSpPr>
          <a:xfrm>
            <a:off x="182575" y="180750"/>
            <a:ext cx="9014250" cy="4782000"/>
            <a:chOff x="182575" y="180750"/>
            <a:chExt cx="9014250" cy="4782000"/>
          </a:xfrm>
        </p:grpSpPr>
        <p:sp>
          <p:nvSpPr>
            <p:cNvPr id="503" name="Google Shape;503;p21"/>
            <p:cNvSpPr/>
            <p:nvPr/>
          </p:nvSpPr>
          <p:spPr>
            <a:xfrm>
              <a:off x="8355625" y="4002950"/>
              <a:ext cx="841200" cy="73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04" name="Google Shape;504;p21"/>
            <p:cNvSpPr/>
            <p:nvPr/>
          </p:nvSpPr>
          <p:spPr>
            <a:xfrm>
              <a:off x="18257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05" name="Google Shape;505;p21"/>
          <p:cNvGrpSpPr/>
          <p:nvPr/>
        </p:nvGrpSpPr>
        <p:grpSpPr>
          <a:xfrm>
            <a:off x="-108850" y="-94500"/>
            <a:ext cx="9361500" cy="5332500"/>
            <a:chOff x="-108850" y="-94500"/>
            <a:chExt cx="9361500" cy="5332500"/>
          </a:xfrm>
        </p:grpSpPr>
        <p:cxnSp>
          <p:nvCxnSpPr>
            <p:cNvPr id="506" name="Google Shape;506;p21"/>
            <p:cNvCxnSpPr/>
            <p:nvPr/>
          </p:nvCxnSpPr>
          <p:spPr>
            <a:xfrm>
              <a:off x="-94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7" name="Google Shape;507;p21"/>
            <p:cNvCxnSpPr/>
            <p:nvPr/>
          </p:nvCxnSpPr>
          <p:spPr>
            <a:xfrm>
              <a:off x="91440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8" name="Google Shape;508;p21"/>
            <p:cNvCxnSpPr/>
            <p:nvPr/>
          </p:nvCxnSpPr>
          <p:spPr>
            <a:xfrm>
              <a:off x="457190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9" name="Google Shape;509;p21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0" name="Google Shape;510;p21"/>
            <p:cNvCxnSpPr/>
            <p:nvPr/>
          </p:nvCxnSpPr>
          <p:spPr>
            <a:xfrm>
              <a:off x="68579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1" name="Google Shape;511;p21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2" name="Google Shape;512;p21"/>
            <p:cNvCxnSpPr/>
            <p:nvPr/>
          </p:nvCxnSpPr>
          <p:spPr>
            <a:xfrm>
              <a:off x="34265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3" name="Google Shape;513;p21"/>
            <p:cNvCxnSpPr/>
            <p:nvPr/>
          </p:nvCxnSpPr>
          <p:spPr>
            <a:xfrm>
              <a:off x="5714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4" name="Google Shape;514;p21"/>
            <p:cNvCxnSpPr/>
            <p:nvPr/>
          </p:nvCxnSpPr>
          <p:spPr>
            <a:xfrm>
              <a:off x="800097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5" name="Google Shape;515;p21"/>
            <p:cNvCxnSpPr/>
            <p:nvPr/>
          </p:nvCxnSpPr>
          <p:spPr>
            <a:xfrm>
              <a:off x="1135925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6" name="Google Shape;516;p21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7" name="Google Shape;517;p21"/>
            <p:cNvCxnSpPr/>
            <p:nvPr/>
          </p:nvCxnSpPr>
          <p:spPr>
            <a:xfrm rot="10800000">
              <a:off x="-108750" y="438100"/>
              <a:ext cx="87633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8" name="Google Shape;518;p21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19" name="Google Shape;519;p21"/>
            <p:cNvCxnSpPr/>
            <p:nvPr/>
          </p:nvCxnSpPr>
          <p:spPr>
            <a:xfrm rot="10800000">
              <a:off x="-108775" y="438100"/>
              <a:ext cx="85548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0" name="Google Shape;520;p21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1" name="Google Shape;521;p21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22" name="Google Shape;522;p21"/>
          <p:cNvSpPr/>
          <p:nvPr/>
        </p:nvSpPr>
        <p:spPr>
          <a:xfrm>
            <a:off x="409500" y="409500"/>
            <a:ext cx="8325000" cy="4324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3" name="Google Shape;523;p21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24" name="Google Shape;524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6" name="Google Shape;526;p22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527" name="Google Shape;527;p22"/>
            <p:cNvSpPr/>
            <p:nvPr/>
          </p:nvSpPr>
          <p:spPr>
            <a:xfrm>
              <a:off x="-33410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28" name="Google Shape;528;p22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29" name="Google Shape;529;p22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530" name="Google Shape;530;p22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1" name="Google Shape;531;p22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2" name="Google Shape;532;p22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3" name="Google Shape;533;p22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4" name="Google Shape;534;p22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5" name="Google Shape;535;p22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6" name="Google Shape;536;p22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7" name="Google Shape;537;p22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8" name="Google Shape;538;p22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9" name="Google Shape;539;p22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0" name="Google Shape;540;p22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1" name="Google Shape;541;p2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2" name="Google Shape;542;p22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3" name="Google Shape;543;p22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4" name="Google Shape;544;p22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5" name="Google Shape;545;p22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46" name="Google Shape;546;p22"/>
          <p:cNvSpPr/>
          <p:nvPr/>
        </p:nvSpPr>
        <p:spPr>
          <a:xfrm>
            <a:off x="1140075" y="535050"/>
            <a:ext cx="6863700" cy="407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7" name="Google Shape;547;p22"/>
          <p:cNvSpPr txBox="1"/>
          <p:nvPr>
            <p:ph type="title"/>
          </p:nvPr>
        </p:nvSpPr>
        <p:spPr>
          <a:xfrm>
            <a:off x="2099142" y="540000"/>
            <a:ext cx="49458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48" name="Google Shape;548;p22"/>
          <p:cNvSpPr txBox="1"/>
          <p:nvPr>
            <p:ph idx="1" type="subTitle"/>
          </p:nvPr>
        </p:nvSpPr>
        <p:spPr>
          <a:xfrm>
            <a:off x="2099100" y="1502551"/>
            <a:ext cx="4945800" cy="10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49" name="Google Shape;549;p22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200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0" name="Google Shape;550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" name="Google Shape;552;p23"/>
          <p:cNvGrpSpPr/>
          <p:nvPr/>
        </p:nvGrpSpPr>
        <p:grpSpPr>
          <a:xfrm>
            <a:off x="269525" y="180750"/>
            <a:ext cx="8950625" cy="4782000"/>
            <a:chOff x="269525" y="180750"/>
            <a:chExt cx="8950625" cy="4782000"/>
          </a:xfrm>
        </p:grpSpPr>
        <p:sp>
          <p:nvSpPr>
            <p:cNvPr id="553" name="Google Shape;553;p23"/>
            <p:cNvSpPr/>
            <p:nvPr/>
          </p:nvSpPr>
          <p:spPr>
            <a:xfrm>
              <a:off x="7637650" y="196620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54" name="Google Shape;554;p23"/>
            <p:cNvSpPr/>
            <p:nvPr/>
          </p:nvSpPr>
          <p:spPr>
            <a:xfrm>
              <a:off x="269525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55" name="Google Shape;555;p23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556" name="Google Shape;556;p23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7" name="Google Shape;557;p23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8" name="Google Shape;558;p23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59" name="Google Shape;559;p23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0" name="Google Shape;560;p23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1" name="Google Shape;561;p23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2" name="Google Shape;562;p23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3" name="Google Shape;563;p23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4" name="Google Shape;564;p23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5" name="Google Shape;565;p23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6" name="Google Shape;566;p23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7" name="Google Shape;567;p2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8" name="Google Shape;568;p23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9" name="Google Shape;569;p23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0" name="Google Shape;570;p23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1" name="Google Shape;571;p23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72" name="Google Shape;572;p23"/>
          <p:cNvSpPr/>
          <p:nvPr/>
        </p:nvSpPr>
        <p:spPr>
          <a:xfrm>
            <a:off x="1140075" y="858625"/>
            <a:ext cx="6863700" cy="3426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3" name="Google Shape;573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5" name="Google Shape;575;p24"/>
          <p:cNvGrpSpPr/>
          <p:nvPr/>
        </p:nvGrpSpPr>
        <p:grpSpPr>
          <a:xfrm>
            <a:off x="-334100" y="180750"/>
            <a:ext cx="9228800" cy="4782000"/>
            <a:chOff x="-334100" y="180750"/>
            <a:chExt cx="9228800" cy="4782000"/>
          </a:xfrm>
        </p:grpSpPr>
        <p:sp>
          <p:nvSpPr>
            <p:cNvPr id="576" name="Google Shape;576;p24"/>
            <p:cNvSpPr/>
            <p:nvPr/>
          </p:nvSpPr>
          <p:spPr>
            <a:xfrm>
              <a:off x="-334100" y="3397350"/>
              <a:ext cx="1582500" cy="12111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77" name="Google Shape;577;p24"/>
            <p:cNvSpPr/>
            <p:nvPr/>
          </p:nvSpPr>
          <p:spPr>
            <a:xfrm>
              <a:off x="4114800" y="180750"/>
              <a:ext cx="4779900" cy="4782000"/>
            </a:xfrm>
            <a:prstGeom prst="rect">
              <a:avLst/>
            </a:prstGeom>
            <a:solidFill>
              <a:srgbClr val="1C4587">
                <a:alpha val="289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578" name="Google Shape;578;p24"/>
          <p:cNvGrpSpPr/>
          <p:nvPr/>
        </p:nvGrpSpPr>
        <p:grpSpPr>
          <a:xfrm>
            <a:off x="-108850" y="-90654"/>
            <a:ext cx="9361500" cy="5281188"/>
            <a:chOff x="-108850" y="-94500"/>
            <a:chExt cx="9361500" cy="5601600"/>
          </a:xfrm>
        </p:grpSpPr>
        <p:cxnSp>
          <p:nvCxnSpPr>
            <p:cNvPr id="579" name="Google Shape;579;p24"/>
            <p:cNvCxnSpPr/>
            <p:nvPr/>
          </p:nvCxnSpPr>
          <p:spPr>
            <a:xfrm>
              <a:off x="-9400" y="-94500"/>
              <a:ext cx="0" cy="56016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0" name="Google Shape;580;p24"/>
            <p:cNvCxnSpPr/>
            <p:nvPr/>
          </p:nvCxnSpPr>
          <p:spPr>
            <a:xfrm>
              <a:off x="9144000" y="-94500"/>
              <a:ext cx="0" cy="5576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1" name="Google Shape;581;p24"/>
            <p:cNvCxnSpPr/>
            <p:nvPr/>
          </p:nvCxnSpPr>
          <p:spPr>
            <a:xfrm>
              <a:off x="4571900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2" name="Google Shape;582;p24"/>
            <p:cNvCxnSpPr/>
            <p:nvPr/>
          </p:nvCxnSpPr>
          <p:spPr>
            <a:xfrm>
              <a:off x="2281250" y="-94500"/>
              <a:ext cx="0" cy="5332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3" name="Google Shape;583;p24"/>
            <p:cNvCxnSpPr/>
            <p:nvPr/>
          </p:nvCxnSpPr>
          <p:spPr>
            <a:xfrm>
              <a:off x="6857950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4" name="Google Shape;584;p24"/>
            <p:cNvCxnSpPr/>
            <p:nvPr/>
          </p:nvCxnSpPr>
          <p:spPr>
            <a:xfrm>
              <a:off x="2281250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5" name="Google Shape;585;p24"/>
            <p:cNvCxnSpPr/>
            <p:nvPr/>
          </p:nvCxnSpPr>
          <p:spPr>
            <a:xfrm>
              <a:off x="3426575" y="-94500"/>
              <a:ext cx="0" cy="55932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6" name="Google Shape;586;p24"/>
            <p:cNvCxnSpPr/>
            <p:nvPr/>
          </p:nvCxnSpPr>
          <p:spPr>
            <a:xfrm>
              <a:off x="5714925" y="-94500"/>
              <a:ext cx="0" cy="5592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7" name="Google Shape;587;p24"/>
            <p:cNvCxnSpPr/>
            <p:nvPr/>
          </p:nvCxnSpPr>
          <p:spPr>
            <a:xfrm>
              <a:off x="8000975" y="-94500"/>
              <a:ext cx="0" cy="55881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8" name="Google Shape;588;p24"/>
            <p:cNvCxnSpPr/>
            <p:nvPr/>
          </p:nvCxnSpPr>
          <p:spPr>
            <a:xfrm>
              <a:off x="1135925" y="-94500"/>
              <a:ext cx="0" cy="55893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9" name="Google Shape;589;p24"/>
            <p:cNvCxnSpPr/>
            <p:nvPr/>
          </p:nvCxnSpPr>
          <p:spPr>
            <a:xfrm>
              <a:off x="4571900" y="-195200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0" name="Google Shape;590;p2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1" name="Google Shape;591;p24"/>
            <p:cNvCxnSpPr/>
            <p:nvPr/>
          </p:nvCxnSpPr>
          <p:spPr>
            <a:xfrm>
              <a:off x="4571900" y="3340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2" name="Google Shape;592;p24"/>
            <p:cNvCxnSpPr/>
            <p:nvPr/>
          </p:nvCxnSpPr>
          <p:spPr>
            <a:xfrm>
              <a:off x="4571900" y="-4242650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3" name="Google Shape;593;p24"/>
            <p:cNvCxnSpPr/>
            <p:nvPr/>
          </p:nvCxnSpPr>
          <p:spPr>
            <a:xfrm>
              <a:off x="4571900" y="-309732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4" name="Google Shape;594;p24"/>
            <p:cNvCxnSpPr/>
            <p:nvPr/>
          </p:nvCxnSpPr>
          <p:spPr>
            <a:xfrm>
              <a:off x="4571900" y="-808975"/>
              <a:ext cx="0" cy="936150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95" name="Google Shape;595;p24"/>
          <p:cNvSpPr/>
          <p:nvPr/>
        </p:nvSpPr>
        <p:spPr>
          <a:xfrm>
            <a:off x="1140075" y="535050"/>
            <a:ext cx="6863700" cy="4073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6" name="Google Shape;596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nter Tight"/>
              <a:buNone/>
              <a:defRPr b="1" sz="3000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gif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Relationship Id="rId4" Type="http://schemas.openxmlformats.org/officeDocument/2006/relationships/image" Target="../media/image3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png"/><Relationship Id="rId4" Type="http://schemas.openxmlformats.org/officeDocument/2006/relationships/image" Target="../media/image24.png"/><Relationship Id="rId5" Type="http://schemas.openxmlformats.org/officeDocument/2006/relationships/image" Target="../media/image2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png"/><Relationship Id="rId4" Type="http://schemas.openxmlformats.org/officeDocument/2006/relationships/image" Target="../media/image2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www.csus.edu/college/engineering-computer-science/student-success/peer-assisted-learning/_internal/_documents/7_eee_cpe_64_encoders_decoders_worksheet.pdf" TargetMode="External"/><Relationship Id="rId4" Type="http://schemas.openxmlformats.org/officeDocument/2006/relationships/hyperlink" Target="https://faculty.kfupm.edu.sa/coe/abouh/Lesson3_4.pdf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5"/>
          <p:cNvSpPr txBox="1"/>
          <p:nvPr>
            <p:ph type="ctrTitle"/>
          </p:nvPr>
        </p:nvSpPr>
        <p:spPr>
          <a:xfrm>
            <a:off x="1058900" y="951313"/>
            <a:ext cx="7026000" cy="141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Inter Tight SemiBold"/>
                <a:ea typeface="Inter Tight SemiBold"/>
                <a:cs typeface="Inter Tight SemiBold"/>
                <a:sym typeface="Inter Tight SemiBold"/>
              </a:rPr>
              <a:t>Combinational Logic II</a:t>
            </a:r>
            <a:endParaRPr b="0">
              <a:latin typeface="Inter Tight SemiBold"/>
              <a:ea typeface="Inter Tight SemiBold"/>
              <a:cs typeface="Inter Tight SemiBold"/>
              <a:sym typeface="Inter Tight SemiBold"/>
            </a:endParaRPr>
          </a:p>
        </p:txBody>
      </p:sp>
      <p:sp>
        <p:nvSpPr>
          <p:cNvPr id="602" name="Google Shape;602;p25"/>
          <p:cNvSpPr txBox="1"/>
          <p:nvPr>
            <p:ph idx="1" type="subTitle"/>
          </p:nvPr>
        </p:nvSpPr>
        <p:spPr>
          <a:xfrm>
            <a:off x="1058900" y="2715888"/>
            <a:ext cx="7026000" cy="40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Inter Tight"/>
                <a:ea typeface="Inter Tight"/>
                <a:cs typeface="Inter Tight"/>
                <a:sym typeface="Inter Tight"/>
              </a:rPr>
              <a:t>CSE 4205: Digital Logic </a:t>
            </a:r>
            <a:r>
              <a:rPr lang="en" sz="1600">
                <a:latin typeface="Inter Tight"/>
                <a:ea typeface="Inter Tight"/>
                <a:cs typeface="Inter Tight"/>
                <a:sym typeface="Inter Tight"/>
              </a:rPr>
              <a:t>Design</a:t>
            </a:r>
            <a:endParaRPr sz="1600"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603" name="Google Shape;603;p25"/>
          <p:cNvSpPr txBox="1"/>
          <p:nvPr/>
        </p:nvSpPr>
        <p:spPr>
          <a:xfrm>
            <a:off x="2418800" y="3395250"/>
            <a:ext cx="43062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Aashnan Rahman</a:t>
            </a:r>
            <a:endParaRPr b="1" sz="15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Junior Lecturer</a:t>
            </a:r>
            <a:endParaRPr sz="15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Department of Computer Science and Engineering (CSE)</a:t>
            </a:r>
            <a:endParaRPr sz="10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F4252"/>
                </a:solidFill>
                <a:latin typeface="Nunito"/>
                <a:ea typeface="Nunito"/>
                <a:cs typeface="Nunito"/>
                <a:sym typeface="Nunito"/>
              </a:rPr>
              <a:t>Islamic University of Technology</a:t>
            </a:r>
            <a:endParaRPr sz="1000">
              <a:solidFill>
                <a:srgbClr val="3F425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6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BCD Adder</a:t>
            </a:r>
            <a:endParaRPr sz="3800"/>
          </a:p>
        </p:txBody>
      </p:sp>
      <p:sp>
        <p:nvSpPr>
          <p:cNvPr id="609" name="Google Shape;609;p26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10" name="Google Shape;610;p26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adder with a little tweak</a:t>
            </a:r>
            <a:endParaRPr/>
          </a:p>
        </p:txBody>
      </p:sp>
      <p:cxnSp>
        <p:nvCxnSpPr>
          <p:cNvPr id="611" name="Google Shape;611;p26"/>
          <p:cNvCxnSpPr>
            <a:stCxn id="609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2" name="Google Shape;612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27"/>
          <p:cNvSpPr txBox="1"/>
          <p:nvPr>
            <p:ph type="title"/>
          </p:nvPr>
        </p:nvSpPr>
        <p:spPr>
          <a:xfrm>
            <a:off x="715100" y="589950"/>
            <a:ext cx="4581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BCD Adder</a:t>
            </a:r>
            <a:endParaRPr/>
          </a:p>
        </p:txBody>
      </p:sp>
      <p:cxnSp>
        <p:nvCxnSpPr>
          <p:cNvPr id="618" name="Google Shape;618;p27"/>
          <p:cNvCxnSpPr>
            <a:stCxn id="619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0" name="Google Shape;620;p27"/>
          <p:cNvCxnSpPr>
            <a:endCxn id="619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1" name="Google Shape;621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22" name="Google Shape;622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7950" y="1077550"/>
            <a:ext cx="5168100" cy="351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33874" y="4312322"/>
            <a:ext cx="1401625" cy="22935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28"/>
          <p:cNvSpPr txBox="1"/>
          <p:nvPr>
            <p:ph type="title"/>
          </p:nvPr>
        </p:nvSpPr>
        <p:spPr>
          <a:xfrm>
            <a:off x="715100" y="589950"/>
            <a:ext cx="4581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BCD Adder</a:t>
            </a:r>
            <a:endParaRPr/>
          </a:p>
        </p:txBody>
      </p:sp>
      <p:cxnSp>
        <p:nvCxnSpPr>
          <p:cNvPr id="629" name="Google Shape;629;p28"/>
          <p:cNvCxnSpPr>
            <a:stCxn id="630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1" name="Google Shape;631;p28"/>
          <p:cNvCxnSpPr>
            <a:endCxn id="630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2" name="Google Shape;632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33" name="Google Shape;633;p2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4101" y="1066872"/>
            <a:ext cx="3473100" cy="330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29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Binary Multiplier</a:t>
            </a:r>
            <a:endParaRPr sz="3800"/>
          </a:p>
        </p:txBody>
      </p:sp>
      <p:sp>
        <p:nvSpPr>
          <p:cNvPr id="639" name="Google Shape;639;p29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40" name="Google Shape;640;p29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41" name="Google Shape;641;p29"/>
          <p:cNvCxnSpPr>
            <a:stCxn id="639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2" name="Google Shape;642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30"/>
          <p:cNvSpPr txBox="1"/>
          <p:nvPr>
            <p:ph type="title"/>
          </p:nvPr>
        </p:nvSpPr>
        <p:spPr>
          <a:xfrm>
            <a:off x="715100" y="589950"/>
            <a:ext cx="4581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Multiplier</a:t>
            </a:r>
            <a:endParaRPr/>
          </a:p>
        </p:txBody>
      </p:sp>
      <p:cxnSp>
        <p:nvCxnSpPr>
          <p:cNvPr id="648" name="Google Shape;648;p30"/>
          <p:cNvCxnSpPr>
            <a:stCxn id="649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0" name="Google Shape;650;p30"/>
          <p:cNvCxnSpPr>
            <a:endCxn id="649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1" name="Google Shape;651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2" name="Google Shape;652;p30"/>
          <p:cNvSpPr txBox="1"/>
          <p:nvPr/>
        </p:nvSpPr>
        <p:spPr>
          <a:xfrm>
            <a:off x="524625" y="1175475"/>
            <a:ext cx="8148300" cy="33177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70" r="-1140" t="-224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3" name="Google Shape;65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1800" y="3233625"/>
            <a:ext cx="1820400" cy="130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31"/>
          <p:cNvSpPr txBox="1"/>
          <p:nvPr>
            <p:ph type="title"/>
          </p:nvPr>
        </p:nvSpPr>
        <p:spPr>
          <a:xfrm>
            <a:off x="715100" y="589950"/>
            <a:ext cx="4581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bit Binary Multiplier</a:t>
            </a:r>
            <a:endParaRPr/>
          </a:p>
        </p:txBody>
      </p:sp>
      <p:cxnSp>
        <p:nvCxnSpPr>
          <p:cNvPr id="659" name="Google Shape;659;p31"/>
          <p:cNvCxnSpPr>
            <a:stCxn id="660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1" name="Google Shape;661;p31"/>
          <p:cNvCxnSpPr>
            <a:endCxn id="660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2" name="Google Shape;662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63" name="Google Shape;663;p3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4800" y="1147052"/>
            <a:ext cx="2294400" cy="2958900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31"/>
          <p:cNvSpPr txBox="1"/>
          <p:nvPr/>
        </p:nvSpPr>
        <p:spPr>
          <a:xfrm>
            <a:off x="581325" y="4243258"/>
            <a:ext cx="854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Note:</a:t>
            </a: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Multiplier with more bits can be constructed in a similar fashion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32"/>
          <p:cNvSpPr txBox="1"/>
          <p:nvPr>
            <p:ph type="title"/>
          </p:nvPr>
        </p:nvSpPr>
        <p:spPr>
          <a:xfrm>
            <a:off x="715100" y="589950"/>
            <a:ext cx="4581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Multiplier</a:t>
            </a:r>
            <a:endParaRPr/>
          </a:p>
        </p:txBody>
      </p:sp>
      <p:cxnSp>
        <p:nvCxnSpPr>
          <p:cNvPr id="670" name="Google Shape;670;p32"/>
          <p:cNvCxnSpPr>
            <a:stCxn id="671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2" name="Google Shape;672;p32"/>
          <p:cNvCxnSpPr>
            <a:endCxn id="671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3" name="Google Shape;673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4" name="Google Shape;674;p32"/>
          <p:cNvSpPr txBox="1"/>
          <p:nvPr/>
        </p:nvSpPr>
        <p:spPr>
          <a:xfrm>
            <a:off x="688200" y="1184725"/>
            <a:ext cx="7767600" cy="3214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40" r="0" t="-224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33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Binary Magnitude Comparator</a:t>
            </a:r>
            <a:endParaRPr sz="3100"/>
          </a:p>
        </p:txBody>
      </p:sp>
      <p:sp>
        <p:nvSpPr>
          <p:cNvPr id="680" name="Google Shape;680;p33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681" name="Google Shape;681;p33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one is the larger value?</a:t>
            </a:r>
            <a:endParaRPr/>
          </a:p>
        </p:txBody>
      </p:sp>
      <p:cxnSp>
        <p:nvCxnSpPr>
          <p:cNvPr id="682" name="Google Shape;682;p33"/>
          <p:cNvCxnSpPr>
            <a:stCxn id="680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3" name="Google Shape;683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34"/>
          <p:cNvSpPr txBox="1"/>
          <p:nvPr>
            <p:ph type="title"/>
          </p:nvPr>
        </p:nvSpPr>
        <p:spPr>
          <a:xfrm>
            <a:off x="715100" y="589950"/>
            <a:ext cx="7464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Magnitude Comparator</a:t>
            </a:r>
            <a:endParaRPr/>
          </a:p>
        </p:txBody>
      </p:sp>
      <p:cxnSp>
        <p:nvCxnSpPr>
          <p:cNvPr id="689" name="Google Shape;689;p34"/>
          <p:cNvCxnSpPr>
            <a:stCxn id="690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1" name="Google Shape;691;p34"/>
          <p:cNvCxnSpPr>
            <a:endCxn id="690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2" name="Google Shape;692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3" name="Google Shape;693;p34"/>
          <p:cNvSpPr txBox="1"/>
          <p:nvPr/>
        </p:nvSpPr>
        <p:spPr>
          <a:xfrm>
            <a:off x="507925" y="1211275"/>
            <a:ext cx="8158500" cy="3372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40" r="-1510" t="-308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5"/>
          <p:cNvSpPr txBox="1"/>
          <p:nvPr>
            <p:ph type="title"/>
          </p:nvPr>
        </p:nvSpPr>
        <p:spPr>
          <a:xfrm>
            <a:off x="715100" y="589950"/>
            <a:ext cx="7464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Magnitude Comparator</a:t>
            </a:r>
            <a:endParaRPr/>
          </a:p>
        </p:txBody>
      </p:sp>
      <p:cxnSp>
        <p:nvCxnSpPr>
          <p:cNvPr id="699" name="Google Shape;699;p35"/>
          <p:cNvCxnSpPr>
            <a:stCxn id="700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1" name="Google Shape;701;p35"/>
          <p:cNvCxnSpPr>
            <a:endCxn id="700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2" name="Google Shape;702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3" name="Google Shape;703;p35"/>
          <p:cNvSpPr txBox="1"/>
          <p:nvPr/>
        </p:nvSpPr>
        <p:spPr>
          <a:xfrm>
            <a:off x="848975" y="1268100"/>
            <a:ext cx="4962900" cy="20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10000"/>
          </a:bodyPr>
          <a:lstStyle/>
          <a:p>
            <a:pPr indent="-161925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Comparator with single bit: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A&gt;B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A=B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A&lt;B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19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Comparator with Four bits: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Try the above methods four times and add them up</a:t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192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•"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Expressions: 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4" name="Google Shape;704;p35"/>
          <p:cNvGrpSpPr/>
          <p:nvPr/>
        </p:nvGrpSpPr>
        <p:grpSpPr>
          <a:xfrm>
            <a:off x="2067071" y="3196562"/>
            <a:ext cx="5009873" cy="1449848"/>
            <a:chOff x="3445783" y="4744862"/>
            <a:chExt cx="5009873" cy="1449848"/>
          </a:xfrm>
        </p:grpSpPr>
        <p:pic>
          <p:nvPicPr>
            <p:cNvPr id="705" name="Google Shape;705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514666" y="5189993"/>
              <a:ext cx="1966216" cy="3955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6" name="Google Shape;706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445783" y="5477438"/>
              <a:ext cx="5009873" cy="7172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7" name="Google Shape;707;p3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497774" y="4744862"/>
              <a:ext cx="3785219" cy="53148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36"/>
          <p:cNvSpPr txBox="1"/>
          <p:nvPr>
            <p:ph type="title"/>
          </p:nvPr>
        </p:nvSpPr>
        <p:spPr>
          <a:xfrm>
            <a:off x="715100" y="589950"/>
            <a:ext cx="7464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Magnitude Comparator</a:t>
            </a:r>
            <a:endParaRPr/>
          </a:p>
        </p:txBody>
      </p:sp>
      <p:cxnSp>
        <p:nvCxnSpPr>
          <p:cNvPr id="713" name="Google Shape;713;p36"/>
          <p:cNvCxnSpPr>
            <a:stCxn id="714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5" name="Google Shape;715;p36"/>
          <p:cNvCxnSpPr>
            <a:endCxn id="714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6" name="Google Shape;716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7" name="Google Shape;717;p3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8102" y="1200575"/>
            <a:ext cx="3234300" cy="324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37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Encoder and Decoder</a:t>
            </a:r>
            <a:endParaRPr sz="3800"/>
          </a:p>
        </p:txBody>
      </p:sp>
      <p:sp>
        <p:nvSpPr>
          <p:cNvPr id="723" name="Google Shape;723;p37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724" name="Google Shape;724;p37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25" name="Google Shape;725;p37"/>
          <p:cNvCxnSpPr>
            <a:stCxn id="723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6" name="Google Shape;726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38"/>
          <p:cNvSpPr txBox="1"/>
          <p:nvPr>
            <p:ph type="title"/>
          </p:nvPr>
        </p:nvSpPr>
        <p:spPr>
          <a:xfrm>
            <a:off x="715100" y="589950"/>
            <a:ext cx="7464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Encoder and Decoder</a:t>
            </a:r>
            <a:endParaRPr/>
          </a:p>
        </p:txBody>
      </p:sp>
      <p:cxnSp>
        <p:nvCxnSpPr>
          <p:cNvPr id="732" name="Google Shape;732;p38"/>
          <p:cNvCxnSpPr>
            <a:stCxn id="733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4" name="Google Shape;734;p38"/>
          <p:cNvCxnSpPr>
            <a:endCxn id="733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5" name="Google Shape;735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6" name="Google Shape;736;p38"/>
          <p:cNvSpPr txBox="1"/>
          <p:nvPr/>
        </p:nvSpPr>
        <p:spPr>
          <a:xfrm>
            <a:off x="610950" y="1315400"/>
            <a:ext cx="8036100" cy="26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500" lvl="0" marL="228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Normally, any discrete information can be represented in binary code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1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Here, a n-bit binary code can represent 2</a:t>
            </a:r>
            <a:r>
              <a:rPr baseline="30000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different elements  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2200"/>
              <a:buChar char="•"/>
            </a:pPr>
            <a:r>
              <a:rPr b="1" lang="en" sz="2200">
                <a:solidFill>
                  <a:srgbClr val="273239"/>
                </a:solidFill>
                <a:latin typeface="Calibri"/>
                <a:ea typeface="Calibri"/>
                <a:cs typeface="Calibri"/>
                <a:sym typeface="Calibri"/>
              </a:rPr>
              <a:t>Encoders </a:t>
            </a:r>
            <a:r>
              <a:rPr lang="en" sz="2200">
                <a:solidFill>
                  <a:srgbClr val="273239"/>
                </a:solidFill>
                <a:latin typeface="Calibri"/>
                <a:ea typeface="Calibri"/>
                <a:cs typeface="Calibri"/>
                <a:sym typeface="Calibri"/>
              </a:rPr>
              <a:t>convert 2</a:t>
            </a:r>
            <a:r>
              <a:rPr baseline="30000" lang="en" sz="2200">
                <a:solidFill>
                  <a:srgbClr val="273239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" sz="2200">
                <a:solidFill>
                  <a:srgbClr val="273239"/>
                </a:solidFill>
                <a:latin typeface="Calibri"/>
                <a:ea typeface="Calibri"/>
                <a:cs typeface="Calibri"/>
                <a:sym typeface="Calibri"/>
              </a:rPr>
              <a:t> unique lines of input into </a:t>
            </a:r>
            <a:r>
              <a:rPr b="1" i="1" lang="en" sz="2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code </a:t>
            </a:r>
            <a:r>
              <a:rPr lang="en" sz="2200">
                <a:solidFill>
                  <a:srgbClr val="273239"/>
                </a:solidFill>
                <a:latin typeface="Calibri"/>
                <a:ea typeface="Calibri"/>
                <a:cs typeface="Calibri"/>
                <a:sym typeface="Calibri"/>
              </a:rPr>
              <a:t>of n bits and </a:t>
            </a:r>
            <a:r>
              <a:rPr b="1" lang="en" sz="2200">
                <a:solidFill>
                  <a:srgbClr val="273239"/>
                </a:solidFill>
                <a:latin typeface="Calibri"/>
                <a:ea typeface="Calibri"/>
                <a:cs typeface="Calibri"/>
                <a:sym typeface="Calibri"/>
              </a:rPr>
              <a:t>Decoders </a:t>
            </a:r>
            <a:r>
              <a:rPr lang="en" sz="2200">
                <a:solidFill>
                  <a:srgbClr val="273239"/>
                </a:solidFill>
                <a:latin typeface="Calibri"/>
                <a:ea typeface="Calibri"/>
                <a:cs typeface="Calibri"/>
                <a:sym typeface="Calibri"/>
              </a:rPr>
              <a:t>decode the n bits into 2</a:t>
            </a:r>
            <a:r>
              <a:rPr baseline="30000" lang="en" sz="2200">
                <a:solidFill>
                  <a:srgbClr val="273239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" sz="2200">
                <a:solidFill>
                  <a:srgbClr val="273239"/>
                </a:solidFill>
                <a:latin typeface="Calibri"/>
                <a:ea typeface="Calibri"/>
                <a:cs typeface="Calibri"/>
                <a:sym typeface="Calibri"/>
              </a:rPr>
              <a:t> unique lines.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39"/>
          <p:cNvSpPr txBox="1"/>
          <p:nvPr>
            <p:ph type="title"/>
          </p:nvPr>
        </p:nvSpPr>
        <p:spPr>
          <a:xfrm>
            <a:off x="715100" y="589950"/>
            <a:ext cx="7464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Decoder</a:t>
            </a:r>
            <a:endParaRPr/>
          </a:p>
        </p:txBody>
      </p:sp>
      <p:cxnSp>
        <p:nvCxnSpPr>
          <p:cNvPr id="742" name="Google Shape;742;p39"/>
          <p:cNvCxnSpPr>
            <a:stCxn id="743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4" name="Google Shape;744;p39"/>
          <p:cNvCxnSpPr>
            <a:endCxn id="743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5" name="Google Shape;745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6" name="Google Shape;746;p39"/>
          <p:cNvSpPr txBox="1"/>
          <p:nvPr/>
        </p:nvSpPr>
        <p:spPr>
          <a:xfrm>
            <a:off x="525450" y="1147050"/>
            <a:ext cx="8458200" cy="33579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00" r="0" t="-224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40"/>
          <p:cNvSpPr txBox="1"/>
          <p:nvPr>
            <p:ph type="title"/>
          </p:nvPr>
        </p:nvSpPr>
        <p:spPr>
          <a:xfrm>
            <a:off x="715100" y="589950"/>
            <a:ext cx="7464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3x8 Decoder: Binary to Octal</a:t>
            </a:r>
            <a:endParaRPr/>
          </a:p>
        </p:txBody>
      </p:sp>
      <p:cxnSp>
        <p:nvCxnSpPr>
          <p:cNvPr id="752" name="Google Shape;752;p40"/>
          <p:cNvCxnSpPr>
            <a:stCxn id="753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4" name="Google Shape;754;p40"/>
          <p:cNvCxnSpPr>
            <a:endCxn id="753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5" name="Google Shape;755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56" name="Google Shape;756;p4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3903" y="1244304"/>
            <a:ext cx="2975400" cy="308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7" name="Google Shape;757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90325" y="1909725"/>
            <a:ext cx="4349124" cy="154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41"/>
          <p:cNvSpPr txBox="1"/>
          <p:nvPr>
            <p:ph type="title"/>
          </p:nvPr>
        </p:nvSpPr>
        <p:spPr>
          <a:xfrm>
            <a:off x="715100" y="589950"/>
            <a:ext cx="77730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Decoder with NAND Gate and Enable Input</a:t>
            </a:r>
            <a:endParaRPr/>
          </a:p>
        </p:txBody>
      </p:sp>
      <p:cxnSp>
        <p:nvCxnSpPr>
          <p:cNvPr id="763" name="Google Shape;763;p41"/>
          <p:cNvCxnSpPr>
            <a:stCxn id="764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5" name="Google Shape;765;p41"/>
          <p:cNvCxnSpPr>
            <a:endCxn id="764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6" name="Google Shape;766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7" name="Google Shape;767;p41"/>
          <p:cNvSpPr txBox="1"/>
          <p:nvPr/>
        </p:nvSpPr>
        <p:spPr>
          <a:xfrm>
            <a:off x="750800" y="1316475"/>
            <a:ext cx="8142900" cy="3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4150" lvl="0" marL="2286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</a:pPr>
            <a:r>
              <a:rPr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decoders are constructed with NAND gates to make it more economical </a:t>
            </a:r>
            <a:endParaRPr sz="2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1" marL="6858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</a:pPr>
            <a:r>
              <a:rPr lang="en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this case, minterms are generated in the complemented form </a:t>
            </a:r>
            <a:endParaRPr sz="1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1" marL="6858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</a:pPr>
            <a:r>
              <a:rPr lang="en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Similarly, the operation of the decoder can be controlled with 0s instead of 1s. </a:t>
            </a:r>
            <a:endParaRPr sz="1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</a:pPr>
            <a:r>
              <a:rPr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 of them can include one or more </a:t>
            </a:r>
            <a:r>
              <a:rPr b="1"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enable inputs </a:t>
            </a:r>
            <a:r>
              <a:rPr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control the circuit operations </a:t>
            </a:r>
            <a:endParaRPr sz="2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1" marL="6858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</a:pPr>
            <a:r>
              <a:rPr b="1" lang="en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Variants</a:t>
            </a:r>
            <a:r>
              <a:rPr lang="en" sz="17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Active-low and active-high enable </a:t>
            </a:r>
            <a:endParaRPr sz="1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1600" lvl="2" marL="11430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8" name="Google Shape;7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1581" y="3290807"/>
            <a:ext cx="4581210" cy="1283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42"/>
          <p:cNvSpPr txBox="1"/>
          <p:nvPr>
            <p:ph type="title"/>
          </p:nvPr>
        </p:nvSpPr>
        <p:spPr>
          <a:xfrm>
            <a:off x="715100" y="589950"/>
            <a:ext cx="77730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Decoder with NAND Gate and Enable Input</a:t>
            </a:r>
            <a:endParaRPr/>
          </a:p>
        </p:txBody>
      </p:sp>
      <p:cxnSp>
        <p:nvCxnSpPr>
          <p:cNvPr id="774" name="Google Shape;774;p42"/>
          <p:cNvCxnSpPr>
            <a:stCxn id="775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6" name="Google Shape;776;p42"/>
          <p:cNvCxnSpPr>
            <a:endCxn id="775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7" name="Google Shape;777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8" name="Google Shape;778;p42"/>
          <p:cNvSpPr txBox="1"/>
          <p:nvPr/>
        </p:nvSpPr>
        <p:spPr>
          <a:xfrm>
            <a:off x="766025" y="1223250"/>
            <a:ext cx="79836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415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Char char="•"/>
            </a:pPr>
            <a:r>
              <a:rPr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 is considered “</a:t>
            </a:r>
            <a:r>
              <a:rPr b="1" i="1"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enable</a:t>
            </a:r>
            <a:r>
              <a:rPr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r>
              <a:rPr b="1" i="1"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1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both inputs and E because of </a:t>
            </a:r>
            <a:r>
              <a:rPr b="1" i="1" lang="en" sz="2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NAND gate</a:t>
            </a:r>
            <a:r>
              <a:rPr b="1" i="1" lang="en" sz="1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7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9" name="Google Shape;77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5253" y="1925846"/>
            <a:ext cx="3081998" cy="216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0" name="Google Shape;780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9326" y="1925846"/>
            <a:ext cx="2584660" cy="1732098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42"/>
          <p:cNvSpPr txBox="1"/>
          <p:nvPr/>
        </p:nvSpPr>
        <p:spPr>
          <a:xfrm>
            <a:off x="4683639" y="3715626"/>
            <a:ext cx="3533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Specialty with “X” in inputs </a:t>
            </a:r>
            <a:r>
              <a:rPr b="1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condense </a:t>
            </a: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truth table 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43"/>
          <p:cNvSpPr txBox="1"/>
          <p:nvPr>
            <p:ph type="title"/>
          </p:nvPr>
        </p:nvSpPr>
        <p:spPr>
          <a:xfrm>
            <a:off x="715100" y="589950"/>
            <a:ext cx="77730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Larger Decoder with Smaller Ones </a:t>
            </a:r>
            <a:endParaRPr/>
          </a:p>
        </p:txBody>
      </p:sp>
      <p:cxnSp>
        <p:nvCxnSpPr>
          <p:cNvPr id="787" name="Google Shape;787;p43"/>
          <p:cNvCxnSpPr>
            <a:stCxn id="788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9" name="Google Shape;789;p43"/>
          <p:cNvCxnSpPr>
            <a:endCxn id="788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0" name="Google Shape;790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1" name="Google Shape;791;p43"/>
          <p:cNvSpPr txBox="1"/>
          <p:nvPr/>
        </p:nvSpPr>
        <p:spPr>
          <a:xfrm>
            <a:off x="766025" y="1223250"/>
            <a:ext cx="79836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Calibri"/>
                <a:ea typeface="Calibri"/>
                <a:cs typeface="Calibri"/>
                <a:sym typeface="Calibri"/>
              </a:rPr>
              <a:t>4x16 decoder with two 3x8 decoders: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2" name="Google Shape;79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2639" y="1733547"/>
            <a:ext cx="3498725" cy="251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44"/>
          <p:cNvSpPr txBox="1"/>
          <p:nvPr>
            <p:ph type="title"/>
          </p:nvPr>
        </p:nvSpPr>
        <p:spPr>
          <a:xfrm>
            <a:off x="715100" y="589950"/>
            <a:ext cx="77730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Significance of Enable Input</a:t>
            </a:r>
            <a:endParaRPr/>
          </a:p>
        </p:txBody>
      </p:sp>
      <p:cxnSp>
        <p:nvCxnSpPr>
          <p:cNvPr id="798" name="Google Shape;798;p44"/>
          <p:cNvCxnSpPr>
            <a:stCxn id="799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0" name="Google Shape;800;p44"/>
          <p:cNvCxnSpPr>
            <a:endCxn id="799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1" name="Google Shape;801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2" name="Google Shape;802;p44"/>
          <p:cNvSpPr txBox="1"/>
          <p:nvPr/>
        </p:nvSpPr>
        <p:spPr>
          <a:xfrm>
            <a:off x="766025" y="1223250"/>
            <a:ext cx="76149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5255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30"/>
              <a:buChar char="•"/>
            </a:pPr>
            <a:r>
              <a:rPr lang="en" sz="2230">
                <a:latin typeface="Calibri"/>
                <a:ea typeface="Calibri"/>
                <a:cs typeface="Calibri"/>
                <a:sym typeface="Calibri"/>
              </a:rPr>
              <a:t>In general, </a:t>
            </a:r>
            <a:r>
              <a:rPr b="1" i="1" lang="en" sz="2325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enable inputs </a:t>
            </a:r>
            <a:r>
              <a:rPr lang="en" sz="2230">
                <a:latin typeface="Calibri"/>
                <a:ea typeface="Calibri"/>
                <a:cs typeface="Calibri"/>
                <a:sym typeface="Calibri"/>
              </a:rPr>
              <a:t>are a convenient feature for interconnecting </a:t>
            </a:r>
            <a:r>
              <a:rPr b="1" lang="en" sz="2230">
                <a:latin typeface="Calibri"/>
                <a:ea typeface="Calibri"/>
                <a:cs typeface="Calibri"/>
                <a:sym typeface="Calibri"/>
              </a:rPr>
              <a:t>two or more standard components </a:t>
            </a:r>
            <a:r>
              <a:rPr lang="en" sz="2230">
                <a:latin typeface="Calibri"/>
                <a:ea typeface="Calibri"/>
                <a:cs typeface="Calibri"/>
                <a:sym typeface="Calibri"/>
              </a:rPr>
              <a:t>for the purpose of combining them into a similar function with more inputs and outputs.</a:t>
            </a:r>
            <a:endParaRPr sz="223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1898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45"/>
          <p:cNvSpPr txBox="1"/>
          <p:nvPr>
            <p:ph type="title"/>
          </p:nvPr>
        </p:nvSpPr>
        <p:spPr>
          <a:xfrm>
            <a:off x="715100" y="589950"/>
            <a:ext cx="77730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Combinational Circuit with Decoders</a:t>
            </a:r>
            <a:endParaRPr/>
          </a:p>
        </p:txBody>
      </p:sp>
      <p:cxnSp>
        <p:nvCxnSpPr>
          <p:cNvPr id="808" name="Google Shape;808;p45"/>
          <p:cNvCxnSpPr>
            <a:stCxn id="809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0" name="Google Shape;810;p45"/>
          <p:cNvCxnSpPr>
            <a:endCxn id="809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1" name="Google Shape;811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2" name="Google Shape;812;p45"/>
          <p:cNvSpPr txBox="1"/>
          <p:nvPr/>
        </p:nvSpPr>
        <p:spPr>
          <a:xfrm>
            <a:off x="766025" y="1223250"/>
            <a:ext cx="76149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" sz="2200">
                <a:latin typeface="Calibri"/>
                <a:ea typeface="Calibri"/>
                <a:cs typeface="Calibri"/>
                <a:sym typeface="Calibri"/>
              </a:rPr>
              <a:t>We consider the minterms of any function from the truth table of certain Boolean function and add them with  an external OR gate for each output variable 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</a:pPr>
            <a:r>
              <a:rPr b="1" lang="en" sz="2200">
                <a:latin typeface="Calibri"/>
                <a:ea typeface="Calibri"/>
                <a:cs typeface="Calibri"/>
                <a:sym typeface="Calibri"/>
              </a:rPr>
              <a:t>Example:</a:t>
            </a:r>
            <a:r>
              <a:rPr lang="en" sz="2200">
                <a:latin typeface="Calibri"/>
                <a:ea typeface="Calibri"/>
                <a:cs typeface="Calibri"/>
                <a:sym typeface="Calibri"/>
              </a:rPr>
              <a:t> Full Adder with 3x8 decoder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163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3" name="Google Shape;813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3325" y="2742850"/>
            <a:ext cx="2951024" cy="182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4" name="Google Shape;814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9000" y="3271902"/>
            <a:ext cx="2188500" cy="69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46"/>
          <p:cNvSpPr txBox="1"/>
          <p:nvPr>
            <p:ph type="title"/>
          </p:nvPr>
        </p:nvSpPr>
        <p:spPr>
          <a:xfrm>
            <a:off x="715100" y="589950"/>
            <a:ext cx="77730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Combinational Circuit with Decoders</a:t>
            </a:r>
            <a:endParaRPr/>
          </a:p>
        </p:txBody>
      </p:sp>
      <p:cxnSp>
        <p:nvCxnSpPr>
          <p:cNvPr id="820" name="Google Shape;820;p46"/>
          <p:cNvCxnSpPr>
            <a:stCxn id="821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2" name="Google Shape;822;p46"/>
          <p:cNvCxnSpPr>
            <a:endCxn id="821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3" name="Google Shape;823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4" name="Google Shape;824;p46"/>
          <p:cNvSpPr txBox="1"/>
          <p:nvPr/>
        </p:nvSpPr>
        <p:spPr>
          <a:xfrm>
            <a:off x="715100" y="1240975"/>
            <a:ext cx="7914600" cy="32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5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the number of minterms (</a:t>
            </a:r>
            <a:r>
              <a:rPr b="1" i="1"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is so many (&gt;2</a:t>
            </a:r>
            <a:r>
              <a:rPr baseline="30000"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/2) we can consider the F’ with (2</a:t>
            </a:r>
            <a:r>
              <a:rPr baseline="30000"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-k) number of minterms 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1800"/>
              <a:buChar char="•"/>
            </a:pPr>
            <a:r>
              <a:rPr lang="e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Then NOR gate will be used instead of OR gate 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Char char="•"/>
            </a:pPr>
            <a:r>
              <a:rPr lang="en" sz="2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the internal gate of the Decoder is NAND gate, the external gate will be also a NAND gate instead of an OR gate</a:t>
            </a: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1800"/>
              <a:buChar char="•"/>
            </a:pPr>
            <a:r>
              <a:rPr b="1" lang="e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Two level NAND </a:t>
            </a: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gate implementation  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47"/>
          <p:cNvSpPr txBox="1"/>
          <p:nvPr>
            <p:ph type="title"/>
          </p:nvPr>
        </p:nvSpPr>
        <p:spPr>
          <a:xfrm>
            <a:off x="715100" y="589950"/>
            <a:ext cx="7464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Encoder</a:t>
            </a:r>
            <a:endParaRPr/>
          </a:p>
        </p:txBody>
      </p:sp>
      <p:cxnSp>
        <p:nvCxnSpPr>
          <p:cNvPr id="830" name="Google Shape;830;p47"/>
          <p:cNvCxnSpPr>
            <a:stCxn id="831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2" name="Google Shape;832;p47"/>
          <p:cNvCxnSpPr>
            <a:endCxn id="831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3" name="Google Shape;833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4" name="Google Shape;834;p47"/>
          <p:cNvSpPr txBox="1"/>
          <p:nvPr/>
        </p:nvSpPr>
        <p:spPr>
          <a:xfrm>
            <a:off x="715100" y="1147050"/>
            <a:ext cx="6850200" cy="21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Inverse of Decoder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</a:pPr>
            <a:r>
              <a:rPr b="1" i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baseline="30000" i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i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inputs and </a:t>
            </a:r>
            <a:r>
              <a:rPr b="1" i="1" lang="en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i="1"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outputs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1600"/>
              <a:buChar char="•"/>
            </a:pPr>
            <a:r>
              <a:rPr b="1" lang="en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Only one input will be 1 at a time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Another kind of converter or coder or cryptographer 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48"/>
          <p:cNvSpPr txBox="1"/>
          <p:nvPr>
            <p:ph type="title"/>
          </p:nvPr>
        </p:nvSpPr>
        <p:spPr>
          <a:xfrm>
            <a:off x="715100" y="589950"/>
            <a:ext cx="7464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3x8 Encoder: Octal to Binary</a:t>
            </a:r>
            <a:endParaRPr/>
          </a:p>
        </p:txBody>
      </p:sp>
      <p:cxnSp>
        <p:nvCxnSpPr>
          <p:cNvPr id="840" name="Google Shape;840;p48"/>
          <p:cNvCxnSpPr>
            <a:stCxn id="841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2" name="Google Shape;842;p48"/>
          <p:cNvCxnSpPr>
            <a:endCxn id="841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3" name="Google Shape;843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44" name="Google Shape;844;p4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0376" y="1274325"/>
            <a:ext cx="2032800" cy="76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5" name="Google Shape;845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6300" y="2075935"/>
            <a:ext cx="5081393" cy="2057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6" name="Google Shape;846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83885" y="2337118"/>
            <a:ext cx="2410264" cy="2169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49"/>
          <p:cNvSpPr txBox="1"/>
          <p:nvPr>
            <p:ph type="title"/>
          </p:nvPr>
        </p:nvSpPr>
        <p:spPr>
          <a:xfrm>
            <a:off x="715100" y="589950"/>
            <a:ext cx="7464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Priority Encoder with additional Output</a:t>
            </a:r>
            <a:endParaRPr/>
          </a:p>
        </p:txBody>
      </p:sp>
      <p:cxnSp>
        <p:nvCxnSpPr>
          <p:cNvPr id="852" name="Google Shape;852;p49"/>
          <p:cNvCxnSpPr>
            <a:endCxn id="853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4" name="Google Shape;854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5" name="Google Shape;855;p49"/>
          <p:cNvSpPr txBox="1"/>
          <p:nvPr/>
        </p:nvSpPr>
        <p:spPr>
          <a:xfrm>
            <a:off x="1050399" y="1432621"/>
            <a:ext cx="6939900" cy="28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685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Char char="•"/>
            </a:pPr>
            <a:r>
              <a:rPr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includes the priority function for  the inputs  </a:t>
            </a:r>
            <a:endParaRPr sz="2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Char char="•"/>
            </a:pPr>
            <a:r>
              <a:rPr b="1" lang="en" sz="2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Truth table and K-map:</a:t>
            </a:r>
            <a:endParaRPr sz="2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6" name="Google Shape;856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877" y="2582624"/>
            <a:ext cx="3706050" cy="175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7" name="Google Shape;857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2399" y="1948787"/>
            <a:ext cx="4004026" cy="183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8" name="Google Shape;858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44768" y="3967133"/>
            <a:ext cx="1684929" cy="565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50"/>
          <p:cNvSpPr txBox="1"/>
          <p:nvPr>
            <p:ph type="title"/>
          </p:nvPr>
        </p:nvSpPr>
        <p:spPr>
          <a:xfrm>
            <a:off x="715100" y="589950"/>
            <a:ext cx="7464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Priority Encoder with additional Output</a:t>
            </a:r>
            <a:endParaRPr/>
          </a:p>
        </p:txBody>
      </p:sp>
      <p:cxnSp>
        <p:nvCxnSpPr>
          <p:cNvPr id="864" name="Google Shape;864;p50"/>
          <p:cNvCxnSpPr>
            <a:endCxn id="865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6" name="Google Shape;866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67" name="Google Shape;86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2582" y="1491837"/>
            <a:ext cx="6678843" cy="29584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51"/>
          <p:cNvSpPr txBox="1"/>
          <p:nvPr>
            <p:ph type="title"/>
          </p:nvPr>
        </p:nvSpPr>
        <p:spPr>
          <a:xfrm>
            <a:off x="1682250" y="2595788"/>
            <a:ext cx="5779500" cy="56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Multiplexer</a:t>
            </a:r>
            <a:endParaRPr sz="3800"/>
          </a:p>
        </p:txBody>
      </p:sp>
      <p:sp>
        <p:nvSpPr>
          <p:cNvPr id="873" name="Google Shape;873;p51"/>
          <p:cNvSpPr txBox="1"/>
          <p:nvPr>
            <p:ph idx="2" type="title"/>
          </p:nvPr>
        </p:nvSpPr>
        <p:spPr>
          <a:xfrm>
            <a:off x="4114800" y="1437729"/>
            <a:ext cx="914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874" name="Google Shape;874;p51"/>
          <p:cNvSpPr txBox="1"/>
          <p:nvPr>
            <p:ph idx="1" type="subTitle"/>
          </p:nvPr>
        </p:nvSpPr>
        <p:spPr>
          <a:xfrm>
            <a:off x="1682250" y="3273338"/>
            <a:ext cx="57795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5" name="Google Shape;875;p51"/>
          <p:cNvCxnSpPr>
            <a:stCxn id="873" idx="0"/>
          </p:cNvCxnSpPr>
          <p:nvPr/>
        </p:nvCxnSpPr>
        <p:spPr>
          <a:xfrm rot="10800000">
            <a:off x="4572000" y="-101271"/>
            <a:ext cx="0" cy="153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6" name="Google Shape;876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52"/>
          <p:cNvSpPr txBox="1"/>
          <p:nvPr>
            <p:ph type="title"/>
          </p:nvPr>
        </p:nvSpPr>
        <p:spPr>
          <a:xfrm>
            <a:off x="715100" y="589950"/>
            <a:ext cx="7464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Multiplexer</a:t>
            </a:r>
            <a:endParaRPr/>
          </a:p>
        </p:txBody>
      </p:sp>
      <p:cxnSp>
        <p:nvCxnSpPr>
          <p:cNvPr id="882" name="Google Shape;882;p52"/>
          <p:cNvCxnSpPr>
            <a:endCxn id="883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4" name="Google Shape;884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5" name="Google Shape;885;p52"/>
          <p:cNvSpPr txBox="1"/>
          <p:nvPr/>
        </p:nvSpPr>
        <p:spPr>
          <a:xfrm>
            <a:off x="781700" y="1216050"/>
            <a:ext cx="5991300" cy="24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0815" lvl="0" marL="2286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0"/>
              <a:buChar char="•"/>
            </a:pPr>
            <a:r>
              <a:rPr lang="en" sz="189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Also called as </a:t>
            </a:r>
            <a:r>
              <a:rPr b="1" i="1" lang="en" sz="189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selector </a:t>
            </a:r>
            <a:endParaRPr sz="189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0815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90"/>
              <a:buChar char="•"/>
            </a:pPr>
            <a:r>
              <a:rPr lang="en" sz="189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combinational circuit:</a:t>
            </a:r>
            <a:endParaRPr sz="189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2720" lvl="1" marL="6858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20"/>
              <a:buChar char="•"/>
            </a:pPr>
            <a:r>
              <a:rPr lang="en" sz="152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Selects from one of many input lines and directs it to a single output line </a:t>
            </a:r>
            <a:endParaRPr sz="152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4625" lvl="2" marL="11430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50"/>
              <a:buChar char="•"/>
            </a:pPr>
            <a:r>
              <a:rPr lang="en" sz="11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Selection is controlled by a set of selection lines</a:t>
            </a:r>
            <a:endParaRPr sz="115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2720" lvl="1" marL="685800" rtl="0" algn="l">
              <a:lnSpc>
                <a:spcPct val="7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20"/>
              <a:buChar char="•"/>
            </a:pPr>
            <a:r>
              <a:rPr lang="en" sz="152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There are 2</a:t>
            </a:r>
            <a:r>
              <a:rPr baseline="30000" lang="en" sz="152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" sz="152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input lines and n selection lines </a:t>
            </a:r>
            <a:endParaRPr sz="152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0815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90"/>
              <a:buChar char="•"/>
            </a:pPr>
            <a:r>
              <a:rPr lang="en" sz="189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Often labeled as </a:t>
            </a:r>
            <a:r>
              <a:rPr b="1" i="1" lang="en" sz="189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MUX</a:t>
            </a:r>
            <a:endParaRPr sz="189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6" name="Google Shape;88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3634" y="2914975"/>
            <a:ext cx="5396726" cy="171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53"/>
          <p:cNvSpPr txBox="1"/>
          <p:nvPr>
            <p:ph type="title"/>
          </p:nvPr>
        </p:nvSpPr>
        <p:spPr>
          <a:xfrm>
            <a:off x="715100" y="589950"/>
            <a:ext cx="7464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 to 1 MUX</a:t>
            </a:r>
            <a:endParaRPr/>
          </a:p>
        </p:txBody>
      </p:sp>
      <p:cxnSp>
        <p:nvCxnSpPr>
          <p:cNvPr id="892" name="Google Shape;892;p53"/>
          <p:cNvCxnSpPr>
            <a:endCxn id="893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4" name="Google Shape;894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95" name="Google Shape;895;p5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7900" y="1266575"/>
            <a:ext cx="4588200" cy="327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54"/>
          <p:cNvSpPr txBox="1"/>
          <p:nvPr>
            <p:ph type="title"/>
          </p:nvPr>
        </p:nvSpPr>
        <p:spPr>
          <a:xfrm>
            <a:off x="715100" y="589950"/>
            <a:ext cx="7464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Multiplexer from Decoder</a:t>
            </a:r>
            <a:endParaRPr/>
          </a:p>
        </p:txBody>
      </p:sp>
      <p:cxnSp>
        <p:nvCxnSpPr>
          <p:cNvPr id="901" name="Google Shape;901;p54"/>
          <p:cNvCxnSpPr>
            <a:endCxn id="902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3" name="Google Shape;903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4" name="Google Shape;904;p54"/>
          <p:cNvSpPr txBox="1"/>
          <p:nvPr/>
        </p:nvSpPr>
        <p:spPr>
          <a:xfrm>
            <a:off x="674400" y="1202000"/>
            <a:ext cx="7653900" cy="19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gates </a:t>
            </a: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inverters</a:t>
            </a:r>
            <a:r>
              <a:rPr lang="en"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 the multiplexer resemble a decoder circuit</a:t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Indeed, they decode the selection input lines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general, a </a:t>
            </a:r>
            <a:r>
              <a:rPr b="1" i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baseline="30000" i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i="1"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-to-1-line multiplexer </a:t>
            </a:r>
            <a:r>
              <a:rPr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 constructed from an </a:t>
            </a:r>
            <a:r>
              <a:rPr b="1" i="1" lang="en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n-to-2</a:t>
            </a:r>
            <a:r>
              <a:rPr b="1" baseline="30000" i="1" lang="en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i="1" lang="en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decoder </a:t>
            </a:r>
            <a:r>
              <a:rPr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by adding </a:t>
            </a:r>
            <a:r>
              <a:rPr b="1" i="1" lang="en" sz="16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baseline="30000" i="1" lang="en" sz="16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i="1" lang="en" sz="16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input lines </a:t>
            </a:r>
            <a:r>
              <a:rPr lang="en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it, one to each AND gate.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</a:pP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outputs of the AND gates are applied to a single OR gate.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05" name="Google Shape;905;p54"/>
          <p:cNvGrpSpPr/>
          <p:nvPr/>
        </p:nvGrpSpPr>
        <p:grpSpPr>
          <a:xfrm>
            <a:off x="3035017" y="2873719"/>
            <a:ext cx="3073969" cy="1728737"/>
            <a:chOff x="3860747" y="4031476"/>
            <a:chExt cx="4292653" cy="2414100"/>
          </a:xfrm>
        </p:grpSpPr>
        <p:pic>
          <p:nvPicPr>
            <p:cNvPr id="906" name="Google Shape;906;p54"/>
            <p:cNvPicPr preferRelativeResize="0"/>
            <p:nvPr/>
          </p:nvPicPr>
          <p:blipFill rotWithShape="1">
            <a:blip r:embed="rId3">
              <a:alphaModFix/>
            </a:blip>
            <a:srcRect b="10015" l="0" r="42854" t="0"/>
            <a:stretch/>
          </p:blipFill>
          <p:spPr>
            <a:xfrm>
              <a:off x="4038600" y="4257209"/>
              <a:ext cx="4114800" cy="20546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7" name="Google Shape;907;p54"/>
            <p:cNvSpPr/>
            <p:nvPr/>
          </p:nvSpPr>
          <p:spPr>
            <a:xfrm flipH="1">
              <a:off x="3860747" y="4031476"/>
              <a:ext cx="3021900" cy="2414100"/>
            </a:xfrm>
            <a:prstGeom prst="corner">
              <a:avLst>
                <a:gd fmla="val 37529" name="adj1"/>
                <a:gd fmla="val 59238" name="adj2"/>
              </a:avLst>
            </a:prstGeom>
            <a:noFill/>
            <a:ln cap="flat" cmpd="sng" w="2857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55"/>
          <p:cNvSpPr txBox="1"/>
          <p:nvPr>
            <p:ph type="title"/>
          </p:nvPr>
        </p:nvSpPr>
        <p:spPr>
          <a:xfrm>
            <a:off x="715100" y="589950"/>
            <a:ext cx="7464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Circuit Implementation with MUX</a:t>
            </a:r>
            <a:endParaRPr/>
          </a:p>
        </p:txBody>
      </p:sp>
      <p:cxnSp>
        <p:nvCxnSpPr>
          <p:cNvPr id="913" name="Google Shape;913;p55"/>
          <p:cNvCxnSpPr>
            <a:endCxn id="914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5" name="Google Shape;915;p5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6" name="Google Shape;916;p55"/>
          <p:cNvSpPr txBox="1"/>
          <p:nvPr/>
        </p:nvSpPr>
        <p:spPr>
          <a:xfrm>
            <a:off x="587150" y="1846275"/>
            <a:ext cx="3000000" cy="18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Multiplexer circuits (</a:t>
            </a:r>
            <a:r>
              <a:rPr b="1" i="1" lang="en" sz="1800">
                <a:latin typeface="Calibri"/>
                <a:ea typeface="Calibri"/>
                <a:cs typeface="Calibri"/>
                <a:sym typeface="Calibri"/>
              </a:rPr>
              <a:t>more than one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) can be combined with common selection inputs to provide </a:t>
            </a:r>
            <a:r>
              <a:rPr b="1" i="1" lang="en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multiple-bit selection logic </a:t>
            </a: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for all of them.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7" name="Google Shape;917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00876" y="1147050"/>
            <a:ext cx="2688275" cy="317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56"/>
          <p:cNvSpPr txBox="1"/>
          <p:nvPr>
            <p:ph type="title"/>
          </p:nvPr>
        </p:nvSpPr>
        <p:spPr>
          <a:xfrm>
            <a:off x="715100" y="589950"/>
            <a:ext cx="7464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Demultiplexer</a:t>
            </a:r>
            <a:endParaRPr/>
          </a:p>
        </p:txBody>
      </p:sp>
      <p:cxnSp>
        <p:nvCxnSpPr>
          <p:cNvPr id="923" name="Google Shape;923;p56"/>
          <p:cNvCxnSpPr>
            <a:endCxn id="924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5" name="Google Shape;925;p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6" name="Google Shape;926;p56"/>
          <p:cNvSpPr txBox="1"/>
          <p:nvPr/>
        </p:nvSpPr>
        <p:spPr>
          <a:xfrm>
            <a:off x="542450" y="1518825"/>
            <a:ext cx="7920600" cy="28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65100" lvl="0" marL="228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Also called as </a:t>
            </a:r>
            <a:r>
              <a:rPr b="1" i="1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distributor </a:t>
            </a:r>
            <a:endParaRPr b="1"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b="1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A circuit that receives information from a single line and directs it to one of 2</a:t>
            </a:r>
            <a:r>
              <a:rPr baseline="30000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possible output lines 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Selection of a specific output will be controlled by </a:t>
            </a:r>
            <a:r>
              <a:rPr b="1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bit combination of n selection lines 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</a:pP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n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decoder</a:t>
            </a:r>
            <a:r>
              <a:rPr b="1"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could be used as a demultiplexer 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1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</a:pP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Here, the </a:t>
            </a:r>
            <a:r>
              <a:rPr b="1" lang="en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enable input </a:t>
            </a: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decoder works as the original input in demultiplexer</a:t>
            </a: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2" marL="11430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</a:pPr>
            <a:r>
              <a:rPr lang="en" sz="1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Connected with each of the outputs , but only one will be activated specified by the binary combination of the input bits of the decoder </a:t>
            </a:r>
            <a:endParaRPr sz="1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1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</a:pP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Decoder with enable input referred as a </a:t>
            </a:r>
            <a:r>
              <a:rPr b="1" i="1" lang="en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decoder-demultiplexer </a:t>
            </a:r>
            <a:endParaRPr b="1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57"/>
          <p:cNvSpPr txBox="1"/>
          <p:nvPr>
            <p:ph type="title"/>
          </p:nvPr>
        </p:nvSpPr>
        <p:spPr>
          <a:xfrm>
            <a:off x="715100" y="589950"/>
            <a:ext cx="74646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Demultiplexer</a:t>
            </a:r>
            <a:endParaRPr/>
          </a:p>
        </p:txBody>
      </p:sp>
      <p:cxnSp>
        <p:nvCxnSpPr>
          <p:cNvPr id="932" name="Google Shape;932;p57"/>
          <p:cNvCxnSpPr>
            <a:endCxn id="933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4" name="Google Shape;934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picture containing text, clock&#10;&#10;Description automatically generated" id="935" name="Google Shape;93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974" y="1713164"/>
            <a:ext cx="3153938" cy="2417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agram, schematic&#10;&#10;Description automatically generated" id="936" name="Google Shape;936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9114" y="1147056"/>
            <a:ext cx="2832921" cy="329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58"/>
          <p:cNvSpPr txBox="1"/>
          <p:nvPr>
            <p:ph type="title"/>
          </p:nvPr>
        </p:nvSpPr>
        <p:spPr>
          <a:xfrm>
            <a:off x="791300" y="894750"/>
            <a:ext cx="5912400" cy="55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</p:txBody>
      </p:sp>
      <p:cxnSp>
        <p:nvCxnSpPr>
          <p:cNvPr id="942" name="Google Shape;942;p58"/>
          <p:cNvCxnSpPr>
            <a:stCxn id="943" idx="3"/>
          </p:cNvCxnSpPr>
          <p:nvPr/>
        </p:nvCxnSpPr>
        <p:spPr>
          <a:xfrm>
            <a:off x="8590075" y="2571749"/>
            <a:ext cx="107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4" name="Google Shape;944;p58"/>
          <p:cNvCxnSpPr>
            <a:endCxn id="943" idx="0"/>
          </p:cNvCxnSpPr>
          <p:nvPr/>
        </p:nvCxnSpPr>
        <p:spPr>
          <a:xfrm>
            <a:off x="6773000" y="-136400"/>
            <a:ext cx="0" cy="67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5" name="Google Shape;945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6" name="Google Shape;946;p58"/>
          <p:cNvSpPr txBox="1"/>
          <p:nvPr/>
        </p:nvSpPr>
        <p:spPr>
          <a:xfrm>
            <a:off x="936350" y="1574975"/>
            <a:ext cx="53958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AutoNum type="arabicPeriod"/>
            </a:pPr>
            <a:r>
              <a:rPr lang="en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Worksheet 1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AutoNum type="arabicPeriod"/>
            </a:pPr>
            <a:r>
              <a:rPr lang="en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Resource 1</a:t>
            </a:r>
            <a:endParaRPr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59"/>
          <p:cNvSpPr txBox="1"/>
          <p:nvPr>
            <p:ph idx="1" type="subTitle"/>
          </p:nvPr>
        </p:nvSpPr>
        <p:spPr>
          <a:xfrm>
            <a:off x="2241500" y="2869150"/>
            <a:ext cx="4867800" cy="65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Feel free to ask any questions</a:t>
            </a:r>
            <a:endParaRPr/>
          </a:p>
        </p:txBody>
      </p:sp>
      <p:sp>
        <p:nvSpPr>
          <p:cNvPr id="952" name="Google Shape;952;p59"/>
          <p:cNvSpPr txBox="1"/>
          <p:nvPr>
            <p:ph type="title"/>
          </p:nvPr>
        </p:nvSpPr>
        <p:spPr>
          <a:xfrm>
            <a:off x="2241400" y="1811225"/>
            <a:ext cx="4867800" cy="83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!!</a:t>
            </a:r>
            <a:endParaRPr/>
          </a:p>
        </p:txBody>
      </p:sp>
      <p:cxnSp>
        <p:nvCxnSpPr>
          <p:cNvPr id="953" name="Google Shape;953;p59"/>
          <p:cNvCxnSpPr>
            <a:endCxn id="951" idx="2"/>
          </p:cNvCxnSpPr>
          <p:nvPr/>
        </p:nvCxnSpPr>
        <p:spPr>
          <a:xfrm rot="10800000">
            <a:off x="4675400" y="3520150"/>
            <a:ext cx="0" cy="177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4" name="Google Shape;954;p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 Conference Style Presentation by Slidesgo">
  <a:themeElements>
    <a:clrScheme name="Simple Light">
      <a:dk1>
        <a:srgbClr val="041E36"/>
      </a:dk1>
      <a:lt1>
        <a:srgbClr val="E5F1F5"/>
      </a:lt1>
      <a:dk2>
        <a:srgbClr val="1C4587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41E3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