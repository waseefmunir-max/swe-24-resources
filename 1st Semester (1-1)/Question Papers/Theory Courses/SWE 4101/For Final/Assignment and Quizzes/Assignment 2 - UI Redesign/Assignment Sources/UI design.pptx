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</p:sldIdLst>
  <p:sldSz cx="8229600" cy="10058400"/>
  <p:notesSz cx="6858000" cy="9144000"/>
  <p:defaultTextStyle>
    <a:defPPr>
      <a:defRPr lang="en-US"/>
    </a:defPPr>
    <a:lvl1pPr marL="0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1pPr>
    <a:lvl2pPr marL="522488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2pPr>
    <a:lvl3pPr marL="1044976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3pPr>
    <a:lvl4pPr marL="1567464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4pPr>
    <a:lvl5pPr marL="2089953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5pPr>
    <a:lvl6pPr marL="2612441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6pPr>
    <a:lvl7pPr marL="3134929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7pPr>
    <a:lvl8pPr marL="3657417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8pPr>
    <a:lvl9pPr marL="4179905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2299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646133"/>
            <a:ext cx="6172200" cy="3501813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282989"/>
            <a:ext cx="6172200" cy="2428451"/>
          </a:xfrm>
        </p:spPr>
        <p:txBody>
          <a:bodyPr/>
          <a:lstStyle>
            <a:lvl1pPr marL="0" indent="0" algn="ctr">
              <a:buNone/>
              <a:defRPr sz="1620"/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58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3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507617"/>
            <a:ext cx="7098030" cy="4184014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6731213"/>
            <a:ext cx="7098030" cy="2200274"/>
          </a:xfrm>
        </p:spPr>
        <p:txBody>
          <a:bodyPr/>
          <a:lstStyle>
            <a:lvl1pPr marL="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677584"/>
            <a:ext cx="349758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677584"/>
            <a:ext cx="349758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4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35517"/>
            <a:ext cx="7098030" cy="194415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2465706"/>
            <a:ext cx="3481506" cy="1208404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3674110"/>
            <a:ext cx="3481506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465706"/>
            <a:ext cx="3498652" cy="1208404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674110"/>
            <a:ext cx="3498652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2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1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0560"/>
            <a:ext cx="2654260" cy="234696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448224"/>
            <a:ext cx="4166235" cy="714798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17520"/>
            <a:ext cx="2654260" cy="5590329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0560"/>
            <a:ext cx="2654260" cy="234696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98652" y="1448224"/>
            <a:ext cx="4166235" cy="7147983"/>
          </a:xfrm>
        </p:spPr>
        <p:txBody>
          <a:bodyPr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17520"/>
            <a:ext cx="2654260" cy="5590329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6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6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535517"/>
            <a:ext cx="1774508" cy="8524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35517"/>
            <a:ext cx="5220653" cy="85240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1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35517"/>
            <a:ext cx="709803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677584"/>
            <a:ext cx="709803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9322647"/>
            <a:ext cx="18516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AEF70-4E1C-43E8-A823-CEC82A9C499C}" type="datetimeFigureOut">
              <a:rPr lang="en-US" smtClean="0"/>
              <a:t>15 Feb,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9322647"/>
            <a:ext cx="27774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9322647"/>
            <a:ext cx="18516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73742-E12F-41E6-A38A-4C20E658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1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617220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722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291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77152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4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585825"/>
            <a:ext cx="6995160" cy="3501813"/>
          </a:xfrm>
        </p:spPr>
        <p:txBody>
          <a:bodyPr>
            <a:normAutofit/>
          </a:bodyPr>
          <a:lstStyle/>
          <a:p>
            <a:pPr algn="l"/>
            <a:r>
              <a:rPr lang="en-US" sz="305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App: AB Direct</a:t>
            </a:r>
            <a:br>
              <a:rPr lang="en-US" sz="305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US" sz="305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Old UI:</a:t>
            </a:r>
            <a:endParaRPr lang="en-US" sz="30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333789"/>
            <a:ext cx="6172200" cy="2428451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12" y="0"/>
            <a:ext cx="2403335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5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85" y="599017"/>
            <a:ext cx="7098030" cy="1944159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-11257"/>
            <a:ext cx="2933700" cy="10069657"/>
          </a:xfrm>
        </p:spPr>
      </p:pic>
      <p:sp>
        <p:nvSpPr>
          <p:cNvPr id="5" name="TextBox 4"/>
          <p:cNvSpPr txBox="1"/>
          <p:nvPr/>
        </p:nvSpPr>
        <p:spPr>
          <a:xfrm>
            <a:off x="88900" y="218017"/>
            <a:ext cx="2882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Redesigned UI:</a:t>
            </a:r>
            <a:endParaRPr lang="en-US" sz="3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22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9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Microsoft Sans Serif</vt:lpstr>
      <vt:lpstr>Office Theme</vt:lpstr>
      <vt:lpstr>App: AB Direct Old UI: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Old UI:</dc:title>
  <dc:creator>Microsoft account</dc:creator>
  <cp:lastModifiedBy>Microsoft account</cp:lastModifiedBy>
  <cp:revision>4</cp:revision>
  <dcterms:created xsi:type="dcterms:W3CDTF">2026-02-15T04:27:51Z</dcterms:created>
  <dcterms:modified xsi:type="dcterms:W3CDTF">2026-02-15T04:48:44Z</dcterms:modified>
</cp:coreProperties>
</file>