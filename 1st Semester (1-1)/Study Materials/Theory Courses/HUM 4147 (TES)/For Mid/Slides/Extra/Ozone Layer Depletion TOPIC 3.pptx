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8288000" cy="10287000"/>
  <p:notesSz cx="6858000" cy="9144000"/>
  <p:embeddedFontLst>
    <p:embeddedFont>
      <p:font typeface="EB Garamond" panose="00000500000000000000" pitchFamily="2" charset="0"/>
      <p:regular r:id="rId23"/>
      <p:bold r:id="rId24"/>
      <p:italic r:id="rId25"/>
      <p:boldItalic r:id="rId26"/>
    </p:embeddedFont>
    <p:embeddedFont>
      <p:font typeface="Libre Baskerville" panose="02000000000000000000" pitchFamily="2" charset="0"/>
      <p:regular r:id="rId27"/>
      <p:bold r:id="rId28"/>
      <p:italic r:id="rId29"/>
    </p:embeddedFont>
    <p:embeddedFont>
      <p:font typeface="Open Sans" panose="020B0606030504020204" pitchFamily="34" charset="0"/>
      <p:regular r:id="rId30"/>
      <p:bold r:id="rId31"/>
      <p:italic r:id="rId32"/>
      <p:boldItalic r:id="rId33"/>
    </p:embeddedFont>
    <p:embeddedFont>
      <p:font typeface="Roboto"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iuBrhkED0lwD1u7xMRrWUe+NAuS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29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414290002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6356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5224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78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3370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2555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6" name="Google Shape;16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9219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5156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1844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2" name="Google Shape;2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3279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9" name="Google Shape;24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0665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8" name="Google Shape;29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8736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8466df7828_2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8" name="Google Shape;328;g18466df7828_2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7598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5" name="Google Shape;35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4437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7" name="Google Shape;37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87551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5682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6" name="Google Shape;4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6013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8" name="Google Shape;41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77527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5" name="Google Shape;43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001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5" name="Google Shape;44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65925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7" name="Google Shape;45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015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3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1"/>
          <p:cNvSpPr>
            <a:spLocks noGrp="1"/>
          </p:cNvSpPr>
          <p:nvPr>
            <p:ph type="pic" idx="2"/>
          </p:nvPr>
        </p:nvSpPr>
        <p:spPr>
          <a:xfrm>
            <a:off x="1792288" y="612775"/>
            <a:ext cx="5486400" cy="4114800"/>
          </a:xfrm>
          <a:prstGeom prst="rect">
            <a:avLst/>
          </a:prstGeom>
          <a:noFill/>
          <a:ln>
            <a:noFill/>
          </a:ln>
        </p:spPr>
      </p:sp>
      <p:sp>
        <p:nvSpPr>
          <p:cNvPr id="64" name="Google Shape;64;p3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gi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gif"/><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gif"/><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gif"/><Relationship Id="rId5" Type="http://schemas.openxmlformats.org/officeDocument/2006/relationships/image" Target="../media/image22.jpg"/><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5.jpg"/></Relationships>
</file>

<file path=ppt/slides/_rels/slide12.xml.rels><?xml version="1.0" encoding="UTF-8" standalone="yes"?>
<Relationships xmlns="http://schemas.openxmlformats.org/package/2006/relationships"><Relationship Id="rId3" Type="http://schemas.openxmlformats.org/officeDocument/2006/relationships/hyperlink" Target="http://www.youtube.com/watch?v=Q15t5NQ1Aik"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6.jpg"/></Relationships>
</file>

<file path=ppt/slides/_rels/slide1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jpg"/></Relationships>
</file>

<file path=ppt/slides/_rels/slide1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3.jpg"/></Relationships>
</file>

<file path=ppt/slides/_rels/slide1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hyperlink" Target="https://ourworldindata.org/grapher/ozone-depleting-substance-emissions" TargetMode="External"/><Relationship Id="rId3" Type="http://schemas.openxmlformats.org/officeDocument/2006/relationships/image" Target="../media/image37.jpg"/><Relationship Id="rId7" Type="http://schemas.openxmlformats.org/officeDocument/2006/relationships/hyperlink" Target="https://www.e-education.psu.edu/rocco/node/2034"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ww2.arb.ca.gov/resoucesozone-and-health" TargetMode="External"/><Relationship Id="rId5" Type="http://schemas.openxmlformats.org/officeDocument/2006/relationships/hyperlink" Target="https://www.nasa.gov/feature/ipl/local-lockdowns-brought-fast-global-ozone-" TargetMode="External"/><Relationship Id="rId4" Type="http://schemas.openxmlformats.org/officeDocument/2006/relationships/hyperlink" Target="https://en.m.wikipedia.org/wiki/Ozon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t="14759" b="809"/>
          <a:stretch/>
        </p:blipFill>
        <p:spPr>
          <a:xfrm>
            <a:off x="0" y="0"/>
            <a:ext cx="18288000" cy="10287000"/>
          </a:xfrm>
          <a:prstGeom prst="rect">
            <a:avLst/>
          </a:prstGeom>
          <a:noFill/>
          <a:ln>
            <a:noFill/>
          </a:ln>
        </p:spPr>
      </p:pic>
      <p:sp>
        <p:nvSpPr>
          <p:cNvPr id="85" name="Google Shape;85;p1"/>
          <p:cNvSpPr/>
          <p:nvPr/>
        </p:nvSpPr>
        <p:spPr>
          <a:xfrm>
            <a:off x="1844535" y="7089904"/>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
          <p:cNvSpPr/>
          <p:nvPr/>
        </p:nvSpPr>
        <p:spPr>
          <a:xfrm>
            <a:off x="-479186" y="7912483"/>
            <a:ext cx="2604098" cy="2615770"/>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
          <p:cNvSpPr/>
          <p:nvPr/>
        </p:nvSpPr>
        <p:spPr>
          <a:xfrm rot="10800000">
            <a:off x="15295594" y="1385527"/>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
          <p:cNvSpPr/>
          <p:nvPr/>
        </p:nvSpPr>
        <p:spPr>
          <a:xfrm rot="10800000">
            <a:off x="16163088" y="-899805"/>
            <a:ext cx="2604098" cy="2615770"/>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
          <p:cNvSpPr/>
          <p:nvPr/>
        </p:nvSpPr>
        <p:spPr>
          <a:xfrm>
            <a:off x="5029200" y="1028700"/>
            <a:ext cx="8229600" cy="8229600"/>
          </a:xfrm>
          <a:custGeom>
            <a:avLst/>
            <a:gdLst/>
            <a:ahLst/>
            <a:cxnLst/>
            <a:rect l="l" t="t" r="r" b="b"/>
            <a:pathLst>
              <a:path w="1708150" h="1708150" extrusionOk="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5EDB12">
              <a:alpha val="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
          <p:cNvSpPr txBox="1"/>
          <p:nvPr/>
        </p:nvSpPr>
        <p:spPr>
          <a:xfrm>
            <a:off x="1244695" y="2968396"/>
            <a:ext cx="15798610" cy="2716677"/>
          </a:xfrm>
          <a:prstGeom prst="rect">
            <a:avLst/>
          </a:prstGeom>
          <a:noFill/>
          <a:ln>
            <a:noFill/>
          </a:ln>
        </p:spPr>
        <p:txBody>
          <a:bodyPr spcFirstLastPara="1" wrap="square" lIns="0" tIns="0" rIns="0" bIns="0" anchor="t" anchorCtr="0">
            <a:spAutoFit/>
          </a:bodyPr>
          <a:lstStyle/>
          <a:p>
            <a:pPr marL="0" marR="0" lvl="0" indent="0" algn="ctr" rtl="0">
              <a:lnSpc>
                <a:spcPct val="139992"/>
              </a:lnSpc>
              <a:spcBef>
                <a:spcPts val="0"/>
              </a:spcBef>
              <a:spcAft>
                <a:spcPts val="0"/>
              </a:spcAft>
              <a:buClr>
                <a:srgbClr val="000000"/>
              </a:buClr>
              <a:buSzPts val="7794"/>
              <a:buFont typeface="Arial"/>
              <a:buNone/>
            </a:pPr>
            <a:r>
              <a:rPr lang="en-US" sz="7794" b="0" i="0" u="none" strike="noStrike" cap="none">
                <a:solidFill>
                  <a:srgbClr val="D3E3EF"/>
                </a:solidFill>
                <a:latin typeface="Libre Baskerville"/>
                <a:ea typeface="Libre Baskerville"/>
                <a:cs typeface="Libre Baskerville"/>
                <a:sym typeface="Libre Baskerville"/>
              </a:rPr>
              <a:t>OZONE :</a:t>
            </a:r>
            <a:r>
              <a:rPr lang="en-US" sz="7794" b="0" i="0" u="none" strike="noStrike" cap="none">
                <a:solidFill>
                  <a:srgbClr val="D8FFC0"/>
                </a:solidFill>
                <a:latin typeface="Libre Baskerville"/>
                <a:ea typeface="Libre Baskerville"/>
                <a:cs typeface="Libre Baskerville"/>
                <a:sym typeface="Libre Baskerville"/>
              </a:rPr>
              <a:t>  A  TOXIC  SAVIOR  OF  LIFE</a:t>
            </a:r>
            <a:endParaRPr sz="1400" b="0" i="0" u="none" strike="noStrike" cap="none">
              <a:solidFill>
                <a:srgbClr val="000000"/>
              </a:solidFill>
              <a:latin typeface="Arial"/>
              <a:ea typeface="Arial"/>
              <a:cs typeface="Arial"/>
              <a:sym typeface="Arial"/>
            </a:endParaRPr>
          </a:p>
        </p:txBody>
      </p:sp>
      <p:sp>
        <p:nvSpPr>
          <p:cNvPr id="91" name="Google Shape;91;p1"/>
          <p:cNvSpPr txBox="1"/>
          <p:nvPr/>
        </p:nvSpPr>
        <p:spPr>
          <a:xfrm>
            <a:off x="1841963" y="7051804"/>
            <a:ext cx="14604073" cy="4955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00"/>
              <a:buFont typeface="Arial"/>
              <a:buNone/>
            </a:pPr>
            <a:r>
              <a:rPr lang="en-US" sz="2300" b="0" i="0" u="none" strike="noStrike" cap="none" dirty="0">
                <a:solidFill>
                  <a:srgbClr val="62EB0F"/>
                </a:solidFill>
                <a:latin typeface="Libre Baskerville"/>
                <a:ea typeface="Libre Baskerville"/>
                <a:cs typeface="Libre Baskerville"/>
                <a:sym typeface="Libre Baskerville"/>
              </a:rPr>
              <a:t>AN  INSIGHT  OF  THE  ACTUAL  PHENOMENON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3"/>
          <p:cNvPicPr preferRelativeResize="0"/>
          <p:nvPr/>
        </p:nvPicPr>
        <p:blipFill rotWithShape="1">
          <a:blip r:embed="rId3">
            <a:alphaModFix/>
          </a:blip>
          <a:srcRect t="8022" b="8023"/>
          <a:stretch/>
        </p:blipFill>
        <p:spPr>
          <a:xfrm>
            <a:off x="0" y="0"/>
            <a:ext cx="18288000" cy="10287000"/>
          </a:xfrm>
          <a:prstGeom prst="rect">
            <a:avLst/>
          </a:prstGeom>
          <a:noFill/>
          <a:ln>
            <a:noFill/>
          </a:ln>
        </p:spPr>
      </p:pic>
      <p:grpSp>
        <p:nvGrpSpPr>
          <p:cNvPr id="104" name="Google Shape;104;p3"/>
          <p:cNvGrpSpPr/>
          <p:nvPr/>
        </p:nvGrpSpPr>
        <p:grpSpPr>
          <a:xfrm>
            <a:off x="1028700" y="2143026"/>
            <a:ext cx="11924309" cy="7251556"/>
            <a:chOff x="0" y="-28575"/>
            <a:chExt cx="3140538" cy="1802390"/>
          </a:xfrm>
        </p:grpSpPr>
        <p:sp>
          <p:nvSpPr>
            <p:cNvPr id="105" name="Google Shape;105;p3"/>
            <p:cNvSpPr/>
            <p:nvPr/>
          </p:nvSpPr>
          <p:spPr>
            <a:xfrm>
              <a:off x="203200" y="-1420"/>
              <a:ext cx="2937338" cy="1775235"/>
            </a:xfrm>
            <a:custGeom>
              <a:avLst/>
              <a:gdLst/>
              <a:ahLst/>
              <a:cxnLst/>
              <a:rect l="l" t="t" r="r" b="b"/>
              <a:pathLst>
                <a:path w="2937338" h="1775235" extrusionOk="0">
                  <a:moveTo>
                    <a:pt x="2937338" y="1420"/>
                  </a:moveTo>
                  <a:cubicBezTo>
                    <a:pt x="2619786" y="0"/>
                    <a:pt x="2325746" y="168597"/>
                    <a:pt x="2166559" y="443371"/>
                  </a:cubicBezTo>
                  <a:cubicBezTo>
                    <a:pt x="2007371" y="718144"/>
                    <a:pt x="2007371" y="1057090"/>
                    <a:pt x="2166559" y="1331864"/>
                  </a:cubicBezTo>
                  <a:cubicBezTo>
                    <a:pt x="2325746" y="1606638"/>
                    <a:pt x="2619786" y="1775235"/>
                    <a:pt x="2937338" y="1773815"/>
                  </a:cubicBezTo>
                  <a:lnTo>
                    <a:pt x="0" y="1773815"/>
                  </a:lnTo>
                  <a:cubicBezTo>
                    <a:pt x="317552" y="1775235"/>
                    <a:pt x="611592" y="1606638"/>
                    <a:pt x="770779" y="1331864"/>
                  </a:cubicBezTo>
                  <a:cubicBezTo>
                    <a:pt x="929966" y="1057090"/>
                    <a:pt x="929966" y="718144"/>
                    <a:pt x="770779" y="443371"/>
                  </a:cubicBezTo>
                  <a:cubicBezTo>
                    <a:pt x="611592" y="168597"/>
                    <a:pt x="317552" y="0"/>
                    <a:pt x="0" y="1420"/>
                  </a:cubicBezTo>
                  <a:close/>
                </a:path>
              </a:pathLst>
            </a:custGeom>
            <a:solidFill>
              <a:srgbClr val="FFFFFF">
                <a:alpha val="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3"/>
            <p:cNvSpPr txBox="1"/>
            <p:nvPr/>
          </p:nvSpPr>
          <p:spPr>
            <a:xfrm>
              <a:off x="0" y="-28575"/>
              <a:ext cx="812800" cy="434975"/>
            </a:xfrm>
            <a:prstGeom prst="rect">
              <a:avLst/>
            </a:prstGeom>
            <a:solidFill>
              <a:srgbClr val="FFFFFF">
                <a:alpha val="0"/>
              </a:srgbClr>
            </a:solid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107" name="Google Shape;107;p3"/>
          <p:cNvPicPr preferRelativeResize="0"/>
          <p:nvPr/>
        </p:nvPicPr>
        <p:blipFill rotWithShape="1">
          <a:blip r:embed="rId4">
            <a:alphaModFix/>
          </a:blip>
          <a:srcRect/>
          <a:stretch/>
        </p:blipFill>
        <p:spPr>
          <a:xfrm>
            <a:off x="11652885" y="570224"/>
            <a:ext cx="6635115" cy="8229600"/>
          </a:xfrm>
          <a:prstGeom prst="rect">
            <a:avLst/>
          </a:prstGeom>
          <a:noFill/>
          <a:ln>
            <a:noFill/>
          </a:ln>
        </p:spPr>
      </p:pic>
      <p:pic>
        <p:nvPicPr>
          <p:cNvPr id="108" name="Google Shape;108;p3"/>
          <p:cNvPicPr preferRelativeResize="0"/>
          <p:nvPr/>
        </p:nvPicPr>
        <p:blipFill rotWithShape="1">
          <a:blip r:embed="rId5">
            <a:alphaModFix amt="79000"/>
          </a:blip>
          <a:srcRect/>
          <a:stretch/>
        </p:blipFill>
        <p:spPr>
          <a:xfrm>
            <a:off x="14311344" y="3503033"/>
            <a:ext cx="2579006" cy="1918136"/>
          </a:xfrm>
          <a:prstGeom prst="rect">
            <a:avLst/>
          </a:prstGeom>
          <a:noFill/>
          <a:ln>
            <a:noFill/>
          </a:ln>
        </p:spPr>
      </p:pic>
      <p:sp>
        <p:nvSpPr>
          <p:cNvPr id="109" name="Google Shape;109;p3"/>
          <p:cNvSpPr txBox="1"/>
          <p:nvPr/>
        </p:nvSpPr>
        <p:spPr>
          <a:xfrm>
            <a:off x="1570933" y="4599299"/>
            <a:ext cx="11611200" cy="215400"/>
          </a:xfrm>
          <a:prstGeom prst="rect">
            <a:avLst/>
          </a:prstGeom>
          <a:noFill/>
          <a:ln>
            <a:noFill/>
          </a:ln>
        </p:spPr>
        <p:txBody>
          <a:bodyPr spcFirstLastPara="1" wrap="square" lIns="0" tIns="0" rIns="0" bIns="0" anchor="t" anchorCtr="0">
            <a:spAutoFit/>
          </a:bodyPr>
          <a:lstStyle/>
          <a:p>
            <a:pPr marL="0" marR="0" lvl="0" indent="0" algn="just" rtl="0">
              <a:lnSpc>
                <a:spcPct val="140026"/>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3"/>
          <p:cNvSpPr txBox="1"/>
          <p:nvPr/>
        </p:nvSpPr>
        <p:spPr>
          <a:xfrm>
            <a:off x="1570933" y="2881627"/>
            <a:ext cx="10569574" cy="1118987"/>
          </a:xfrm>
          <a:prstGeom prst="rect">
            <a:avLst/>
          </a:prstGeom>
          <a:noFill/>
          <a:ln>
            <a:noFill/>
          </a:ln>
        </p:spPr>
        <p:txBody>
          <a:bodyPr spcFirstLastPara="1" wrap="square" lIns="0" tIns="0" rIns="0" bIns="0" anchor="t" anchorCtr="0">
            <a:spAutoFit/>
          </a:bodyPr>
          <a:lstStyle/>
          <a:p>
            <a:pPr marL="0" marR="0" lvl="0" indent="0" algn="ctr" rtl="0">
              <a:lnSpc>
                <a:spcPct val="140021"/>
              </a:lnSpc>
              <a:spcBef>
                <a:spcPts val="0"/>
              </a:spcBef>
              <a:spcAft>
                <a:spcPts val="0"/>
              </a:spcAft>
              <a:buClr>
                <a:srgbClr val="000000"/>
              </a:buClr>
              <a:buSzPts val="6569"/>
              <a:buFont typeface="Arial"/>
              <a:buNone/>
            </a:pPr>
            <a:r>
              <a:rPr lang="en-US" sz="6569" b="1" i="0" u="none" strike="noStrike" cap="none">
                <a:solidFill>
                  <a:srgbClr val="110F92"/>
                </a:solidFill>
                <a:latin typeface="Libre Baskerville"/>
                <a:ea typeface="Libre Baskerville"/>
                <a:cs typeface="Libre Baskerville"/>
                <a:sym typeface="Libre Baskerville"/>
              </a:rPr>
              <a:t>WHAT  IS  OZONE   ?</a:t>
            </a:r>
            <a:endParaRPr sz="1400" b="0" i="0" u="none" strike="noStrike" cap="none">
              <a:solidFill>
                <a:srgbClr val="000000"/>
              </a:solidFill>
              <a:latin typeface="Arial"/>
              <a:ea typeface="Arial"/>
              <a:cs typeface="Arial"/>
              <a:sym typeface="Arial"/>
            </a:endParaRPr>
          </a:p>
        </p:txBody>
      </p:sp>
      <p:sp>
        <p:nvSpPr>
          <p:cNvPr id="111" name="Google Shape;111;p3"/>
          <p:cNvSpPr txBox="1"/>
          <p:nvPr/>
        </p:nvSpPr>
        <p:spPr>
          <a:xfrm>
            <a:off x="5453350" y="2577950"/>
            <a:ext cx="128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2" name="Google Shape;112;p3"/>
          <p:cNvSpPr/>
          <p:nvPr/>
        </p:nvSpPr>
        <p:spPr>
          <a:xfrm>
            <a:off x="1388125" y="4238750"/>
            <a:ext cx="10906800" cy="4734600"/>
          </a:xfrm>
          <a:prstGeom prst="roundRect">
            <a:avLst>
              <a:gd name="adj" fmla="val 16667"/>
            </a:avLst>
          </a:prstGeom>
          <a:solidFill>
            <a:srgbClr val="4342B2">
              <a:alpha val="75294"/>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just" rtl="0">
              <a:lnSpc>
                <a:spcPct val="140025"/>
              </a:lnSpc>
              <a:spcBef>
                <a:spcPts val="0"/>
              </a:spcBef>
              <a:spcAft>
                <a:spcPts val="0"/>
              </a:spcAft>
              <a:buClr>
                <a:schemeClr val="dk1"/>
              </a:buClr>
              <a:buSzPts val="4040"/>
              <a:buFont typeface="Arial"/>
              <a:buNone/>
            </a:pPr>
            <a:r>
              <a:rPr lang="en-US" sz="3540" i="0" u="none" strike="noStrike" cap="none" dirty="0">
                <a:solidFill>
                  <a:srgbClr val="D3F3FF"/>
                </a:solidFill>
                <a:latin typeface="EB Garamond"/>
                <a:ea typeface="EB Garamond"/>
                <a:cs typeface="EB Garamond"/>
                <a:sym typeface="EB Garamond"/>
              </a:rPr>
              <a:t>O</a:t>
            </a:r>
            <a:r>
              <a:rPr lang="en-US" sz="2940" i="0" u="none" strike="noStrike" cap="none" dirty="0">
                <a:solidFill>
                  <a:srgbClr val="D3F3FF"/>
                </a:solidFill>
                <a:latin typeface="EB Garamond"/>
                <a:ea typeface="EB Garamond"/>
                <a:cs typeface="EB Garamond"/>
                <a:sym typeface="EB Garamond"/>
              </a:rPr>
              <a:t>zone is a pale blue-colored gas,  with a distinctively pungent smell. Ozone - O₃ (trioxygen allotrope) is an inorganic molecule that is much less stable than O₂ (dioxygen allotrope) of O (Oxygen, 21% of atmosphere).</a:t>
            </a:r>
            <a:endParaRPr sz="2940" i="0" u="none" strike="noStrike" cap="none" dirty="0">
              <a:solidFill>
                <a:srgbClr val="D3F3FF"/>
              </a:solidFill>
              <a:latin typeface="EB Garamond"/>
              <a:ea typeface="EB Garamond"/>
              <a:cs typeface="EB Garamond"/>
              <a:sym typeface="EB Garamond"/>
            </a:endParaRPr>
          </a:p>
          <a:p>
            <a:pPr marL="0" marR="0" lvl="0" indent="0" algn="just" rtl="0">
              <a:lnSpc>
                <a:spcPct val="140026"/>
              </a:lnSpc>
              <a:spcBef>
                <a:spcPts val="0"/>
              </a:spcBef>
              <a:spcAft>
                <a:spcPts val="0"/>
              </a:spcAft>
              <a:buClr>
                <a:schemeClr val="dk1"/>
              </a:buClr>
              <a:buSzPts val="3240"/>
              <a:buFont typeface="Arial"/>
              <a:buNone/>
            </a:pPr>
            <a:r>
              <a:rPr lang="en-US" sz="2740" i="0" u="none" strike="noStrike" cap="none" dirty="0">
                <a:solidFill>
                  <a:srgbClr val="D3F3FF"/>
                </a:solidFill>
                <a:latin typeface="EB Garamond"/>
                <a:ea typeface="EB Garamond"/>
                <a:cs typeface="EB Garamond"/>
                <a:sym typeface="EB Garamond"/>
              </a:rPr>
              <a:t>O₃  breaks down in the lower atmosphere as  O₂.</a:t>
            </a:r>
            <a:endParaRPr sz="40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endParaRPr sz="10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463E6"/>
        </a:solidFill>
        <a:effectLst/>
      </p:bgPr>
    </p:bg>
    <p:spTree>
      <p:nvGrpSpPr>
        <p:cNvPr id="1" name="Shape 116"/>
        <p:cNvGrpSpPr/>
        <p:nvPr/>
      </p:nvGrpSpPr>
      <p:grpSpPr>
        <a:xfrm>
          <a:off x="0" y="0"/>
          <a:ext cx="0" cy="0"/>
          <a:chOff x="0" y="0"/>
          <a:chExt cx="0" cy="0"/>
        </a:xfrm>
      </p:grpSpPr>
      <p:grpSp>
        <p:nvGrpSpPr>
          <p:cNvPr id="117" name="Google Shape;117;p4"/>
          <p:cNvGrpSpPr/>
          <p:nvPr/>
        </p:nvGrpSpPr>
        <p:grpSpPr>
          <a:xfrm>
            <a:off x="1028700" y="920204"/>
            <a:ext cx="16230600" cy="3194599"/>
            <a:chOff x="0" y="-28575"/>
            <a:chExt cx="4274726" cy="841375"/>
          </a:xfrm>
        </p:grpSpPr>
        <p:sp>
          <p:nvSpPr>
            <p:cNvPr id="118" name="Google Shape;118;p4"/>
            <p:cNvSpPr/>
            <p:nvPr/>
          </p:nvSpPr>
          <p:spPr>
            <a:xfrm>
              <a:off x="0" y="0"/>
              <a:ext cx="4274726" cy="417105"/>
            </a:xfrm>
            <a:custGeom>
              <a:avLst/>
              <a:gdLst/>
              <a:ahLst/>
              <a:cxnLst/>
              <a:rect l="l" t="t" r="r" b="b"/>
              <a:pathLst>
                <a:path w="4274726" h="417105" extrusionOk="0">
                  <a:moveTo>
                    <a:pt x="24327" y="0"/>
                  </a:moveTo>
                  <a:lnTo>
                    <a:pt x="4250399" y="0"/>
                  </a:lnTo>
                  <a:cubicBezTo>
                    <a:pt x="4263834" y="0"/>
                    <a:pt x="4274726" y="10891"/>
                    <a:pt x="4274726" y="24327"/>
                  </a:cubicBezTo>
                  <a:lnTo>
                    <a:pt x="4274726" y="392779"/>
                  </a:lnTo>
                  <a:cubicBezTo>
                    <a:pt x="4274726" y="399231"/>
                    <a:pt x="4272163" y="405418"/>
                    <a:pt x="4267601" y="409980"/>
                  </a:cubicBezTo>
                  <a:cubicBezTo>
                    <a:pt x="4263039" y="414542"/>
                    <a:pt x="4256851" y="417105"/>
                    <a:pt x="4250399" y="417105"/>
                  </a:cubicBezTo>
                  <a:lnTo>
                    <a:pt x="24327" y="417105"/>
                  </a:lnTo>
                  <a:cubicBezTo>
                    <a:pt x="10891" y="417105"/>
                    <a:pt x="0" y="406214"/>
                    <a:pt x="0" y="392779"/>
                  </a:cubicBezTo>
                  <a:lnTo>
                    <a:pt x="0" y="24327"/>
                  </a:lnTo>
                  <a:cubicBezTo>
                    <a:pt x="0" y="10891"/>
                    <a:pt x="10891" y="0"/>
                    <a:pt x="24327" y="0"/>
                  </a:cubicBezTo>
                  <a:close/>
                </a:path>
              </a:pathLst>
            </a:custGeom>
            <a:solidFill>
              <a:srgbClr val="0A0889">
                <a:alpha val="600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4"/>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120" name="Google Shape;120;p4"/>
          <p:cNvPicPr preferRelativeResize="0"/>
          <p:nvPr/>
        </p:nvPicPr>
        <p:blipFill rotWithShape="1">
          <a:blip r:embed="rId3">
            <a:alphaModFix/>
          </a:blip>
          <a:srcRect t="12525"/>
          <a:stretch/>
        </p:blipFill>
        <p:spPr>
          <a:xfrm>
            <a:off x="1088700" y="3382786"/>
            <a:ext cx="7084188" cy="5875514"/>
          </a:xfrm>
          <a:prstGeom prst="rect">
            <a:avLst/>
          </a:prstGeom>
          <a:noFill/>
          <a:ln>
            <a:noFill/>
          </a:ln>
        </p:spPr>
      </p:pic>
      <p:sp>
        <p:nvSpPr>
          <p:cNvPr id="121" name="Google Shape;121;p4"/>
          <p:cNvSpPr txBox="1"/>
          <p:nvPr/>
        </p:nvSpPr>
        <p:spPr>
          <a:xfrm>
            <a:off x="1028700" y="1366719"/>
            <a:ext cx="16230600" cy="9531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600"/>
              <a:buFont typeface="Arial"/>
              <a:buNone/>
            </a:pPr>
            <a:r>
              <a:rPr lang="en-US" sz="5600" b="0" i="0" u="none" strike="noStrike" cap="none">
                <a:solidFill>
                  <a:srgbClr val="FFFFFF"/>
                </a:solidFill>
                <a:latin typeface="Libre Baskerville"/>
                <a:ea typeface="Libre Baskerville"/>
                <a:cs typeface="Libre Baskerville"/>
                <a:sym typeface="Libre Baskerville"/>
              </a:rPr>
              <a:t>NATURAL CREATION OF OZONE</a:t>
            </a:r>
            <a:endParaRPr sz="1400" b="0" i="0" u="none" strike="noStrike" cap="none">
              <a:solidFill>
                <a:srgbClr val="000000"/>
              </a:solidFill>
              <a:latin typeface="Arial"/>
              <a:ea typeface="Arial"/>
              <a:cs typeface="Arial"/>
              <a:sym typeface="Arial"/>
            </a:endParaRPr>
          </a:p>
        </p:txBody>
      </p:sp>
      <p:sp>
        <p:nvSpPr>
          <p:cNvPr id="122" name="Google Shape;122;p4"/>
          <p:cNvSpPr txBox="1"/>
          <p:nvPr/>
        </p:nvSpPr>
        <p:spPr>
          <a:xfrm>
            <a:off x="8290560" y="3108461"/>
            <a:ext cx="9070848" cy="133575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100"/>
              <a:buFont typeface="Arial"/>
              <a:buNone/>
            </a:pPr>
            <a:r>
              <a:rPr lang="en-US" sz="3100" i="0" u="none" strike="noStrike" cap="none" dirty="0">
                <a:solidFill>
                  <a:srgbClr val="FFFFFF"/>
                </a:solidFill>
                <a:latin typeface="Libre Baskerville"/>
                <a:ea typeface="Libre Baskerville"/>
                <a:cs typeface="Libre Baskerville"/>
                <a:sym typeface="Libre Baskerville"/>
              </a:rPr>
              <a:t>The largest Production occurs in the tropical stratosphere</a:t>
            </a:r>
            <a:endParaRPr sz="1400" i="0" u="none" strike="noStrike" cap="none" dirty="0">
              <a:solidFill>
                <a:srgbClr val="000000"/>
              </a:solidFill>
              <a:latin typeface="Arial"/>
              <a:ea typeface="Arial"/>
              <a:cs typeface="Arial"/>
              <a:sym typeface="Arial"/>
            </a:endParaRPr>
          </a:p>
        </p:txBody>
      </p:sp>
      <p:sp>
        <p:nvSpPr>
          <p:cNvPr id="123" name="Google Shape;123;p4"/>
          <p:cNvSpPr txBox="1"/>
          <p:nvPr/>
        </p:nvSpPr>
        <p:spPr>
          <a:xfrm>
            <a:off x="9144000" y="5067300"/>
            <a:ext cx="8055300" cy="4781694"/>
          </a:xfrm>
          <a:prstGeom prst="rect">
            <a:avLst/>
          </a:prstGeom>
          <a:noFill/>
          <a:ln>
            <a:noFill/>
          </a:ln>
        </p:spPr>
        <p:txBody>
          <a:bodyPr spcFirstLastPara="1" wrap="square" lIns="0" tIns="0" rIns="0" bIns="0" anchor="t" anchorCtr="0">
            <a:spAutoFit/>
          </a:bodyPr>
          <a:lstStyle/>
          <a:p>
            <a:pPr marL="0" marR="0" lvl="0" indent="0" algn="just" rtl="0">
              <a:lnSpc>
                <a:spcPct val="140010"/>
              </a:lnSpc>
              <a:spcBef>
                <a:spcPts val="0"/>
              </a:spcBef>
              <a:spcAft>
                <a:spcPts val="0"/>
              </a:spcAft>
              <a:buClr>
                <a:srgbClr val="000000"/>
              </a:buClr>
              <a:buSzPts val="3699"/>
              <a:buFont typeface="Arial"/>
              <a:buNone/>
            </a:pPr>
            <a:r>
              <a:rPr lang="en-US" sz="3699" i="0" u="none" strike="noStrike" cap="none" dirty="0">
                <a:solidFill>
                  <a:srgbClr val="B3EAFF"/>
                </a:solidFill>
                <a:latin typeface="Libre Baskerville"/>
                <a:ea typeface="Libre Baskerville"/>
                <a:cs typeface="Libre Baskerville"/>
                <a:sym typeface="Libre Baskerville"/>
              </a:rPr>
              <a:t>In the presence of solar ultraviolet radiations (sunlight), in steps, with oxygen (O₂, 21% of atmosphere), chemical reactions take place to form  ozone molecule, O ₃ </a:t>
            </a:r>
            <a:endParaRPr sz="1300" i="0" u="none" strike="noStrike" cap="none" dirty="0">
              <a:solidFill>
                <a:srgbClr val="000000"/>
              </a:solidFill>
              <a:latin typeface="Arial"/>
              <a:ea typeface="Arial"/>
              <a:cs typeface="Arial"/>
              <a:sym typeface="Arial"/>
            </a:endParaRPr>
          </a:p>
        </p:txBody>
      </p:sp>
      <p:sp>
        <p:nvSpPr>
          <p:cNvPr id="124" name="Google Shape;124;p4"/>
          <p:cNvSpPr txBox="1"/>
          <p:nvPr/>
        </p:nvSpPr>
        <p:spPr>
          <a:xfrm>
            <a:off x="9144000" y="4380616"/>
            <a:ext cx="6823233" cy="6678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100"/>
              <a:buFont typeface="Arial"/>
              <a:buNone/>
            </a:pPr>
            <a:r>
              <a:rPr lang="en-US" sz="3100" i="0" u="none" strike="noStrike" cap="none" dirty="0">
                <a:solidFill>
                  <a:srgbClr val="0A0889"/>
                </a:solidFill>
                <a:latin typeface="Libre Baskerville"/>
                <a:ea typeface="Libre Baskerville"/>
                <a:cs typeface="Libre Baskerville"/>
                <a:sym typeface="Libre Baskerville"/>
              </a:rPr>
              <a:t>Stratospheric Ozone Production</a:t>
            </a:r>
            <a:endParaRPr sz="1400" i="0" u="none" strike="noStrike" cap="none" dirty="0">
              <a:solidFill>
                <a:srgbClr val="000000"/>
              </a:solidFill>
              <a:latin typeface="Arial"/>
              <a:ea typeface="Arial"/>
              <a:cs typeface="Arial"/>
              <a:sym typeface="Arial"/>
            </a:endParaRPr>
          </a:p>
        </p:txBody>
      </p:sp>
      <p:cxnSp>
        <p:nvCxnSpPr>
          <p:cNvPr id="125" name="Google Shape;125;p4"/>
          <p:cNvCxnSpPr/>
          <p:nvPr/>
        </p:nvCxnSpPr>
        <p:spPr>
          <a:xfrm rot="10799999">
            <a:off x="7983858" y="4617471"/>
            <a:ext cx="1160142" cy="0"/>
          </a:xfrm>
          <a:prstGeom prst="straightConnector1">
            <a:avLst/>
          </a:prstGeom>
          <a:noFill/>
          <a:ln w="104775" cap="flat" cmpd="sng">
            <a:solidFill>
              <a:srgbClr val="0A0889"/>
            </a:solidFill>
            <a:prstDash val="solid"/>
            <a:round/>
            <a:headEnd type="none" w="sm" len="sm"/>
            <a:tailEnd type="stealth"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E08"/>
        </a:solidFill>
        <a:effectLst/>
      </p:bgPr>
    </p:bg>
    <p:spTree>
      <p:nvGrpSpPr>
        <p:cNvPr id="1" name="Shape 129"/>
        <p:cNvGrpSpPr/>
        <p:nvPr/>
      </p:nvGrpSpPr>
      <p:grpSpPr>
        <a:xfrm>
          <a:off x="0" y="0"/>
          <a:ext cx="0" cy="0"/>
          <a:chOff x="0" y="0"/>
          <a:chExt cx="0" cy="0"/>
        </a:xfrm>
      </p:grpSpPr>
      <p:pic>
        <p:nvPicPr>
          <p:cNvPr id="130" name="Google Shape;130;p5"/>
          <p:cNvPicPr preferRelativeResize="0"/>
          <p:nvPr/>
        </p:nvPicPr>
        <p:blipFill rotWithShape="1">
          <a:blip r:embed="rId3">
            <a:alphaModFix amt="28000"/>
          </a:blip>
          <a:srcRect/>
          <a:stretch/>
        </p:blipFill>
        <p:spPr>
          <a:xfrm>
            <a:off x="1028700" y="3469719"/>
            <a:ext cx="16230600" cy="3347561"/>
          </a:xfrm>
          <a:prstGeom prst="rect">
            <a:avLst/>
          </a:prstGeom>
          <a:noFill/>
          <a:ln>
            <a:noFill/>
          </a:ln>
        </p:spPr>
      </p:pic>
      <p:pic>
        <p:nvPicPr>
          <p:cNvPr id="131" name="Google Shape;131;p5"/>
          <p:cNvPicPr preferRelativeResize="0"/>
          <p:nvPr/>
        </p:nvPicPr>
        <p:blipFill rotWithShape="1">
          <a:blip r:embed="rId4">
            <a:alphaModFix/>
          </a:blip>
          <a:srcRect/>
          <a:stretch/>
        </p:blipFill>
        <p:spPr>
          <a:xfrm>
            <a:off x="773678" y="1028700"/>
            <a:ext cx="2747985" cy="2747985"/>
          </a:xfrm>
          <a:prstGeom prst="rect">
            <a:avLst/>
          </a:prstGeom>
          <a:noFill/>
          <a:ln>
            <a:noFill/>
          </a:ln>
        </p:spPr>
      </p:pic>
      <p:pic>
        <p:nvPicPr>
          <p:cNvPr id="132" name="Google Shape;132;p5"/>
          <p:cNvPicPr preferRelativeResize="0"/>
          <p:nvPr/>
        </p:nvPicPr>
        <p:blipFill rotWithShape="1">
          <a:blip r:embed="rId5">
            <a:alphaModFix/>
          </a:blip>
          <a:srcRect/>
          <a:stretch/>
        </p:blipFill>
        <p:spPr>
          <a:xfrm>
            <a:off x="351805" y="4132326"/>
            <a:ext cx="467345" cy="467345"/>
          </a:xfrm>
          <a:prstGeom prst="rect">
            <a:avLst/>
          </a:prstGeom>
          <a:noFill/>
          <a:ln>
            <a:noFill/>
          </a:ln>
        </p:spPr>
      </p:pic>
      <p:pic>
        <p:nvPicPr>
          <p:cNvPr id="133" name="Google Shape;133;p5"/>
          <p:cNvPicPr preferRelativeResize="0"/>
          <p:nvPr/>
        </p:nvPicPr>
        <p:blipFill rotWithShape="1">
          <a:blip r:embed="rId5">
            <a:alphaModFix/>
          </a:blip>
          <a:srcRect/>
          <a:stretch/>
        </p:blipFill>
        <p:spPr>
          <a:xfrm>
            <a:off x="3757471" y="4132326"/>
            <a:ext cx="467345" cy="467345"/>
          </a:xfrm>
          <a:prstGeom prst="rect">
            <a:avLst/>
          </a:prstGeom>
          <a:noFill/>
          <a:ln>
            <a:noFill/>
          </a:ln>
        </p:spPr>
      </p:pic>
      <p:pic>
        <p:nvPicPr>
          <p:cNvPr id="134" name="Google Shape;134;p5"/>
          <p:cNvPicPr preferRelativeResize="0"/>
          <p:nvPr/>
        </p:nvPicPr>
        <p:blipFill rotWithShape="1">
          <a:blip r:embed="rId5">
            <a:alphaModFix/>
          </a:blip>
          <a:srcRect/>
          <a:stretch/>
        </p:blipFill>
        <p:spPr>
          <a:xfrm>
            <a:off x="7755959" y="4132326"/>
            <a:ext cx="467345" cy="467345"/>
          </a:xfrm>
          <a:prstGeom prst="rect">
            <a:avLst/>
          </a:prstGeom>
          <a:noFill/>
          <a:ln>
            <a:noFill/>
          </a:ln>
        </p:spPr>
      </p:pic>
      <p:pic>
        <p:nvPicPr>
          <p:cNvPr id="135" name="Google Shape;135;p5"/>
          <p:cNvPicPr preferRelativeResize="0"/>
          <p:nvPr/>
        </p:nvPicPr>
        <p:blipFill rotWithShape="1">
          <a:blip r:embed="rId5">
            <a:alphaModFix/>
          </a:blip>
          <a:srcRect/>
          <a:stretch/>
        </p:blipFill>
        <p:spPr>
          <a:xfrm>
            <a:off x="11817851" y="4132326"/>
            <a:ext cx="467345" cy="467345"/>
          </a:xfrm>
          <a:prstGeom prst="rect">
            <a:avLst/>
          </a:prstGeom>
          <a:noFill/>
          <a:ln>
            <a:noFill/>
          </a:ln>
        </p:spPr>
      </p:pic>
      <p:pic>
        <p:nvPicPr>
          <p:cNvPr id="136" name="Google Shape;136;p5"/>
          <p:cNvPicPr preferRelativeResize="0"/>
          <p:nvPr/>
        </p:nvPicPr>
        <p:blipFill rotWithShape="1">
          <a:blip r:embed="rId5">
            <a:alphaModFix/>
          </a:blip>
          <a:srcRect/>
          <a:stretch/>
        </p:blipFill>
        <p:spPr>
          <a:xfrm>
            <a:off x="15650066" y="4094234"/>
            <a:ext cx="467345" cy="467345"/>
          </a:xfrm>
          <a:prstGeom prst="rect">
            <a:avLst/>
          </a:prstGeom>
          <a:noFill/>
          <a:ln>
            <a:noFill/>
          </a:ln>
        </p:spPr>
      </p:pic>
      <p:pic>
        <p:nvPicPr>
          <p:cNvPr id="137" name="Google Shape;137;p5"/>
          <p:cNvPicPr preferRelativeResize="0"/>
          <p:nvPr/>
        </p:nvPicPr>
        <p:blipFill rotWithShape="1">
          <a:blip r:embed="rId6">
            <a:alphaModFix amt="80000"/>
          </a:blip>
          <a:srcRect/>
          <a:stretch/>
        </p:blipFill>
        <p:spPr>
          <a:xfrm>
            <a:off x="15291926" y="8961493"/>
            <a:ext cx="1157025" cy="942975"/>
          </a:xfrm>
          <a:prstGeom prst="rect">
            <a:avLst/>
          </a:prstGeom>
          <a:noFill/>
          <a:ln>
            <a:noFill/>
          </a:ln>
        </p:spPr>
      </p:pic>
      <p:pic>
        <p:nvPicPr>
          <p:cNvPr id="138" name="Google Shape;138;p5"/>
          <p:cNvPicPr preferRelativeResize="0"/>
          <p:nvPr/>
        </p:nvPicPr>
        <p:blipFill rotWithShape="1">
          <a:blip r:embed="rId7">
            <a:alphaModFix/>
          </a:blip>
          <a:srcRect/>
          <a:stretch/>
        </p:blipFill>
        <p:spPr>
          <a:xfrm>
            <a:off x="16117411" y="7831629"/>
            <a:ext cx="1840078" cy="2072840"/>
          </a:xfrm>
          <a:prstGeom prst="rect">
            <a:avLst/>
          </a:prstGeom>
          <a:noFill/>
          <a:ln>
            <a:noFill/>
          </a:ln>
        </p:spPr>
      </p:pic>
      <p:sp>
        <p:nvSpPr>
          <p:cNvPr id="139" name="Google Shape;139;p5"/>
          <p:cNvSpPr txBox="1"/>
          <p:nvPr/>
        </p:nvSpPr>
        <p:spPr>
          <a:xfrm>
            <a:off x="3413760" y="1679578"/>
            <a:ext cx="12599143" cy="103412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800"/>
              <a:buFont typeface="Arial"/>
              <a:buNone/>
            </a:pPr>
            <a:r>
              <a:rPr lang="en-US" sz="4800" b="0" i="0" u="none" strike="noStrike" cap="none" dirty="0">
                <a:solidFill>
                  <a:srgbClr val="FFFFFF"/>
                </a:solidFill>
                <a:latin typeface="Libre Baskerville"/>
                <a:ea typeface="Libre Baskerville"/>
                <a:cs typeface="Libre Baskerville"/>
                <a:sym typeface="Libre Baskerville"/>
              </a:rPr>
              <a:t>Why </a:t>
            </a:r>
            <a:r>
              <a:rPr lang="en-US" sz="4800" b="1" i="0" u="none" strike="noStrike" cap="none" dirty="0">
                <a:solidFill>
                  <a:srgbClr val="ACFF7A"/>
                </a:solidFill>
                <a:latin typeface="Libre Baskerville"/>
                <a:ea typeface="Libre Baskerville"/>
                <a:cs typeface="Libre Baskerville"/>
                <a:sym typeface="Libre Baskerville"/>
              </a:rPr>
              <a:t>OZONE  LAYER </a:t>
            </a:r>
            <a:r>
              <a:rPr lang="en-US" sz="4800" dirty="0">
                <a:solidFill>
                  <a:srgbClr val="FFFFFF"/>
                </a:solidFill>
                <a:latin typeface="Libre Baskerville"/>
                <a:ea typeface="Libre Baskerville"/>
                <a:cs typeface="Libre Baskerville"/>
                <a:sym typeface="Libre Baskerville"/>
              </a:rPr>
              <a:t>is</a:t>
            </a:r>
            <a:r>
              <a:rPr lang="en-US" sz="4800" b="0" i="0" u="none" strike="noStrike" cap="none" dirty="0">
                <a:solidFill>
                  <a:srgbClr val="FFFFFF"/>
                </a:solidFill>
                <a:latin typeface="Libre Baskerville"/>
                <a:ea typeface="Libre Baskerville"/>
                <a:cs typeface="Libre Baskerville"/>
                <a:sym typeface="Libre Baskerville"/>
              </a:rPr>
              <a:t> Important?</a:t>
            </a:r>
            <a:endParaRPr sz="4800" b="0" i="0" u="none" strike="noStrike" cap="none" dirty="0">
              <a:solidFill>
                <a:srgbClr val="000000"/>
              </a:solidFill>
              <a:latin typeface="Arial"/>
              <a:ea typeface="Arial"/>
              <a:cs typeface="Arial"/>
              <a:sym typeface="Arial"/>
            </a:endParaRPr>
          </a:p>
        </p:txBody>
      </p:sp>
      <p:sp>
        <p:nvSpPr>
          <p:cNvPr id="140" name="Google Shape;140;p5"/>
          <p:cNvSpPr txBox="1"/>
          <p:nvPr/>
        </p:nvSpPr>
        <p:spPr>
          <a:xfrm>
            <a:off x="773678" y="3894194"/>
            <a:ext cx="2040293" cy="89598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600"/>
              <a:buFont typeface="Arial"/>
              <a:buNone/>
            </a:pPr>
            <a:r>
              <a:rPr lang="en-US" sz="2600" b="0" i="0" u="none" strike="noStrike" cap="none" dirty="0">
                <a:solidFill>
                  <a:srgbClr val="62EB0F"/>
                </a:solidFill>
                <a:latin typeface="Libre Baskerville"/>
                <a:ea typeface="Libre Baskerville"/>
                <a:cs typeface="Libre Baskerville"/>
                <a:sym typeface="Libre Baskerville"/>
              </a:rPr>
              <a:t>Fauna &amp; Human</a:t>
            </a:r>
            <a:endParaRPr sz="1400" b="0" i="0" u="none" strike="noStrike" cap="none" dirty="0">
              <a:solidFill>
                <a:srgbClr val="000000"/>
              </a:solidFill>
              <a:latin typeface="Arial"/>
              <a:ea typeface="Arial"/>
              <a:cs typeface="Arial"/>
              <a:sym typeface="Arial"/>
            </a:endParaRPr>
          </a:p>
        </p:txBody>
      </p:sp>
      <p:sp>
        <p:nvSpPr>
          <p:cNvPr id="141" name="Google Shape;141;p5"/>
          <p:cNvSpPr txBox="1"/>
          <p:nvPr/>
        </p:nvSpPr>
        <p:spPr>
          <a:xfrm>
            <a:off x="351800" y="4913999"/>
            <a:ext cx="2963102" cy="4392741"/>
          </a:xfrm>
          <a:prstGeom prst="rect">
            <a:avLst/>
          </a:prstGeom>
          <a:noFill/>
          <a:ln>
            <a:noFill/>
          </a:ln>
        </p:spPr>
        <p:txBody>
          <a:bodyPr spcFirstLastPara="1" wrap="square" lIns="0" tIns="0" rIns="0" bIns="0" anchor="t" anchorCtr="0">
            <a:spAutoFit/>
          </a:bodyPr>
          <a:lstStyle/>
          <a:p>
            <a:pPr marL="0" marR="0" lvl="0" indent="0" algn="just" rtl="0">
              <a:lnSpc>
                <a:spcPct val="140021"/>
              </a:lnSpc>
              <a:spcBef>
                <a:spcPts val="0"/>
              </a:spcBef>
              <a:spcAft>
                <a:spcPts val="0"/>
              </a:spcAft>
              <a:buClr>
                <a:srgbClr val="000000"/>
              </a:buClr>
              <a:buSzPts val="1699"/>
              <a:buFont typeface="Arial"/>
              <a:buNone/>
            </a:pPr>
            <a:r>
              <a:rPr lang="en-US" sz="1699" i="0" u="none" strike="noStrike" cap="none" dirty="0">
                <a:solidFill>
                  <a:schemeClr val="accent6"/>
                </a:solidFill>
                <a:latin typeface="Open Sans"/>
                <a:ea typeface="Open Sans"/>
                <a:cs typeface="Open Sans"/>
                <a:sym typeface="Open Sans"/>
              </a:rPr>
              <a:t>Control UVB-entry into earth atmosphere; laboratory &amp; epidemiologist found that:-</a:t>
            </a:r>
            <a:endParaRPr sz="1200" i="0" u="none" strike="noStrike" cap="none" dirty="0">
              <a:solidFill>
                <a:schemeClr val="accent6"/>
              </a:solidFill>
              <a:latin typeface="Arial"/>
              <a:ea typeface="Arial"/>
              <a:cs typeface="Arial"/>
              <a:sym typeface="Arial"/>
            </a:endParaRPr>
          </a:p>
          <a:p>
            <a:pPr marL="410209" marR="0" lvl="1" indent="-192405" algn="just" rtl="0">
              <a:lnSpc>
                <a:spcPct val="140021"/>
              </a:lnSpc>
              <a:spcBef>
                <a:spcPts val="0"/>
              </a:spcBef>
              <a:spcAft>
                <a:spcPts val="0"/>
              </a:spcAft>
              <a:buClr>
                <a:srgbClr val="FFFFFF"/>
              </a:buClr>
              <a:buSzPts val="1699"/>
              <a:buFont typeface="Arial"/>
              <a:buChar char="•"/>
            </a:pPr>
            <a:r>
              <a:rPr lang="en-US" sz="1699" i="0" u="none" strike="noStrike" cap="none" dirty="0">
                <a:solidFill>
                  <a:schemeClr val="accent6"/>
                </a:solidFill>
                <a:latin typeface="Open Sans"/>
                <a:ea typeface="Open Sans"/>
                <a:cs typeface="Open Sans"/>
                <a:sym typeface="Open Sans"/>
              </a:rPr>
              <a:t>UVB causes Non-Melanoma Skin Cancer.</a:t>
            </a:r>
            <a:endParaRPr sz="1200" i="0" u="none" strike="noStrike" cap="none" dirty="0">
              <a:solidFill>
                <a:schemeClr val="accent6"/>
              </a:solidFill>
              <a:latin typeface="Arial"/>
              <a:ea typeface="Arial"/>
              <a:cs typeface="Arial"/>
              <a:sym typeface="Arial"/>
            </a:endParaRPr>
          </a:p>
          <a:p>
            <a:pPr marL="410209" marR="0" lvl="1" indent="-192405" algn="just" rtl="0">
              <a:lnSpc>
                <a:spcPct val="140021"/>
              </a:lnSpc>
              <a:spcBef>
                <a:spcPts val="0"/>
              </a:spcBef>
              <a:spcAft>
                <a:spcPts val="0"/>
              </a:spcAft>
              <a:buClr>
                <a:srgbClr val="FFFFFF"/>
              </a:buClr>
              <a:buSzPts val="1699"/>
              <a:buFont typeface="Arial"/>
              <a:buChar char="•"/>
            </a:pPr>
            <a:r>
              <a:rPr lang="en-US" sz="1699" i="0" u="none" strike="noStrike" cap="none" dirty="0">
                <a:solidFill>
                  <a:schemeClr val="accent6"/>
                </a:solidFill>
                <a:latin typeface="Libre Baskerville"/>
                <a:ea typeface="Libre Baskerville"/>
                <a:cs typeface="Libre Baskerville"/>
                <a:sym typeface="Libre Baskerville"/>
              </a:rPr>
              <a:t>Promotes Malignant Melanoma Development.</a:t>
            </a:r>
            <a:endParaRPr sz="1200" i="0" u="none" strike="noStrike" cap="none" dirty="0">
              <a:solidFill>
                <a:schemeClr val="accent6"/>
              </a:solidFill>
              <a:latin typeface="Arial"/>
              <a:ea typeface="Arial"/>
              <a:cs typeface="Arial"/>
              <a:sym typeface="Arial"/>
            </a:endParaRPr>
          </a:p>
          <a:p>
            <a:pPr marL="410209" marR="0" lvl="1" indent="-192405" algn="just" rtl="0">
              <a:lnSpc>
                <a:spcPct val="140021"/>
              </a:lnSpc>
              <a:spcBef>
                <a:spcPts val="0"/>
              </a:spcBef>
              <a:spcAft>
                <a:spcPts val="0"/>
              </a:spcAft>
              <a:buClr>
                <a:srgbClr val="FFFFFF"/>
              </a:buClr>
              <a:buSzPts val="1699"/>
              <a:buFont typeface="Arial"/>
              <a:buChar char="•"/>
            </a:pPr>
            <a:r>
              <a:rPr lang="en-US" sz="1699" i="0" u="none" strike="noStrike" cap="none" dirty="0">
                <a:solidFill>
                  <a:schemeClr val="accent6"/>
                </a:solidFill>
                <a:latin typeface="Open Sans"/>
                <a:ea typeface="Open Sans"/>
                <a:cs typeface="Open Sans"/>
                <a:sym typeface="Open Sans"/>
              </a:rPr>
              <a:t> It is linked to the development of cataracts (a clouding of the eye's lens).</a:t>
            </a:r>
            <a:endParaRPr sz="1200" i="0" u="none" strike="noStrike" cap="none" dirty="0">
              <a:solidFill>
                <a:schemeClr val="accent6"/>
              </a:solidFill>
              <a:latin typeface="Arial"/>
              <a:ea typeface="Arial"/>
              <a:cs typeface="Arial"/>
              <a:sym typeface="Arial"/>
            </a:endParaRPr>
          </a:p>
        </p:txBody>
      </p:sp>
      <p:sp>
        <p:nvSpPr>
          <p:cNvPr id="142" name="Google Shape;142;p5"/>
          <p:cNvSpPr txBox="1"/>
          <p:nvPr/>
        </p:nvSpPr>
        <p:spPr>
          <a:xfrm>
            <a:off x="4253587" y="4122794"/>
            <a:ext cx="1464941" cy="43878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600"/>
              <a:buFont typeface="Arial"/>
              <a:buNone/>
            </a:pPr>
            <a:r>
              <a:rPr lang="en-US" sz="2600" b="0" i="0" u="none" strike="noStrike" cap="none">
                <a:solidFill>
                  <a:srgbClr val="62EB0F"/>
                </a:solidFill>
                <a:latin typeface="Libre Baskerville"/>
                <a:ea typeface="Libre Baskerville"/>
                <a:cs typeface="Libre Baskerville"/>
                <a:sym typeface="Libre Baskerville"/>
              </a:rPr>
              <a:t>Flora</a:t>
            </a:r>
            <a:endParaRPr sz="1400" b="0" i="0" u="none" strike="noStrike" cap="none">
              <a:solidFill>
                <a:srgbClr val="000000"/>
              </a:solidFill>
              <a:latin typeface="Arial"/>
              <a:ea typeface="Arial"/>
              <a:cs typeface="Arial"/>
              <a:sym typeface="Arial"/>
            </a:endParaRPr>
          </a:p>
        </p:txBody>
      </p:sp>
      <p:sp>
        <p:nvSpPr>
          <p:cNvPr id="143" name="Google Shape;143;p5"/>
          <p:cNvSpPr txBox="1"/>
          <p:nvPr/>
        </p:nvSpPr>
        <p:spPr>
          <a:xfrm>
            <a:off x="3757471" y="4923528"/>
            <a:ext cx="3568500" cy="4319452"/>
          </a:xfrm>
          <a:prstGeom prst="rect">
            <a:avLst/>
          </a:prstGeom>
          <a:noFill/>
          <a:ln>
            <a:noFill/>
          </a:ln>
        </p:spPr>
        <p:txBody>
          <a:bodyPr spcFirstLastPara="1" wrap="square" lIns="0" tIns="0" rIns="0" bIns="0" anchor="t" anchorCtr="0">
            <a:spAutoFit/>
          </a:bodyPr>
          <a:lstStyle/>
          <a:p>
            <a:pPr marL="0" marR="0" lvl="0" indent="0" algn="just" rtl="0">
              <a:lnSpc>
                <a:spcPct val="140021"/>
              </a:lnSpc>
              <a:spcBef>
                <a:spcPts val="0"/>
              </a:spcBef>
              <a:spcAft>
                <a:spcPts val="0"/>
              </a:spcAft>
              <a:buClr>
                <a:srgbClr val="000000"/>
              </a:buClr>
              <a:buSzPts val="1650"/>
              <a:buFont typeface="Arial"/>
              <a:buNone/>
            </a:pPr>
            <a:r>
              <a:rPr lang="en-US" sz="1650" i="0" u="none" strike="noStrike" cap="none" dirty="0">
                <a:solidFill>
                  <a:schemeClr val="accent6"/>
                </a:solidFill>
                <a:latin typeface="Libre Baskerville"/>
                <a:ea typeface="Libre Baskerville"/>
                <a:cs typeface="Libre Baskerville"/>
                <a:sym typeface="Libre Baskerville"/>
              </a:rPr>
              <a:t>Plants have abilities to adapt to  high UVB levels, still, they're directly affected ---</a:t>
            </a:r>
            <a:endParaRPr sz="1650" i="0" u="none" strike="noStrike" cap="none" dirty="0">
              <a:solidFill>
                <a:schemeClr val="accent6"/>
              </a:solidFill>
              <a:latin typeface="Arial"/>
              <a:ea typeface="Arial"/>
              <a:cs typeface="Arial"/>
              <a:sym typeface="Arial"/>
            </a:endParaRPr>
          </a:p>
          <a:p>
            <a:pPr marL="410209" marR="0" lvl="1" indent="-189293" algn="just" rtl="0">
              <a:lnSpc>
                <a:spcPct val="140021"/>
              </a:lnSpc>
              <a:spcBef>
                <a:spcPts val="0"/>
              </a:spcBef>
              <a:spcAft>
                <a:spcPts val="0"/>
              </a:spcAft>
              <a:buClr>
                <a:srgbClr val="FFFFFF"/>
              </a:buClr>
              <a:buSzPts val="1650"/>
              <a:buFont typeface="Arial"/>
              <a:buChar char="•"/>
            </a:pPr>
            <a:r>
              <a:rPr lang="en-US" sz="1650" i="0" u="none" strike="noStrike" cap="none" dirty="0">
                <a:solidFill>
                  <a:schemeClr val="accent6"/>
                </a:solidFill>
                <a:latin typeface="Libre Baskerville"/>
                <a:ea typeface="Libre Baskerville"/>
                <a:cs typeface="Libre Baskerville"/>
                <a:sym typeface="Libre Baskerville"/>
              </a:rPr>
              <a:t>Indirect UVB-induced changes in plant form, nutrient distribution, timing of developmental phases, and secondary metabolism.</a:t>
            </a:r>
            <a:endParaRPr sz="1650" i="0" u="none" strike="noStrike" cap="none" dirty="0">
              <a:solidFill>
                <a:schemeClr val="accent6"/>
              </a:solidFill>
              <a:latin typeface="Arial"/>
              <a:ea typeface="Arial"/>
              <a:cs typeface="Arial"/>
              <a:sym typeface="Arial"/>
            </a:endParaRPr>
          </a:p>
          <a:p>
            <a:pPr marL="410208" marR="0" lvl="1" indent="-205104" algn="just" rtl="0">
              <a:lnSpc>
                <a:spcPct val="140021"/>
              </a:lnSpc>
              <a:spcBef>
                <a:spcPts val="0"/>
              </a:spcBef>
              <a:spcAft>
                <a:spcPts val="0"/>
              </a:spcAft>
              <a:buClr>
                <a:srgbClr val="FFFFFF"/>
              </a:buClr>
              <a:buSzPts val="1899"/>
              <a:buFont typeface="Arial"/>
              <a:buChar char="•"/>
            </a:pPr>
            <a:r>
              <a:rPr lang="en-US" sz="1650" i="0" u="none" strike="noStrike" cap="none" dirty="0">
                <a:solidFill>
                  <a:schemeClr val="accent6"/>
                </a:solidFill>
                <a:latin typeface="Libre Baskerville"/>
                <a:ea typeface="Libre Baskerville"/>
                <a:cs typeface="Libre Baskerville"/>
                <a:sym typeface="Libre Baskerville"/>
              </a:rPr>
              <a:t>Effects on plant's competitive balance, herbivory, plant diseases &amp; biogeochemical changes</a:t>
            </a:r>
            <a:r>
              <a:rPr lang="en-US" sz="1899" b="1" i="0" u="none" strike="noStrike" cap="none" dirty="0">
                <a:solidFill>
                  <a:srgbClr val="FFFFFF"/>
                </a:solidFill>
                <a:latin typeface="Libre Baskerville"/>
                <a:ea typeface="Libre Baskerville"/>
                <a:cs typeface="Libre Baskerville"/>
                <a:sym typeface="Libre Baskerville"/>
              </a:rPr>
              <a:t>.</a:t>
            </a:r>
            <a:endParaRPr sz="1899" b="1" i="0" u="none" strike="noStrike" cap="none" dirty="0">
              <a:solidFill>
                <a:srgbClr val="FFFFFF"/>
              </a:solidFill>
              <a:latin typeface="Libre Baskerville"/>
              <a:ea typeface="Libre Baskerville"/>
              <a:cs typeface="Libre Baskerville"/>
              <a:sym typeface="Libre Baskerville"/>
            </a:endParaRPr>
          </a:p>
        </p:txBody>
      </p:sp>
      <p:sp>
        <p:nvSpPr>
          <p:cNvPr id="144" name="Google Shape;144;p5"/>
          <p:cNvSpPr txBox="1"/>
          <p:nvPr/>
        </p:nvSpPr>
        <p:spPr>
          <a:xfrm>
            <a:off x="8364885" y="3894193"/>
            <a:ext cx="2572871" cy="89598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600"/>
              <a:buFont typeface="Arial"/>
              <a:buNone/>
            </a:pPr>
            <a:r>
              <a:rPr lang="en-US" sz="2600" b="0" i="0" u="none" strike="noStrike" cap="none">
                <a:solidFill>
                  <a:srgbClr val="62EB0F"/>
                </a:solidFill>
                <a:latin typeface="Libre Baskerville"/>
                <a:ea typeface="Libre Baskerville"/>
                <a:cs typeface="Libre Baskerville"/>
                <a:sym typeface="Libre Baskerville"/>
              </a:rPr>
              <a:t>Marine Ecosystems</a:t>
            </a:r>
            <a:endParaRPr sz="1400" b="0" i="0" u="none" strike="noStrike" cap="none">
              <a:solidFill>
                <a:srgbClr val="000000"/>
              </a:solidFill>
              <a:latin typeface="Arial"/>
              <a:ea typeface="Arial"/>
              <a:cs typeface="Arial"/>
              <a:sym typeface="Arial"/>
            </a:endParaRPr>
          </a:p>
        </p:txBody>
      </p:sp>
      <p:sp>
        <p:nvSpPr>
          <p:cNvPr id="145" name="Google Shape;145;p5"/>
          <p:cNvSpPr txBox="1"/>
          <p:nvPr/>
        </p:nvSpPr>
        <p:spPr>
          <a:xfrm>
            <a:off x="12313771" y="3894194"/>
            <a:ext cx="2903485" cy="89598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600"/>
              <a:buFont typeface="Arial"/>
              <a:buNone/>
            </a:pPr>
            <a:r>
              <a:rPr lang="en-US" sz="2600" b="0" i="0" u="none" strike="noStrike" cap="none" dirty="0">
                <a:solidFill>
                  <a:srgbClr val="62EB0F"/>
                </a:solidFill>
                <a:latin typeface="Libre Baskerville"/>
                <a:ea typeface="Libre Baskerville"/>
                <a:cs typeface="Libre Baskerville"/>
                <a:sym typeface="Libre Baskerville"/>
              </a:rPr>
              <a:t>Bio-geochemical Cycles</a:t>
            </a:r>
            <a:endParaRPr sz="1400" b="0" i="0" u="none" strike="noStrike" cap="none" dirty="0">
              <a:solidFill>
                <a:srgbClr val="000000"/>
              </a:solidFill>
              <a:latin typeface="Arial"/>
              <a:ea typeface="Arial"/>
              <a:cs typeface="Arial"/>
              <a:sym typeface="Arial"/>
            </a:endParaRPr>
          </a:p>
        </p:txBody>
      </p:sp>
      <p:sp>
        <p:nvSpPr>
          <p:cNvPr id="146" name="Google Shape;146;p5"/>
          <p:cNvSpPr txBox="1"/>
          <p:nvPr/>
        </p:nvSpPr>
        <p:spPr>
          <a:xfrm>
            <a:off x="7745140" y="4923528"/>
            <a:ext cx="3568500" cy="5124864"/>
          </a:xfrm>
          <a:prstGeom prst="rect">
            <a:avLst/>
          </a:prstGeom>
          <a:noFill/>
          <a:ln>
            <a:noFill/>
          </a:ln>
        </p:spPr>
        <p:txBody>
          <a:bodyPr spcFirstLastPara="1" wrap="square" lIns="0" tIns="0" rIns="0" bIns="0" anchor="t" anchorCtr="0">
            <a:spAutoFit/>
          </a:bodyPr>
          <a:lstStyle/>
          <a:p>
            <a:pPr marL="0" marR="0" lvl="0" indent="0" algn="just" rtl="0">
              <a:lnSpc>
                <a:spcPct val="140021"/>
              </a:lnSpc>
              <a:spcBef>
                <a:spcPts val="0"/>
              </a:spcBef>
              <a:spcAft>
                <a:spcPts val="0"/>
              </a:spcAft>
              <a:buClr>
                <a:srgbClr val="000000"/>
              </a:buClr>
              <a:buSzPts val="1699"/>
              <a:buFont typeface="Arial"/>
              <a:buNone/>
            </a:pPr>
            <a:r>
              <a:rPr lang="en-US" sz="1699" b="1" i="0" u="none" strike="noStrike" cap="none" dirty="0">
                <a:solidFill>
                  <a:schemeClr val="accent6"/>
                </a:solidFill>
                <a:latin typeface="Libre Baskerville"/>
                <a:ea typeface="Libre Baskerville"/>
                <a:cs typeface="Libre Baskerville"/>
                <a:sym typeface="Libre Baskerville"/>
              </a:rPr>
              <a:t>Phytoplankton's</a:t>
            </a:r>
            <a:r>
              <a:rPr lang="en-US" sz="1699" b="0" i="0" u="none" strike="noStrike" cap="none" dirty="0">
                <a:solidFill>
                  <a:schemeClr val="accent6"/>
                </a:solidFill>
                <a:latin typeface="Libre Baskerville"/>
                <a:ea typeface="Libre Baskerville"/>
                <a:cs typeface="Libre Baskerville"/>
                <a:sym typeface="Libre Baskerville"/>
              </a:rPr>
              <a:t> (foundation of aquatic food webs) productivity is limited to the euphotic zone, and sunlight having UVB Radiation affects their </a:t>
            </a:r>
            <a:r>
              <a:rPr lang="en-US" sz="1699" b="1" i="0" u="none" strike="noStrike" cap="none" dirty="0">
                <a:solidFill>
                  <a:schemeClr val="accent6"/>
                </a:solidFill>
                <a:latin typeface="Libre Baskerville"/>
                <a:ea typeface="Libre Baskerville"/>
                <a:cs typeface="Libre Baskerville"/>
                <a:sym typeface="Libre Baskerville"/>
              </a:rPr>
              <a:t>orientation &amp; motility</a:t>
            </a:r>
            <a:r>
              <a:rPr lang="en-US" sz="1699" b="0" i="0" u="none" strike="noStrike" cap="none" dirty="0">
                <a:solidFill>
                  <a:schemeClr val="accent6"/>
                </a:solidFill>
                <a:latin typeface="Libre Baskerville"/>
                <a:ea typeface="Libre Baskerville"/>
                <a:cs typeface="Libre Baskerville"/>
                <a:sym typeface="Libre Baskerville"/>
              </a:rPr>
              <a:t>, causing a threat to marine life.</a:t>
            </a:r>
            <a:endParaRPr sz="1200" b="0" i="0" u="none" strike="noStrike" cap="none" dirty="0">
              <a:solidFill>
                <a:schemeClr val="accent6"/>
              </a:solidFill>
              <a:latin typeface="Arial"/>
              <a:ea typeface="Arial"/>
              <a:cs typeface="Arial"/>
              <a:sym typeface="Arial"/>
            </a:endParaRPr>
          </a:p>
          <a:p>
            <a:pPr marL="0" marR="0" lvl="0" indent="0" algn="just" rtl="0">
              <a:lnSpc>
                <a:spcPct val="140021"/>
              </a:lnSpc>
              <a:spcBef>
                <a:spcPts val="0"/>
              </a:spcBef>
              <a:spcAft>
                <a:spcPts val="0"/>
              </a:spcAft>
              <a:buClr>
                <a:srgbClr val="000000"/>
              </a:buClr>
              <a:buSzPts val="1699"/>
              <a:buFont typeface="Arial"/>
              <a:buNone/>
            </a:pPr>
            <a:r>
              <a:rPr lang="en-US" sz="1699" b="0" i="0" u="none" strike="noStrike" cap="none" dirty="0">
                <a:solidFill>
                  <a:schemeClr val="accent6"/>
                </a:solidFill>
                <a:latin typeface="Libre Baskerville"/>
                <a:ea typeface="Libre Baskerville"/>
                <a:cs typeface="Libre Baskerville"/>
                <a:sym typeface="Libre Baskerville"/>
              </a:rPr>
              <a:t>UVB-Radiation causes damage to the </a:t>
            </a:r>
            <a:r>
              <a:rPr lang="en-US" sz="1699" b="1" i="0" u="none" strike="noStrike" cap="none" dirty="0">
                <a:solidFill>
                  <a:schemeClr val="accent6"/>
                </a:solidFill>
                <a:latin typeface="Libre Baskerville"/>
                <a:ea typeface="Libre Baskerville"/>
                <a:cs typeface="Libre Baskerville"/>
                <a:sym typeface="Libre Baskerville"/>
              </a:rPr>
              <a:t>early developmental stages </a:t>
            </a:r>
            <a:r>
              <a:rPr lang="en-US" sz="1699" b="0" i="0" u="none" strike="noStrike" cap="none" dirty="0">
                <a:solidFill>
                  <a:schemeClr val="accent6"/>
                </a:solidFill>
                <a:latin typeface="Libre Baskerville"/>
                <a:ea typeface="Libre Baskerville"/>
                <a:cs typeface="Libre Baskerville"/>
                <a:sym typeface="Libre Baskerville"/>
              </a:rPr>
              <a:t>of many marine animals, e.g., reduced reproductive capacity, and impaired larval development.</a:t>
            </a:r>
            <a:endParaRPr sz="1200" b="0" i="0" u="none" strike="noStrike" cap="none" dirty="0">
              <a:solidFill>
                <a:schemeClr val="accent6"/>
              </a:solidFill>
              <a:latin typeface="Arial"/>
              <a:ea typeface="Arial"/>
              <a:cs typeface="Arial"/>
              <a:sym typeface="Arial"/>
            </a:endParaRPr>
          </a:p>
          <a:p>
            <a:pPr marL="0" marR="0" lvl="0" indent="0" algn="just" rtl="0">
              <a:lnSpc>
                <a:spcPct val="140021"/>
              </a:lnSpc>
              <a:spcBef>
                <a:spcPts val="0"/>
              </a:spcBef>
              <a:spcAft>
                <a:spcPts val="0"/>
              </a:spcAft>
              <a:buClr>
                <a:srgbClr val="000000"/>
              </a:buClr>
              <a:buSzPts val="1699"/>
              <a:buFont typeface="Arial"/>
              <a:buNone/>
            </a:pPr>
            <a:endParaRPr sz="1699" b="0" i="0" u="none" strike="noStrike" cap="none" dirty="0">
              <a:solidFill>
                <a:srgbClr val="FFFFFF"/>
              </a:solidFill>
              <a:latin typeface="Libre Baskerville"/>
              <a:ea typeface="Libre Baskerville"/>
              <a:cs typeface="Libre Baskerville"/>
              <a:sym typeface="Libre Baskerville"/>
            </a:endParaRPr>
          </a:p>
        </p:txBody>
      </p:sp>
      <p:sp>
        <p:nvSpPr>
          <p:cNvPr id="147" name="Google Shape;147;p5"/>
          <p:cNvSpPr txBox="1"/>
          <p:nvPr/>
        </p:nvSpPr>
        <p:spPr>
          <a:xfrm>
            <a:off x="11817851" y="4923528"/>
            <a:ext cx="3236100" cy="4758803"/>
          </a:xfrm>
          <a:prstGeom prst="rect">
            <a:avLst/>
          </a:prstGeom>
          <a:noFill/>
          <a:ln>
            <a:noFill/>
          </a:ln>
        </p:spPr>
        <p:txBody>
          <a:bodyPr spcFirstLastPara="1" wrap="square" lIns="0" tIns="0" rIns="0" bIns="0" anchor="t" anchorCtr="0">
            <a:spAutoFit/>
          </a:bodyPr>
          <a:lstStyle/>
          <a:p>
            <a:pPr marL="0" marR="0" lvl="0" indent="0" algn="just" rtl="0">
              <a:lnSpc>
                <a:spcPct val="140021"/>
              </a:lnSpc>
              <a:spcBef>
                <a:spcPts val="0"/>
              </a:spcBef>
              <a:spcAft>
                <a:spcPts val="0"/>
              </a:spcAft>
              <a:buClr>
                <a:srgbClr val="000000"/>
              </a:buClr>
              <a:buSzPts val="1699"/>
              <a:buFont typeface="Arial"/>
              <a:buNone/>
            </a:pPr>
            <a:r>
              <a:rPr lang="en-US" sz="1699" b="0" i="0" u="none" strike="noStrike" cap="none" dirty="0">
                <a:solidFill>
                  <a:schemeClr val="accent6"/>
                </a:solidFill>
                <a:latin typeface="Libre Baskerville"/>
                <a:ea typeface="Libre Baskerville"/>
                <a:cs typeface="Libre Baskerville"/>
                <a:sym typeface="Libre Baskerville"/>
              </a:rPr>
              <a:t>UVB affects </a:t>
            </a:r>
            <a:r>
              <a:rPr lang="en-US" sz="1699" b="1" i="0" u="none" strike="noStrike" cap="none" dirty="0">
                <a:solidFill>
                  <a:schemeClr val="accent6"/>
                </a:solidFill>
                <a:latin typeface="Libre Baskerville"/>
                <a:ea typeface="Libre Baskerville"/>
                <a:cs typeface="Libre Baskerville"/>
                <a:sym typeface="Libre Baskerville"/>
              </a:rPr>
              <a:t>terrestrial &amp; aquatic Biogeochemical Cycles</a:t>
            </a:r>
            <a:r>
              <a:rPr lang="en-US" sz="1699" b="0" i="0" u="none" strike="noStrike" cap="none" dirty="0">
                <a:solidFill>
                  <a:schemeClr val="accent6"/>
                </a:solidFill>
                <a:latin typeface="Libre Baskerville"/>
                <a:ea typeface="Libre Baskerville"/>
                <a:cs typeface="Libre Baskerville"/>
                <a:sym typeface="Libre Baskerville"/>
              </a:rPr>
              <a:t>, altering both sources &amp; sinks of Greenhouse &amp; chemically important trace gases </a:t>
            </a:r>
            <a:r>
              <a:rPr lang="en-US" sz="1699" b="1" i="0" u="none" strike="noStrike" cap="none" dirty="0">
                <a:solidFill>
                  <a:schemeClr val="accent6"/>
                </a:solidFill>
                <a:latin typeface="Libre Baskerville"/>
                <a:ea typeface="Libre Baskerville"/>
                <a:cs typeface="Libre Baskerville"/>
                <a:sym typeface="Libre Baskerville"/>
              </a:rPr>
              <a:t>(e.g., CO2, CO, COS, O ₃, etc.</a:t>
            </a:r>
            <a:r>
              <a:rPr lang="en-US" sz="1699" b="0" i="0" u="none" strike="noStrike" cap="none" dirty="0">
                <a:solidFill>
                  <a:schemeClr val="accent6"/>
                </a:solidFill>
                <a:latin typeface="Libre Baskerville"/>
                <a:ea typeface="Libre Baskerville"/>
                <a:cs typeface="Libre Baskerville"/>
                <a:sym typeface="Libre Baskerville"/>
              </a:rPr>
              <a:t>)</a:t>
            </a:r>
            <a:endParaRPr sz="1200" b="0" i="0" u="none" strike="noStrike" cap="none" dirty="0">
              <a:solidFill>
                <a:schemeClr val="accent6"/>
              </a:solidFill>
              <a:latin typeface="Arial"/>
              <a:ea typeface="Arial"/>
              <a:cs typeface="Arial"/>
              <a:sym typeface="Arial"/>
            </a:endParaRPr>
          </a:p>
          <a:p>
            <a:pPr marL="0" marR="0" lvl="0" indent="0" algn="just" rtl="0">
              <a:lnSpc>
                <a:spcPct val="140021"/>
              </a:lnSpc>
              <a:spcBef>
                <a:spcPts val="0"/>
              </a:spcBef>
              <a:spcAft>
                <a:spcPts val="0"/>
              </a:spcAft>
              <a:buClr>
                <a:srgbClr val="000000"/>
              </a:buClr>
              <a:buSzPts val="1699"/>
              <a:buFont typeface="Arial"/>
              <a:buNone/>
            </a:pPr>
            <a:r>
              <a:rPr lang="en-US" sz="1699" b="0" i="0" u="none" strike="noStrike" cap="none" dirty="0">
                <a:solidFill>
                  <a:schemeClr val="accent6"/>
                </a:solidFill>
                <a:latin typeface="Libre Baskerville"/>
                <a:ea typeface="Libre Baskerville"/>
                <a:cs typeface="Libre Baskerville"/>
                <a:sym typeface="Libre Baskerville"/>
              </a:rPr>
              <a:t>These potential changes contributing to biosphere-atmosphere feedbacks mitigate or amplify the atmospheric concentrations of these gases.</a:t>
            </a:r>
            <a:endParaRPr sz="1200" b="0" i="0" u="none" strike="noStrike" cap="none" dirty="0">
              <a:solidFill>
                <a:schemeClr val="accent6"/>
              </a:solidFill>
              <a:latin typeface="Arial"/>
              <a:ea typeface="Arial"/>
              <a:cs typeface="Arial"/>
              <a:sym typeface="Arial"/>
            </a:endParaRPr>
          </a:p>
        </p:txBody>
      </p:sp>
      <p:sp>
        <p:nvSpPr>
          <p:cNvPr id="148" name="Google Shape;148;p5"/>
          <p:cNvSpPr txBox="1"/>
          <p:nvPr/>
        </p:nvSpPr>
        <p:spPr>
          <a:xfrm>
            <a:off x="16260286" y="4122793"/>
            <a:ext cx="1598201" cy="43878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600"/>
              <a:buFont typeface="Arial"/>
              <a:buNone/>
            </a:pPr>
            <a:r>
              <a:rPr lang="en-US" sz="2600" b="0" i="0" u="none" strike="noStrike" cap="none">
                <a:solidFill>
                  <a:srgbClr val="62EB0F"/>
                </a:solidFill>
                <a:latin typeface="Libre Baskerville"/>
                <a:ea typeface="Libre Baskerville"/>
                <a:cs typeface="Libre Baskerville"/>
                <a:sym typeface="Libre Baskerville"/>
              </a:rPr>
              <a:t>Materials</a:t>
            </a:r>
            <a:endParaRPr sz="1400" b="0" i="0" u="none" strike="noStrike" cap="none">
              <a:solidFill>
                <a:srgbClr val="000000"/>
              </a:solidFill>
              <a:latin typeface="Arial"/>
              <a:ea typeface="Arial"/>
              <a:cs typeface="Arial"/>
              <a:sym typeface="Arial"/>
            </a:endParaRPr>
          </a:p>
        </p:txBody>
      </p:sp>
      <p:sp>
        <p:nvSpPr>
          <p:cNvPr id="149" name="Google Shape;149;p5"/>
          <p:cNvSpPr txBox="1"/>
          <p:nvPr/>
        </p:nvSpPr>
        <p:spPr>
          <a:xfrm>
            <a:off x="15291926" y="4923528"/>
            <a:ext cx="2776618" cy="2928494"/>
          </a:xfrm>
          <a:prstGeom prst="rect">
            <a:avLst/>
          </a:prstGeom>
          <a:noFill/>
          <a:ln>
            <a:noFill/>
          </a:ln>
        </p:spPr>
        <p:txBody>
          <a:bodyPr spcFirstLastPara="1" wrap="square" lIns="0" tIns="0" rIns="0" bIns="0" anchor="t" anchorCtr="0">
            <a:spAutoFit/>
          </a:bodyPr>
          <a:lstStyle/>
          <a:p>
            <a:pPr marL="0" marR="0" lvl="0" indent="0" algn="just" rtl="0">
              <a:lnSpc>
                <a:spcPct val="140021"/>
              </a:lnSpc>
              <a:spcBef>
                <a:spcPts val="0"/>
              </a:spcBef>
              <a:spcAft>
                <a:spcPts val="0"/>
              </a:spcAft>
              <a:buClr>
                <a:srgbClr val="000000"/>
              </a:buClr>
              <a:buSzPts val="1699"/>
              <a:buFont typeface="Arial"/>
              <a:buNone/>
            </a:pPr>
            <a:r>
              <a:rPr lang="en-US" sz="1699" b="0" i="0" u="none" strike="noStrike" cap="none" dirty="0">
                <a:solidFill>
                  <a:schemeClr val="accent6"/>
                </a:solidFill>
                <a:latin typeface="Libre Baskerville"/>
                <a:ea typeface="Libre Baskerville"/>
                <a:cs typeface="Libre Baskerville"/>
                <a:sym typeface="Libre Baskerville"/>
              </a:rPr>
              <a:t>Synthetic Polymers, natural bio-polymers, and commercially sold materials are highly damaged, and their quality &amp; longevity are affected by UVB Radiation.</a:t>
            </a:r>
            <a:endParaRPr sz="1200" b="0" i="0" u="none" strike="noStrike" cap="none" dirty="0">
              <a:solidFill>
                <a:schemeClr val="accent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6"/>
          <p:cNvPicPr preferRelativeResize="0"/>
          <p:nvPr/>
        </p:nvPicPr>
        <p:blipFill rotWithShape="1">
          <a:blip r:embed="rId3">
            <a:alphaModFix/>
          </a:blip>
          <a:srcRect l="666" r="664" b="8073"/>
          <a:stretch/>
        </p:blipFill>
        <p:spPr>
          <a:xfrm>
            <a:off x="0" y="0"/>
            <a:ext cx="18288000" cy="10287000"/>
          </a:xfrm>
          <a:prstGeom prst="rect">
            <a:avLst/>
          </a:prstGeom>
          <a:noFill/>
          <a:ln>
            <a:noFill/>
          </a:ln>
        </p:spPr>
      </p:pic>
      <p:pic>
        <p:nvPicPr>
          <p:cNvPr id="156" name="Google Shape;156;p6"/>
          <p:cNvPicPr preferRelativeResize="0"/>
          <p:nvPr/>
        </p:nvPicPr>
        <p:blipFill rotWithShape="1">
          <a:blip r:embed="rId4">
            <a:alphaModFix amt="80000"/>
          </a:blip>
          <a:srcRect/>
          <a:stretch/>
        </p:blipFill>
        <p:spPr>
          <a:xfrm>
            <a:off x="1028700" y="688909"/>
            <a:ext cx="8953311" cy="3447025"/>
          </a:xfrm>
          <a:prstGeom prst="rect">
            <a:avLst/>
          </a:prstGeom>
          <a:noFill/>
          <a:ln>
            <a:noFill/>
          </a:ln>
        </p:spPr>
      </p:pic>
      <p:pic>
        <p:nvPicPr>
          <p:cNvPr id="157" name="Google Shape;157;p6"/>
          <p:cNvPicPr preferRelativeResize="0"/>
          <p:nvPr/>
        </p:nvPicPr>
        <p:blipFill rotWithShape="1">
          <a:blip r:embed="rId5">
            <a:alphaModFix amt="57000"/>
          </a:blip>
          <a:srcRect/>
          <a:stretch/>
        </p:blipFill>
        <p:spPr>
          <a:xfrm>
            <a:off x="316992" y="4042600"/>
            <a:ext cx="12960095" cy="8379066"/>
          </a:xfrm>
          <a:prstGeom prst="rect">
            <a:avLst/>
          </a:prstGeom>
          <a:noFill/>
          <a:ln>
            <a:noFill/>
          </a:ln>
        </p:spPr>
      </p:pic>
      <p:sp>
        <p:nvSpPr>
          <p:cNvPr id="158" name="Google Shape;158;p6"/>
          <p:cNvSpPr txBox="1"/>
          <p:nvPr/>
        </p:nvSpPr>
        <p:spPr>
          <a:xfrm>
            <a:off x="316993" y="1149569"/>
            <a:ext cx="11399519" cy="103412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4800"/>
              <a:buFont typeface="Arial"/>
              <a:buNone/>
            </a:pPr>
            <a:r>
              <a:rPr lang="en-US" sz="4800" b="1" i="0" u="none" strike="noStrike" cap="none" dirty="0">
                <a:solidFill>
                  <a:srgbClr val="172E08"/>
                </a:solidFill>
                <a:latin typeface="Libre Baskerville"/>
                <a:ea typeface="Libre Baskerville"/>
                <a:cs typeface="Libre Baskerville"/>
                <a:sym typeface="Libre Baskerville"/>
              </a:rPr>
              <a:t>WHY IS Ground-level </a:t>
            </a:r>
            <a:r>
              <a:rPr lang="en-US" sz="4800" b="1" i="0" u="none" strike="noStrike" cap="none" dirty="0">
                <a:solidFill>
                  <a:srgbClr val="4342B2"/>
                </a:solidFill>
                <a:latin typeface="Libre Baskerville"/>
                <a:ea typeface="Libre Baskerville"/>
                <a:cs typeface="Libre Baskerville"/>
                <a:sym typeface="Libre Baskerville"/>
              </a:rPr>
              <a:t>OZONE </a:t>
            </a:r>
            <a:r>
              <a:rPr lang="en-US" sz="4800" b="0" i="0" u="none" strike="noStrike" cap="none" dirty="0">
                <a:solidFill>
                  <a:srgbClr val="172E08"/>
                </a:solidFill>
                <a:latin typeface="Libre Baskerville"/>
                <a:ea typeface="Libre Baskerville"/>
                <a:cs typeface="Libre Baskerville"/>
                <a:sym typeface="Libre Baskerville"/>
              </a:rPr>
              <a:t> </a:t>
            </a:r>
            <a:endParaRPr sz="1400" b="0" i="0" u="none" strike="noStrike" cap="none" dirty="0">
              <a:solidFill>
                <a:srgbClr val="000000"/>
              </a:solidFill>
              <a:latin typeface="Arial"/>
              <a:ea typeface="Arial"/>
              <a:cs typeface="Arial"/>
              <a:sym typeface="Arial"/>
            </a:endParaRPr>
          </a:p>
        </p:txBody>
      </p:sp>
      <p:sp>
        <p:nvSpPr>
          <p:cNvPr id="159" name="Google Shape;159;p6"/>
          <p:cNvSpPr txBox="1"/>
          <p:nvPr/>
        </p:nvSpPr>
        <p:spPr>
          <a:xfrm>
            <a:off x="1028701" y="2079020"/>
            <a:ext cx="8115300" cy="103412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600"/>
              <a:buFont typeface="Arial"/>
              <a:buNone/>
            </a:pPr>
            <a:r>
              <a:rPr lang="en-US" sz="4800" b="1" i="0" u="none" strike="noStrike" cap="none" dirty="0">
                <a:solidFill>
                  <a:srgbClr val="E4240A"/>
                </a:solidFill>
                <a:latin typeface="Libre Baskerville"/>
                <a:ea typeface="Libre Baskerville"/>
                <a:cs typeface="Libre Baskerville"/>
                <a:sym typeface="Libre Baskerville"/>
              </a:rPr>
              <a:t>LIFE-THREATENING</a:t>
            </a:r>
            <a:endParaRPr sz="4800" b="0" i="0" u="none" strike="noStrike" cap="none" dirty="0">
              <a:solidFill>
                <a:srgbClr val="000000"/>
              </a:solidFill>
              <a:latin typeface="Arial"/>
              <a:ea typeface="Arial"/>
              <a:cs typeface="Arial"/>
              <a:sym typeface="Arial"/>
            </a:endParaRPr>
          </a:p>
        </p:txBody>
      </p:sp>
      <p:sp>
        <p:nvSpPr>
          <p:cNvPr id="161" name="Google Shape;161;p6"/>
          <p:cNvSpPr txBox="1"/>
          <p:nvPr/>
        </p:nvSpPr>
        <p:spPr>
          <a:xfrm>
            <a:off x="1447697" y="3232200"/>
            <a:ext cx="6930600" cy="254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50"/>
              <a:buFont typeface="Arial"/>
              <a:buNone/>
            </a:pPr>
            <a:r>
              <a:rPr lang="en-US" sz="1650" b="0" i="0" u="none" strike="noStrike" cap="none">
                <a:solidFill>
                  <a:srgbClr val="FF1E00"/>
                </a:solidFill>
                <a:latin typeface="Libre Baskerville"/>
                <a:ea typeface="Libre Baskerville"/>
                <a:cs typeface="Libre Baskerville"/>
                <a:sym typeface="Libre Baskerville"/>
              </a:rPr>
              <a:t>TROPOSPHERIC  OZONE  EXPOSURE</a:t>
            </a:r>
            <a:endParaRPr sz="1400" b="0" i="0" u="none" strike="noStrike" cap="none">
              <a:solidFill>
                <a:srgbClr val="000000"/>
              </a:solidFill>
              <a:latin typeface="Arial"/>
              <a:ea typeface="Arial"/>
              <a:cs typeface="Arial"/>
              <a:sym typeface="Arial"/>
            </a:endParaRPr>
          </a:p>
        </p:txBody>
      </p:sp>
      <p:sp>
        <p:nvSpPr>
          <p:cNvPr id="162" name="Google Shape;162;p6"/>
          <p:cNvSpPr txBox="1"/>
          <p:nvPr/>
        </p:nvSpPr>
        <p:spPr>
          <a:xfrm>
            <a:off x="316993" y="4415751"/>
            <a:ext cx="16666462" cy="484556"/>
          </a:xfrm>
          <a:prstGeom prst="rect">
            <a:avLst/>
          </a:prstGeom>
          <a:noFill/>
          <a:ln>
            <a:noFill/>
          </a:ln>
        </p:spPr>
        <p:txBody>
          <a:bodyPr spcFirstLastPara="1" wrap="square" lIns="0" tIns="0" rIns="0" bIns="0" anchor="t" anchorCtr="0">
            <a:spAutoFit/>
          </a:bodyPr>
          <a:lstStyle/>
          <a:p>
            <a:pPr marL="0" marR="0" lvl="0" indent="0" algn="just" rtl="0">
              <a:lnSpc>
                <a:spcPct val="140015"/>
              </a:lnSpc>
              <a:spcBef>
                <a:spcPts val="0"/>
              </a:spcBef>
              <a:spcAft>
                <a:spcPts val="0"/>
              </a:spcAft>
              <a:buClr>
                <a:srgbClr val="000000"/>
              </a:buClr>
              <a:buSzPts val="2249"/>
              <a:buFont typeface="Arial"/>
              <a:buNone/>
            </a:pPr>
            <a:r>
              <a:rPr lang="en-US" sz="2000" i="0" u="none" strike="noStrike" cap="none" dirty="0">
                <a:solidFill>
                  <a:srgbClr val="FF0000"/>
                </a:solidFill>
                <a:latin typeface="Libre Baskerville"/>
                <a:ea typeface="Libre Baskerville"/>
                <a:cs typeface="Libre Baskerville"/>
                <a:sym typeface="Libre Baskerville"/>
              </a:rPr>
              <a:t>Depending on the level of 'Tropospheric Ozone Exposure' is detrimental in several ways </a:t>
            </a:r>
            <a:r>
              <a:rPr lang="en-US" sz="2249" i="0" u="none" strike="noStrike" cap="none" dirty="0">
                <a:solidFill>
                  <a:srgbClr val="FF0000"/>
                </a:solidFill>
                <a:latin typeface="Libre Baskerville"/>
                <a:ea typeface="Libre Baskerville"/>
                <a:cs typeface="Libre Baskerville"/>
                <a:sym typeface="Libre Baskerville"/>
              </a:rPr>
              <a:t>:</a:t>
            </a:r>
            <a:endParaRPr sz="1100" i="0" u="none" strike="noStrike" cap="none" dirty="0">
              <a:solidFill>
                <a:srgbClr val="FF0000"/>
              </a:solidFill>
              <a:latin typeface="Arial"/>
              <a:ea typeface="Arial"/>
              <a:cs typeface="Arial"/>
              <a:sym typeface="Arial"/>
            </a:endParaRPr>
          </a:p>
        </p:txBody>
      </p:sp>
      <p:sp>
        <p:nvSpPr>
          <p:cNvPr id="163" name="Google Shape;163;p6"/>
          <p:cNvSpPr txBox="1"/>
          <p:nvPr/>
        </p:nvSpPr>
        <p:spPr>
          <a:xfrm>
            <a:off x="0" y="5123664"/>
            <a:ext cx="16434816" cy="2585323"/>
          </a:xfrm>
          <a:prstGeom prst="rect">
            <a:avLst/>
          </a:prstGeom>
          <a:noFill/>
          <a:ln>
            <a:noFill/>
          </a:ln>
        </p:spPr>
        <p:txBody>
          <a:bodyPr spcFirstLastPara="1" wrap="square" lIns="0" tIns="0" rIns="0" bIns="0" anchor="t" anchorCtr="0">
            <a:spAutoFit/>
          </a:bodyPr>
          <a:lstStyle/>
          <a:p>
            <a:pPr marL="518160" marR="0" lvl="1" indent="-227329" algn="just" rtl="0">
              <a:lnSpc>
                <a:spcPct val="139958"/>
              </a:lnSpc>
              <a:spcBef>
                <a:spcPts val="0"/>
              </a:spcBef>
              <a:spcAft>
                <a:spcPts val="0"/>
              </a:spcAft>
              <a:buClr>
                <a:srgbClr val="000000"/>
              </a:buClr>
              <a:buSzPts val="1900"/>
              <a:buFont typeface="Arial"/>
              <a:buChar char="•"/>
            </a:pPr>
            <a:r>
              <a:rPr lang="en-US" sz="2000" i="0" u="none" strike="noStrike" cap="none" dirty="0">
                <a:solidFill>
                  <a:srgbClr val="FF0000"/>
                </a:solidFill>
                <a:latin typeface="Libre Baskerville"/>
                <a:ea typeface="Libre Baskerville"/>
                <a:cs typeface="Libre Baskerville"/>
                <a:sym typeface="Libre Baskerville"/>
              </a:rPr>
              <a:t>Hinders vigorous and deep breathing; pain while </a:t>
            </a:r>
            <a:r>
              <a:rPr lang="en-US" sz="2000" dirty="0">
                <a:solidFill>
                  <a:srgbClr val="FF0000"/>
                </a:solidFill>
                <a:ea typeface="Libre Baskerville"/>
              </a:rPr>
              <a:t> </a:t>
            </a:r>
            <a:r>
              <a:rPr lang="en-US" sz="2000" i="0" u="none" strike="noStrike" cap="none" dirty="0">
                <a:solidFill>
                  <a:srgbClr val="FF0000"/>
                </a:solidFill>
                <a:latin typeface="Libre Baskerville"/>
                <a:ea typeface="Libre Baskerville"/>
                <a:cs typeface="Libre Baskerville"/>
                <a:sym typeface="Libre Baskerville"/>
              </a:rPr>
              <a:t>breathing deeply</a:t>
            </a:r>
            <a:endParaRPr sz="2000" i="0" u="none" strike="noStrike" cap="none" dirty="0">
              <a:solidFill>
                <a:srgbClr val="FF0000"/>
              </a:solidFill>
              <a:latin typeface="Arial"/>
              <a:ea typeface="Arial"/>
              <a:cs typeface="Arial"/>
              <a:sym typeface="Arial"/>
            </a:endParaRPr>
          </a:p>
          <a:p>
            <a:pPr marL="518160" marR="0" lvl="1" indent="-227329" algn="just" rtl="0">
              <a:lnSpc>
                <a:spcPct val="139958"/>
              </a:lnSpc>
              <a:spcBef>
                <a:spcPts val="0"/>
              </a:spcBef>
              <a:spcAft>
                <a:spcPts val="0"/>
              </a:spcAft>
              <a:buClr>
                <a:srgbClr val="000000"/>
              </a:buClr>
              <a:buSzPts val="1900"/>
              <a:buFont typeface="Arial"/>
              <a:buChar char="•"/>
            </a:pPr>
            <a:r>
              <a:rPr lang="en-US" sz="2000" i="0" u="none" strike="noStrike" cap="none" dirty="0">
                <a:solidFill>
                  <a:srgbClr val="FF0000"/>
                </a:solidFill>
                <a:latin typeface="Libre Baskerville"/>
                <a:ea typeface="Libre Baskerville"/>
                <a:cs typeface="Libre Baskerville"/>
                <a:sym typeface="Libre Baskerville"/>
              </a:rPr>
              <a:t>Inflammation &amp; irritation of the tissue linings of human airways </a:t>
            </a:r>
            <a:endParaRPr sz="2000" i="0" u="none" strike="noStrike" cap="none" dirty="0">
              <a:solidFill>
                <a:srgbClr val="FF0000"/>
              </a:solidFill>
              <a:latin typeface="Arial"/>
              <a:ea typeface="Arial"/>
              <a:cs typeface="Arial"/>
              <a:sym typeface="Arial"/>
            </a:endParaRPr>
          </a:p>
          <a:p>
            <a:pPr marL="518160" lvl="1" indent="-227329" algn="just">
              <a:lnSpc>
                <a:spcPct val="139958"/>
              </a:lnSpc>
              <a:buSzPts val="1900"/>
              <a:buFont typeface="Arial"/>
              <a:buChar char="•"/>
            </a:pPr>
            <a:r>
              <a:rPr lang="en-US" sz="2000" i="0" u="none" strike="noStrike" cap="none" dirty="0">
                <a:solidFill>
                  <a:srgbClr val="FF0000"/>
                </a:solidFill>
                <a:latin typeface="Libre Baskerville"/>
                <a:ea typeface="Libre Baskerville"/>
                <a:cs typeface="Libre Baskerville"/>
                <a:sym typeface="Libre Baskerville"/>
              </a:rPr>
              <a:t>Lungs become more susceptible to infection,</a:t>
            </a:r>
            <a:r>
              <a:rPr lang="en-US" sz="2000" dirty="0">
                <a:solidFill>
                  <a:srgbClr val="FF0000"/>
                </a:solidFill>
                <a:ea typeface="Libre Baskerville"/>
              </a:rPr>
              <a:t> </a:t>
            </a:r>
            <a:r>
              <a:rPr lang="en-US" sz="2000" i="0" u="none" strike="noStrike" cap="none" dirty="0">
                <a:solidFill>
                  <a:srgbClr val="FF0000"/>
                </a:solidFill>
                <a:latin typeface="Libre Baskerville"/>
                <a:ea typeface="Libre Baskerville"/>
                <a:cs typeface="Libre Baskerville"/>
                <a:sym typeface="Libre Baskerville"/>
              </a:rPr>
              <a:t>aggravating lung diseases like</a:t>
            </a:r>
            <a:r>
              <a:rPr lang="en-US" sz="2000" dirty="0">
                <a:solidFill>
                  <a:srgbClr val="FFFFFF"/>
                </a:solidFill>
                <a:latin typeface="Libre Baskerville"/>
                <a:ea typeface="Libre Baskerville"/>
                <a:cs typeface="Libre Baskerville"/>
                <a:sym typeface="Libre Baskerville"/>
              </a:rPr>
              <a:t> euphotic zone </a:t>
            </a:r>
            <a:r>
              <a:rPr lang="en-US" sz="2000" i="0" u="none" strike="noStrike" cap="none" dirty="0">
                <a:solidFill>
                  <a:srgbClr val="FF0000"/>
                </a:solidFill>
                <a:latin typeface="Libre Baskerville"/>
                <a:ea typeface="Libre Baskerville"/>
                <a:cs typeface="Libre Baskerville"/>
                <a:sym typeface="Libre Baskerville"/>
              </a:rPr>
              <a:t>asthma, emphysema &amp; chronic bronchitis</a:t>
            </a:r>
            <a:endParaRPr sz="2000" i="0" u="none" strike="noStrike" cap="none" dirty="0">
              <a:solidFill>
                <a:srgbClr val="FF0000"/>
              </a:solidFill>
              <a:latin typeface="Arial"/>
              <a:ea typeface="Arial"/>
              <a:cs typeface="Arial"/>
              <a:sym typeface="Arial"/>
            </a:endParaRPr>
          </a:p>
          <a:p>
            <a:pPr marL="518160" marR="0" lvl="1" indent="-227329" algn="just" rtl="0">
              <a:lnSpc>
                <a:spcPct val="139958"/>
              </a:lnSpc>
              <a:spcBef>
                <a:spcPts val="0"/>
              </a:spcBef>
              <a:spcAft>
                <a:spcPts val="0"/>
              </a:spcAft>
              <a:buClr>
                <a:srgbClr val="000000"/>
              </a:buClr>
              <a:buSzPts val="1900"/>
              <a:buFont typeface="Arial"/>
              <a:buChar char="•"/>
            </a:pPr>
            <a:r>
              <a:rPr lang="en-US" sz="2000" i="0" u="none" strike="noStrike" cap="none" dirty="0">
                <a:solidFill>
                  <a:srgbClr val="FF0000"/>
                </a:solidFill>
                <a:latin typeface="Libre Baskerville"/>
                <a:ea typeface="Libre Baskerville"/>
                <a:cs typeface="Libre Baskerville"/>
                <a:sym typeface="Libre Baskerville"/>
              </a:rPr>
              <a:t>Increases frequency of asthma attacks Ozone causes airway muscles to constrict, trapping air in the alveoli- leading to</a:t>
            </a:r>
            <a:r>
              <a:rPr lang="en-US" sz="2000" dirty="0">
                <a:solidFill>
                  <a:srgbClr val="FF0000"/>
                </a:solidFill>
                <a:ea typeface="Libre Baskerville"/>
              </a:rPr>
              <a:t> </a:t>
            </a:r>
            <a:r>
              <a:rPr lang="en-US" sz="2000" i="0" u="none" strike="noStrike" cap="none" dirty="0">
                <a:solidFill>
                  <a:srgbClr val="FF0000"/>
                </a:solidFill>
                <a:latin typeface="Libre Baskerville"/>
                <a:ea typeface="Libre Baskerville"/>
                <a:cs typeface="Libre Baskerville"/>
                <a:sym typeface="Libre Baskerville"/>
              </a:rPr>
              <a:t>wheezing &amp; shortness of breath</a:t>
            </a:r>
            <a:endParaRPr sz="2000" i="0" u="none" strike="noStrike" cap="none" dirty="0">
              <a:solidFill>
                <a:srgbClr val="FF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3E3EF"/>
        </a:solidFill>
        <a:effectLst/>
      </p:bgPr>
    </p:bg>
    <p:spTree>
      <p:nvGrpSpPr>
        <p:cNvPr id="1" name="Shape 167"/>
        <p:cNvGrpSpPr/>
        <p:nvPr/>
      </p:nvGrpSpPr>
      <p:grpSpPr>
        <a:xfrm>
          <a:off x="0" y="0"/>
          <a:ext cx="0" cy="0"/>
          <a:chOff x="0" y="0"/>
          <a:chExt cx="0" cy="0"/>
        </a:xfrm>
      </p:grpSpPr>
      <p:pic>
        <p:nvPicPr>
          <p:cNvPr id="168" name="Google Shape;168;p8"/>
          <p:cNvPicPr preferRelativeResize="0"/>
          <p:nvPr/>
        </p:nvPicPr>
        <p:blipFill rotWithShape="1">
          <a:blip r:embed="rId3">
            <a:alphaModFix amt="57000"/>
          </a:blip>
          <a:srcRect t="10783" b="10781"/>
          <a:stretch/>
        </p:blipFill>
        <p:spPr>
          <a:xfrm>
            <a:off x="279400" y="-1091866"/>
            <a:ext cx="16814466" cy="12470732"/>
          </a:xfrm>
          <a:prstGeom prst="rect">
            <a:avLst/>
          </a:prstGeom>
          <a:noFill/>
          <a:ln>
            <a:noFill/>
          </a:ln>
        </p:spPr>
      </p:pic>
      <p:pic>
        <p:nvPicPr>
          <p:cNvPr id="169" name="Google Shape;169;p8"/>
          <p:cNvPicPr preferRelativeResize="0"/>
          <p:nvPr/>
        </p:nvPicPr>
        <p:blipFill rotWithShape="1">
          <a:blip r:embed="rId4">
            <a:alphaModFix amt="95000"/>
          </a:blip>
          <a:srcRect/>
          <a:stretch/>
        </p:blipFill>
        <p:spPr>
          <a:xfrm>
            <a:off x="6665495" y="4111470"/>
            <a:ext cx="5348037" cy="3719416"/>
          </a:xfrm>
          <a:prstGeom prst="rect">
            <a:avLst/>
          </a:prstGeom>
          <a:noFill/>
          <a:ln>
            <a:noFill/>
          </a:ln>
        </p:spPr>
      </p:pic>
      <p:grpSp>
        <p:nvGrpSpPr>
          <p:cNvPr id="170" name="Google Shape;170;p8"/>
          <p:cNvGrpSpPr/>
          <p:nvPr/>
        </p:nvGrpSpPr>
        <p:grpSpPr>
          <a:xfrm>
            <a:off x="727911" y="453980"/>
            <a:ext cx="16832183" cy="3194598"/>
            <a:chOff x="0" y="-28575"/>
            <a:chExt cx="4433167" cy="841375"/>
          </a:xfrm>
        </p:grpSpPr>
        <p:sp>
          <p:nvSpPr>
            <p:cNvPr id="171" name="Google Shape;171;p8"/>
            <p:cNvSpPr/>
            <p:nvPr/>
          </p:nvSpPr>
          <p:spPr>
            <a:xfrm>
              <a:off x="0" y="0"/>
              <a:ext cx="4433167" cy="430958"/>
            </a:xfrm>
            <a:custGeom>
              <a:avLst/>
              <a:gdLst/>
              <a:ahLst/>
              <a:cxnLst/>
              <a:rect l="l" t="t" r="r" b="b"/>
              <a:pathLst>
                <a:path w="4433167" h="430958" extrusionOk="0">
                  <a:moveTo>
                    <a:pt x="0" y="0"/>
                  </a:moveTo>
                  <a:lnTo>
                    <a:pt x="4433167" y="0"/>
                  </a:lnTo>
                  <a:lnTo>
                    <a:pt x="4433167" y="430958"/>
                  </a:lnTo>
                  <a:lnTo>
                    <a:pt x="0" y="430958"/>
                  </a:lnTo>
                  <a:close/>
                </a:path>
              </a:pathLst>
            </a:custGeom>
            <a:solidFill>
              <a:srgbClr val="91CCE0">
                <a:alpha val="47843"/>
              </a:srgbClr>
            </a:solidFill>
            <a:ln>
              <a:noFill/>
            </a:ln>
          </p:spPr>
          <p:txBody>
            <a:bodyPr/>
            <a:lstStyle/>
            <a:p>
              <a:endParaRPr lang="en-US"/>
            </a:p>
          </p:txBody>
        </p:sp>
        <p:sp>
          <p:nvSpPr>
            <p:cNvPr id="172" name="Google Shape;172;p8"/>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73" name="Google Shape;173;p8"/>
          <p:cNvGrpSpPr/>
          <p:nvPr/>
        </p:nvGrpSpPr>
        <p:grpSpPr>
          <a:xfrm>
            <a:off x="6486145" y="3727291"/>
            <a:ext cx="11624056" cy="6044850"/>
            <a:chOff x="265536" y="-38100"/>
            <a:chExt cx="14430449" cy="7671816"/>
          </a:xfrm>
        </p:grpSpPr>
        <p:sp>
          <p:nvSpPr>
            <p:cNvPr id="174" name="Google Shape;174;p8"/>
            <p:cNvSpPr txBox="1"/>
            <p:nvPr/>
          </p:nvSpPr>
          <p:spPr>
            <a:xfrm>
              <a:off x="1790821" y="1982977"/>
              <a:ext cx="3789182" cy="124666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dirty="0">
                  <a:solidFill>
                    <a:srgbClr val="140E3D"/>
                  </a:solidFill>
                  <a:latin typeface="Libre Baskerville"/>
                  <a:ea typeface="Libre Baskerville"/>
                  <a:cs typeface="Libre Baskerville"/>
                  <a:sym typeface="Libre Baskerville"/>
                </a:rPr>
                <a:t>Solvent Cleaning products</a:t>
              </a:r>
              <a:endParaRPr sz="1400" b="0" i="0" u="none" strike="noStrike" cap="none" dirty="0">
                <a:solidFill>
                  <a:srgbClr val="000000"/>
                </a:solidFill>
                <a:latin typeface="Arial"/>
                <a:ea typeface="Arial"/>
                <a:cs typeface="Arial"/>
                <a:sym typeface="Arial"/>
              </a:endParaRPr>
            </a:p>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dirty="0">
                  <a:solidFill>
                    <a:srgbClr val="140E3D"/>
                  </a:solidFill>
                  <a:latin typeface="Libre Baskerville"/>
                  <a:ea typeface="Libre Baskerville"/>
                  <a:cs typeface="Libre Baskerville"/>
                  <a:sym typeface="Libre Baskerville"/>
                </a:rPr>
                <a:t>36.1%</a:t>
              </a:r>
              <a:endParaRPr sz="1400" b="0" i="0" u="none" strike="noStrike" cap="none" dirty="0">
                <a:solidFill>
                  <a:srgbClr val="000000"/>
                </a:solidFill>
                <a:latin typeface="Arial"/>
                <a:ea typeface="Arial"/>
                <a:cs typeface="Arial"/>
                <a:sym typeface="Arial"/>
              </a:endParaRPr>
            </a:p>
          </p:txBody>
        </p:sp>
        <p:sp>
          <p:nvSpPr>
            <p:cNvPr id="175" name="Google Shape;175;p8"/>
            <p:cNvSpPr txBox="1"/>
            <p:nvPr/>
          </p:nvSpPr>
          <p:spPr>
            <a:xfrm>
              <a:off x="10965292" y="5962651"/>
              <a:ext cx="3730693" cy="9903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a:solidFill>
                    <a:srgbClr val="140E3D"/>
                  </a:solidFill>
                  <a:latin typeface="Libre Baskerville"/>
                  <a:ea typeface="Libre Baskerville"/>
                  <a:cs typeface="Libre Baskerville"/>
                  <a:sym typeface="Libre Baskerville"/>
                </a:rPr>
                <a:t>Refrigeration &amp; AC</a:t>
              </a:r>
              <a:endParaRPr sz="1400" b="0" i="0" u="none" strike="noStrike" cap="none">
                <a:solidFill>
                  <a:srgbClr val="000000"/>
                </a:solidFill>
                <a:latin typeface="Arial"/>
                <a:ea typeface="Arial"/>
                <a:cs typeface="Arial"/>
                <a:sym typeface="Arial"/>
              </a:endParaRPr>
            </a:p>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a:solidFill>
                    <a:srgbClr val="140E3D"/>
                  </a:solidFill>
                  <a:latin typeface="Libre Baskerville"/>
                  <a:ea typeface="Libre Baskerville"/>
                  <a:cs typeface="Libre Baskerville"/>
                  <a:sym typeface="Libre Baskerville"/>
                </a:rPr>
                <a:t>29.6%</a:t>
              </a:r>
              <a:endParaRPr sz="1400" b="0" i="0" u="none" strike="noStrike" cap="none">
                <a:solidFill>
                  <a:srgbClr val="000000"/>
                </a:solidFill>
                <a:latin typeface="Arial"/>
                <a:ea typeface="Arial"/>
                <a:cs typeface="Arial"/>
                <a:sym typeface="Arial"/>
              </a:endParaRPr>
            </a:p>
          </p:txBody>
        </p:sp>
        <p:sp>
          <p:nvSpPr>
            <p:cNvPr id="176" name="Google Shape;176;p8"/>
            <p:cNvSpPr txBox="1"/>
            <p:nvPr/>
          </p:nvSpPr>
          <p:spPr>
            <a:xfrm>
              <a:off x="11286900" y="1420408"/>
              <a:ext cx="2926486" cy="9903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a:solidFill>
                    <a:srgbClr val="140E3D"/>
                  </a:solidFill>
                  <a:latin typeface="Libre Baskerville"/>
                  <a:ea typeface="Libre Baskerville"/>
                  <a:cs typeface="Libre Baskerville"/>
                  <a:sym typeface="Libre Baskerville"/>
                </a:rPr>
                <a:t>Foam products</a:t>
              </a:r>
              <a:endParaRPr sz="1400" b="0" i="0" u="none" strike="noStrike" cap="none">
                <a:solidFill>
                  <a:srgbClr val="000000"/>
                </a:solidFill>
                <a:latin typeface="Arial"/>
                <a:ea typeface="Arial"/>
                <a:cs typeface="Arial"/>
                <a:sym typeface="Arial"/>
              </a:endParaRPr>
            </a:p>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a:solidFill>
                    <a:srgbClr val="140E3D"/>
                  </a:solidFill>
                  <a:latin typeface="Libre Baskerville"/>
                  <a:ea typeface="Libre Baskerville"/>
                  <a:cs typeface="Libre Baskerville"/>
                  <a:sym typeface="Libre Baskerville"/>
                </a:rPr>
                <a:t>14.3%</a:t>
              </a:r>
              <a:endParaRPr sz="1400" b="0" i="0" u="none" strike="noStrike" cap="none">
                <a:solidFill>
                  <a:srgbClr val="000000"/>
                </a:solidFill>
                <a:latin typeface="Arial"/>
                <a:ea typeface="Arial"/>
                <a:cs typeface="Arial"/>
                <a:sym typeface="Arial"/>
              </a:endParaRPr>
            </a:p>
          </p:txBody>
        </p:sp>
        <p:sp>
          <p:nvSpPr>
            <p:cNvPr id="177" name="Google Shape;177;p8"/>
            <p:cNvSpPr txBox="1"/>
            <p:nvPr/>
          </p:nvSpPr>
          <p:spPr>
            <a:xfrm>
              <a:off x="265536" y="6643326"/>
              <a:ext cx="6402142" cy="99039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dirty="0">
                  <a:solidFill>
                    <a:srgbClr val="140E3D"/>
                  </a:solidFill>
                  <a:latin typeface="Libre Baskerville"/>
                  <a:ea typeface="Libre Baskerville"/>
                  <a:cs typeface="Libre Baskerville"/>
                  <a:sym typeface="Libre Baskerville"/>
                </a:rPr>
                <a:t>Other products including Halons</a:t>
              </a:r>
              <a:endParaRPr sz="1400" b="0" i="0" u="none" strike="noStrike" cap="none" dirty="0">
                <a:solidFill>
                  <a:srgbClr val="000000"/>
                </a:solidFill>
                <a:latin typeface="Arial"/>
                <a:ea typeface="Arial"/>
                <a:cs typeface="Arial"/>
                <a:sym typeface="Arial"/>
              </a:endParaRPr>
            </a:p>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dirty="0">
                  <a:solidFill>
                    <a:srgbClr val="140E3D"/>
                  </a:solidFill>
                  <a:latin typeface="Libre Baskerville"/>
                  <a:ea typeface="Libre Baskerville"/>
                  <a:cs typeface="Libre Baskerville"/>
                  <a:sym typeface="Libre Baskerville"/>
                </a:rPr>
                <a:t>12%</a:t>
              </a:r>
              <a:endParaRPr sz="1400" b="0" i="0" u="none" strike="noStrike" cap="none" dirty="0">
                <a:solidFill>
                  <a:srgbClr val="000000"/>
                </a:solidFill>
                <a:latin typeface="Arial"/>
                <a:ea typeface="Arial"/>
                <a:cs typeface="Arial"/>
                <a:sym typeface="Arial"/>
              </a:endParaRPr>
            </a:p>
          </p:txBody>
        </p:sp>
        <p:sp>
          <p:nvSpPr>
            <p:cNvPr id="178" name="Google Shape;178;p8"/>
            <p:cNvSpPr txBox="1"/>
            <p:nvPr/>
          </p:nvSpPr>
          <p:spPr>
            <a:xfrm>
              <a:off x="7064241" y="-38100"/>
              <a:ext cx="2694089" cy="124666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dirty="0">
                  <a:solidFill>
                    <a:srgbClr val="140E3D"/>
                  </a:solidFill>
                  <a:latin typeface="Libre Baskerville"/>
                  <a:ea typeface="Libre Baskerville"/>
                  <a:cs typeface="Libre Baskerville"/>
                  <a:sym typeface="Libre Baskerville"/>
                </a:rPr>
                <a:t>Aerosols</a:t>
              </a:r>
              <a:endParaRPr sz="1400" b="0" i="0" u="none" strike="noStrike" cap="none" dirty="0">
                <a:solidFill>
                  <a:srgbClr val="000000"/>
                </a:solidFill>
                <a:latin typeface="Arial"/>
                <a:ea typeface="Arial"/>
                <a:cs typeface="Arial"/>
                <a:sym typeface="Arial"/>
              </a:endParaRPr>
            </a:p>
            <a:p>
              <a:pPr marL="0" marR="0" lvl="0" indent="0" algn="ctr" rtl="0">
                <a:lnSpc>
                  <a:spcPct val="140000"/>
                </a:lnSpc>
                <a:spcBef>
                  <a:spcPts val="0"/>
                </a:spcBef>
                <a:spcAft>
                  <a:spcPts val="0"/>
                </a:spcAft>
                <a:buClr>
                  <a:srgbClr val="000000"/>
                </a:buClr>
                <a:buSzPts val="2170"/>
                <a:buFont typeface="Arial"/>
                <a:buNone/>
              </a:pPr>
              <a:r>
                <a:rPr lang="en-US" sz="2170" b="1" i="0" u="none" strike="noStrike" cap="none" dirty="0">
                  <a:solidFill>
                    <a:srgbClr val="140E3D"/>
                  </a:solidFill>
                  <a:latin typeface="Libre Baskerville"/>
                  <a:ea typeface="Libre Baskerville"/>
                  <a:cs typeface="Libre Baskerville"/>
                  <a:sym typeface="Libre Baskerville"/>
                </a:rPr>
                <a:t>5%</a:t>
              </a:r>
              <a:endParaRPr sz="1400" b="0" i="0" u="none" strike="noStrike" cap="none" dirty="0">
                <a:solidFill>
                  <a:srgbClr val="000000"/>
                </a:solidFill>
                <a:latin typeface="Arial"/>
                <a:ea typeface="Arial"/>
                <a:cs typeface="Arial"/>
                <a:sym typeface="Arial"/>
              </a:endParaRPr>
            </a:p>
          </p:txBody>
        </p:sp>
        <p:grpSp>
          <p:nvGrpSpPr>
            <p:cNvPr id="179" name="Google Shape;179;p8"/>
            <p:cNvGrpSpPr/>
            <p:nvPr/>
          </p:nvGrpSpPr>
          <p:grpSpPr>
            <a:xfrm>
              <a:off x="5367141" y="1203737"/>
              <a:ext cx="5925367" cy="5727444"/>
              <a:chOff x="-89495" y="0"/>
              <a:chExt cx="2680841" cy="2591294"/>
            </a:xfrm>
          </p:grpSpPr>
          <p:sp>
            <p:nvSpPr>
              <p:cNvPr id="180" name="Google Shape;180;p8"/>
              <p:cNvSpPr/>
              <p:nvPr/>
            </p:nvSpPr>
            <p:spPr>
              <a:xfrm>
                <a:off x="1270000" y="0"/>
                <a:ext cx="452328" cy="676641"/>
              </a:xfrm>
              <a:custGeom>
                <a:avLst/>
                <a:gdLst/>
                <a:ahLst/>
                <a:cxnLst/>
                <a:rect l="l" t="t" r="r" b="b"/>
                <a:pathLst>
                  <a:path w="452328" h="676641" extrusionOk="0">
                    <a:moveTo>
                      <a:pt x="0" y="0"/>
                    </a:moveTo>
                    <a:cubicBezTo>
                      <a:pt x="154588" y="0"/>
                      <a:pt x="307877" y="28223"/>
                      <a:pt x="452328" y="83282"/>
                    </a:cubicBezTo>
                    <a:lnTo>
                      <a:pt x="226164" y="676641"/>
                    </a:lnTo>
                    <a:cubicBezTo>
                      <a:pt x="153939" y="649112"/>
                      <a:pt x="77294" y="635000"/>
                      <a:pt x="0" y="635000"/>
                    </a:cubicBezTo>
                    <a:close/>
                  </a:path>
                </a:pathLst>
              </a:custGeom>
              <a:solidFill>
                <a:srgbClr val="6CE5E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8"/>
              <p:cNvSpPr/>
              <p:nvPr/>
            </p:nvSpPr>
            <p:spPr>
              <a:xfrm>
                <a:off x="1466226" y="62158"/>
                <a:ext cx="470459" cy="667372"/>
              </a:xfrm>
              <a:custGeom>
                <a:avLst/>
                <a:gdLst/>
                <a:ahLst/>
                <a:cxnLst/>
                <a:rect l="l" t="t" r="r" b="b"/>
                <a:pathLst>
                  <a:path w="470459" h="667372" extrusionOk="0">
                    <a:moveTo>
                      <a:pt x="196226" y="0"/>
                    </a:moveTo>
                    <a:cubicBezTo>
                      <a:pt x="292361" y="31237"/>
                      <a:pt x="384424" y="73839"/>
                      <a:pt x="470459" y="126902"/>
                    </a:cubicBezTo>
                    <a:lnTo>
                      <a:pt x="137116" y="667372"/>
                    </a:lnTo>
                    <a:cubicBezTo>
                      <a:pt x="94099" y="640840"/>
                      <a:pt x="48068" y="619539"/>
                      <a:pt x="0" y="603921"/>
                    </a:cubicBezTo>
                    <a:close/>
                  </a:path>
                </a:pathLst>
              </a:custGeom>
              <a:solidFill>
                <a:srgbClr val="41B8D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8"/>
              <p:cNvSpPr/>
              <p:nvPr/>
            </p:nvSpPr>
            <p:spPr>
              <a:xfrm>
                <a:off x="1575914" y="157091"/>
                <a:ext cx="955007" cy="1037115"/>
              </a:xfrm>
              <a:custGeom>
                <a:avLst/>
                <a:gdLst/>
                <a:ahLst/>
                <a:cxnLst/>
                <a:rect l="l" t="t" r="r" b="b"/>
                <a:pathLst>
                  <a:path w="955007" h="1037115" extrusionOk="0">
                    <a:moveTo>
                      <a:pt x="305913" y="0"/>
                    </a:moveTo>
                    <a:cubicBezTo>
                      <a:pt x="664523" y="197147"/>
                      <a:pt x="906161" y="555018"/>
                      <a:pt x="955007" y="961321"/>
                    </a:cubicBezTo>
                    <a:lnTo>
                      <a:pt x="324546" y="1037115"/>
                    </a:lnTo>
                    <a:cubicBezTo>
                      <a:pt x="300123" y="833963"/>
                      <a:pt x="179304" y="655028"/>
                      <a:pt x="0" y="556454"/>
                    </a:cubicBezTo>
                    <a:close/>
                  </a:path>
                </a:pathLst>
              </a:custGeom>
              <a:solidFill>
                <a:srgbClr val="2D8BB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8"/>
              <p:cNvSpPr/>
              <p:nvPr/>
            </p:nvSpPr>
            <p:spPr>
              <a:xfrm>
                <a:off x="1055914" y="1055581"/>
                <a:ext cx="1535432" cy="1535713"/>
              </a:xfrm>
              <a:custGeom>
                <a:avLst/>
                <a:gdLst/>
                <a:ahLst/>
                <a:cxnLst/>
                <a:rect l="l" t="t" r="r" b="b"/>
                <a:pathLst>
                  <a:path w="1535432" h="1535713" extrusionOk="0">
                    <a:moveTo>
                      <a:pt x="1465855" y="0"/>
                    </a:moveTo>
                    <a:cubicBezTo>
                      <a:pt x="1535432" y="406189"/>
                      <a:pt x="1403594" y="820885"/>
                      <a:pt x="1112231" y="1112325"/>
                    </a:cubicBezTo>
                    <a:cubicBezTo>
                      <a:pt x="820868" y="1403766"/>
                      <a:pt x="406207" y="1535714"/>
                      <a:pt x="0" y="1466245"/>
                    </a:cubicBezTo>
                    <a:lnTo>
                      <a:pt x="107043" y="840332"/>
                    </a:lnTo>
                    <a:cubicBezTo>
                      <a:pt x="310146" y="875066"/>
                      <a:pt x="517477" y="809092"/>
                      <a:pt x="663158" y="663372"/>
                    </a:cubicBezTo>
                    <a:cubicBezTo>
                      <a:pt x="808840" y="517652"/>
                      <a:pt x="874759" y="310304"/>
                      <a:pt x="839970" y="107210"/>
                    </a:cubicBezTo>
                    <a:close/>
                  </a:path>
                </a:pathLst>
              </a:custGeom>
              <a:solidFill>
                <a:srgbClr val="2F5F9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8"/>
              <p:cNvSpPr/>
              <p:nvPr/>
            </p:nvSpPr>
            <p:spPr>
              <a:xfrm>
                <a:off x="257004" y="1652995"/>
                <a:ext cx="937369" cy="877966"/>
              </a:xfrm>
              <a:custGeom>
                <a:avLst/>
                <a:gdLst/>
                <a:ahLst/>
                <a:cxnLst/>
                <a:rect l="l" t="t" r="r" b="b"/>
                <a:pathLst>
                  <a:path w="937369" h="877966" extrusionOk="0">
                    <a:moveTo>
                      <a:pt x="861743" y="877966"/>
                    </a:moveTo>
                    <a:cubicBezTo>
                      <a:pt x="519187" y="836876"/>
                      <a:pt x="208091" y="658187"/>
                      <a:pt x="0" y="382994"/>
                    </a:cubicBezTo>
                    <a:lnTo>
                      <a:pt x="506498" y="0"/>
                    </a:lnTo>
                    <a:cubicBezTo>
                      <a:pt x="610543" y="137596"/>
                      <a:pt x="766092" y="226941"/>
                      <a:pt x="937369" y="247486"/>
                    </a:cubicBezTo>
                    <a:close/>
                  </a:path>
                </a:pathLst>
              </a:custGeom>
              <a:solidFill>
                <a:srgbClr val="31356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8"/>
              <p:cNvSpPr/>
              <p:nvPr/>
            </p:nvSpPr>
            <p:spPr>
              <a:xfrm>
                <a:off x="-89495" y="0"/>
                <a:ext cx="1359431" cy="2085661"/>
              </a:xfrm>
              <a:custGeom>
                <a:avLst/>
                <a:gdLst/>
                <a:ahLst/>
                <a:cxnLst/>
                <a:rect l="l" t="t" r="r" b="b"/>
                <a:pathLst>
                  <a:path w="1359431" h="2085661" extrusionOk="0">
                    <a:moveTo>
                      <a:pt x="386049" y="2085661"/>
                    </a:moveTo>
                    <a:cubicBezTo>
                      <a:pt x="69175" y="1707490"/>
                      <a:pt x="0" y="1180021"/>
                      <a:pt x="208645" y="732931"/>
                    </a:cubicBezTo>
                    <a:cubicBezTo>
                      <a:pt x="417289" y="285840"/>
                      <a:pt x="865990" y="49"/>
                      <a:pt x="1359368" y="0"/>
                    </a:cubicBezTo>
                    <a:lnTo>
                      <a:pt x="1359432" y="635000"/>
                    </a:lnTo>
                    <a:cubicBezTo>
                      <a:pt x="1112742" y="635025"/>
                      <a:pt x="888392" y="777920"/>
                      <a:pt x="784070" y="1001465"/>
                    </a:cubicBezTo>
                    <a:cubicBezTo>
                      <a:pt x="679748" y="1225010"/>
                      <a:pt x="714335" y="1488745"/>
                      <a:pt x="872772" y="1677831"/>
                    </a:cubicBezTo>
                    <a:close/>
                  </a:path>
                </a:pathLst>
              </a:custGeom>
              <a:solidFill>
                <a:srgbClr val="704E8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8"/>
              <p:cNvSpPr/>
              <p:nvPr/>
            </p:nvSpPr>
            <p:spPr>
              <a:xfrm>
                <a:off x="1270000" y="0"/>
                <a:ext cx="127" cy="635000"/>
              </a:xfrm>
              <a:custGeom>
                <a:avLst/>
                <a:gdLst/>
                <a:ahLst/>
                <a:cxnLst/>
                <a:rect l="l" t="t" r="r" b="b"/>
                <a:pathLst>
                  <a:path w="127" h="635000" extrusionOk="0">
                    <a:moveTo>
                      <a:pt x="0" y="0"/>
                    </a:moveTo>
                    <a:cubicBezTo>
                      <a:pt x="42" y="0"/>
                      <a:pt x="85" y="0"/>
                      <a:pt x="127" y="0"/>
                    </a:cubicBezTo>
                    <a:lnTo>
                      <a:pt x="63" y="635000"/>
                    </a:lnTo>
                    <a:cubicBezTo>
                      <a:pt x="42" y="635000"/>
                      <a:pt x="21" y="635000"/>
                      <a:pt x="0" y="635000"/>
                    </a:cubicBezTo>
                    <a:close/>
                  </a:path>
                </a:pathLst>
              </a:custGeom>
              <a:solidFill>
                <a:srgbClr val="A66C9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87" name="Google Shape;187;p8"/>
          <p:cNvGrpSpPr/>
          <p:nvPr/>
        </p:nvGrpSpPr>
        <p:grpSpPr>
          <a:xfrm>
            <a:off x="878305" y="3565644"/>
            <a:ext cx="5336221" cy="5865840"/>
            <a:chOff x="0" y="-28575"/>
            <a:chExt cx="1405424" cy="1349368"/>
          </a:xfrm>
        </p:grpSpPr>
        <p:sp>
          <p:nvSpPr>
            <p:cNvPr id="188" name="Google Shape;188;p8"/>
            <p:cNvSpPr/>
            <p:nvPr/>
          </p:nvSpPr>
          <p:spPr>
            <a:xfrm>
              <a:off x="0" y="0"/>
              <a:ext cx="1405424" cy="1320793"/>
            </a:xfrm>
            <a:custGeom>
              <a:avLst/>
              <a:gdLst/>
              <a:ahLst/>
              <a:cxnLst/>
              <a:rect l="l" t="t" r="r" b="b"/>
              <a:pathLst>
                <a:path w="1405424" h="1320793" extrusionOk="0">
                  <a:moveTo>
                    <a:pt x="0" y="0"/>
                  </a:moveTo>
                  <a:lnTo>
                    <a:pt x="1405424" y="0"/>
                  </a:lnTo>
                  <a:lnTo>
                    <a:pt x="1405424" y="1320793"/>
                  </a:lnTo>
                  <a:lnTo>
                    <a:pt x="0" y="1320793"/>
                  </a:lnTo>
                  <a:close/>
                </a:path>
              </a:pathLst>
            </a:custGeom>
            <a:solidFill>
              <a:srgbClr val="E81803">
                <a:alpha val="60000"/>
              </a:srgbClr>
            </a:solidFill>
            <a:ln>
              <a:noFill/>
            </a:ln>
          </p:spPr>
          <p:txBody>
            <a:bodyPr/>
            <a:lstStyle/>
            <a:p>
              <a:endParaRPr lang="en-US"/>
            </a:p>
          </p:txBody>
        </p:sp>
        <p:sp>
          <p:nvSpPr>
            <p:cNvPr id="189" name="Google Shape;189;p8"/>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190" name="Google Shape;190;p8"/>
          <p:cNvPicPr preferRelativeResize="0"/>
          <p:nvPr/>
        </p:nvPicPr>
        <p:blipFill rotWithShape="1">
          <a:blip r:embed="rId5">
            <a:alphaModFix/>
          </a:blip>
          <a:srcRect/>
          <a:stretch/>
        </p:blipFill>
        <p:spPr>
          <a:xfrm>
            <a:off x="12311804" y="6228693"/>
            <a:ext cx="1306163" cy="1450926"/>
          </a:xfrm>
          <a:prstGeom prst="rect">
            <a:avLst/>
          </a:prstGeom>
          <a:noFill/>
          <a:ln>
            <a:noFill/>
          </a:ln>
        </p:spPr>
      </p:pic>
      <p:sp>
        <p:nvSpPr>
          <p:cNvPr id="191" name="Google Shape;191;p8"/>
          <p:cNvSpPr txBox="1"/>
          <p:nvPr/>
        </p:nvSpPr>
        <p:spPr>
          <a:xfrm>
            <a:off x="727906" y="2142745"/>
            <a:ext cx="16832183" cy="1098378"/>
          </a:xfrm>
          <a:prstGeom prst="rect">
            <a:avLst/>
          </a:prstGeom>
          <a:noFill/>
          <a:ln>
            <a:noFill/>
          </a:ln>
        </p:spPr>
        <p:txBody>
          <a:bodyPr spcFirstLastPara="1" wrap="square" lIns="0" tIns="0" rIns="0" bIns="0" anchor="t" anchorCtr="0">
            <a:spAutoFit/>
          </a:bodyPr>
          <a:lstStyle/>
          <a:p>
            <a:pPr marL="0" marR="0" lvl="0" indent="0" algn="ctr" rtl="0">
              <a:lnSpc>
                <a:spcPct val="140015"/>
              </a:lnSpc>
              <a:spcBef>
                <a:spcPts val="0"/>
              </a:spcBef>
              <a:spcAft>
                <a:spcPts val="0"/>
              </a:spcAft>
              <a:buClr>
                <a:srgbClr val="000000"/>
              </a:buClr>
              <a:buSzPts val="2549"/>
              <a:buFont typeface="Arial"/>
              <a:buNone/>
            </a:pPr>
            <a:r>
              <a:rPr lang="en-US" sz="2549" i="0" u="none" strike="noStrike" cap="none" dirty="0">
                <a:solidFill>
                  <a:srgbClr val="000000"/>
                </a:solidFill>
                <a:latin typeface="Libre Baskerville"/>
                <a:ea typeface="Libre Baskerville"/>
                <a:cs typeface="Libre Baskerville"/>
                <a:sym typeface="Libre Baskerville"/>
              </a:rPr>
              <a:t>Human Civilization’s Growth has always prioritized comfort over environmental balance:  this self-centered attitude can threaten future generations and the survival of other species.</a:t>
            </a:r>
            <a:endParaRPr sz="1400" i="0" u="none" strike="noStrike" cap="none" dirty="0">
              <a:solidFill>
                <a:srgbClr val="000000"/>
              </a:solidFill>
              <a:latin typeface="Arial"/>
              <a:ea typeface="Arial"/>
              <a:cs typeface="Arial"/>
              <a:sym typeface="Arial"/>
            </a:endParaRPr>
          </a:p>
        </p:txBody>
      </p:sp>
      <p:sp>
        <p:nvSpPr>
          <p:cNvPr id="192" name="Google Shape;192;p8"/>
          <p:cNvSpPr txBox="1"/>
          <p:nvPr/>
        </p:nvSpPr>
        <p:spPr>
          <a:xfrm>
            <a:off x="878305" y="952500"/>
            <a:ext cx="16531389" cy="70407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4155"/>
              <a:buFont typeface="Arial"/>
              <a:buNone/>
            </a:pPr>
            <a:r>
              <a:rPr lang="en-US" sz="4155" b="1" i="0" u="none" strike="noStrike" cap="none">
                <a:solidFill>
                  <a:srgbClr val="FFFFFF"/>
                </a:solidFill>
                <a:latin typeface="Libre Baskerville"/>
                <a:ea typeface="Libre Baskerville"/>
                <a:cs typeface="Libre Baskerville"/>
                <a:sym typeface="Libre Baskerville"/>
              </a:rPr>
              <a:t>HUMAN-ACTIONS BEHIND </a:t>
            </a:r>
            <a:r>
              <a:rPr lang="en-US" sz="4155" b="1" i="0" u="none" strike="noStrike" cap="none">
                <a:solidFill>
                  <a:srgbClr val="E81803"/>
                </a:solidFill>
                <a:latin typeface="Libre Baskerville"/>
                <a:ea typeface="Libre Baskerville"/>
                <a:cs typeface="Libre Baskerville"/>
                <a:sym typeface="Libre Baskerville"/>
              </a:rPr>
              <a:t>OZONE-LAYER CHANGES</a:t>
            </a:r>
            <a:endParaRPr sz="1400" b="0" i="0" u="none" strike="noStrike" cap="none">
              <a:solidFill>
                <a:srgbClr val="000000"/>
              </a:solidFill>
              <a:latin typeface="Arial"/>
              <a:ea typeface="Arial"/>
              <a:cs typeface="Arial"/>
              <a:sym typeface="Arial"/>
            </a:endParaRPr>
          </a:p>
        </p:txBody>
      </p:sp>
      <p:sp>
        <p:nvSpPr>
          <p:cNvPr id="193" name="Google Shape;193;p8"/>
          <p:cNvSpPr txBox="1"/>
          <p:nvPr/>
        </p:nvSpPr>
        <p:spPr>
          <a:xfrm>
            <a:off x="1028700" y="1765475"/>
            <a:ext cx="9468612" cy="387798"/>
          </a:xfrm>
          <a:prstGeom prst="rect">
            <a:avLst/>
          </a:prstGeom>
          <a:noFill/>
          <a:ln>
            <a:noFill/>
          </a:ln>
        </p:spPr>
        <p:txBody>
          <a:bodyPr spcFirstLastPara="1" wrap="square" lIns="0" tIns="0" rIns="0" bIns="0" anchor="t" anchorCtr="0">
            <a:spAutoFit/>
          </a:bodyPr>
          <a:lstStyle/>
          <a:p>
            <a:pPr marL="0" marR="0" lvl="0" indent="0" algn="l" rtl="0">
              <a:lnSpc>
                <a:spcPct val="140027"/>
              </a:lnSpc>
              <a:spcBef>
                <a:spcPts val="0"/>
              </a:spcBef>
              <a:spcAft>
                <a:spcPts val="0"/>
              </a:spcAft>
              <a:buClr>
                <a:srgbClr val="000000"/>
              </a:buClr>
              <a:buSzPts val="1429"/>
              <a:buFont typeface="Arial"/>
              <a:buNone/>
            </a:pPr>
            <a:r>
              <a:rPr lang="en-US" sz="1800" b="0" i="0" u="none" strike="noStrike" cap="none" dirty="0">
                <a:solidFill>
                  <a:srgbClr val="1D04EB"/>
                </a:solidFill>
                <a:latin typeface="Libre Baskerville"/>
                <a:ea typeface="Libre Baskerville"/>
                <a:cs typeface="Libre Baskerville"/>
                <a:sym typeface="Libre Baskerville"/>
              </a:rPr>
              <a:t>ANTHROPOGENIC  OZONE-LAYER CHANGES</a:t>
            </a:r>
            <a:endParaRPr sz="1800" b="0" i="0" u="none" strike="noStrike" cap="none" dirty="0">
              <a:solidFill>
                <a:srgbClr val="000000"/>
              </a:solidFill>
              <a:latin typeface="Arial"/>
              <a:ea typeface="Arial"/>
              <a:cs typeface="Arial"/>
              <a:sym typeface="Arial"/>
            </a:endParaRPr>
          </a:p>
        </p:txBody>
      </p:sp>
      <p:sp>
        <p:nvSpPr>
          <p:cNvPr id="194" name="Google Shape;194;p8"/>
          <p:cNvSpPr txBox="1"/>
          <p:nvPr/>
        </p:nvSpPr>
        <p:spPr>
          <a:xfrm>
            <a:off x="878191" y="3947682"/>
            <a:ext cx="5267133" cy="4167103"/>
          </a:xfrm>
          <a:prstGeom prst="rect">
            <a:avLst/>
          </a:prstGeom>
          <a:noFill/>
          <a:ln>
            <a:noFill/>
          </a:ln>
        </p:spPr>
        <p:txBody>
          <a:bodyPr spcFirstLastPara="1" wrap="square" lIns="0" tIns="0" rIns="0" bIns="0" anchor="t" anchorCtr="0">
            <a:spAutoFit/>
          </a:bodyPr>
          <a:lstStyle/>
          <a:p>
            <a:pPr marL="0" marR="0" lvl="0" indent="0" algn="just" rtl="0">
              <a:lnSpc>
                <a:spcPct val="140016"/>
              </a:lnSpc>
              <a:spcBef>
                <a:spcPts val="0"/>
              </a:spcBef>
              <a:spcAft>
                <a:spcPts val="0"/>
              </a:spcAft>
              <a:buClr>
                <a:srgbClr val="000000"/>
              </a:buClr>
              <a:buSzPts val="2149"/>
              <a:buFont typeface="Arial"/>
              <a:buNone/>
            </a:pPr>
            <a:r>
              <a:rPr lang="en-US" sz="2149" i="0" u="none" strike="noStrike" cap="none" dirty="0">
                <a:solidFill>
                  <a:srgbClr val="000000"/>
                </a:solidFill>
                <a:latin typeface="Libre Baskerville"/>
                <a:ea typeface="Libre Baskerville"/>
                <a:cs typeface="Libre Baskerville"/>
                <a:sym typeface="Libre Baskerville"/>
              </a:rPr>
              <a:t>Different Industrial Emissions, household use of refrigerators producing </a:t>
            </a:r>
            <a:r>
              <a:rPr lang="en-US" sz="2149" i="0" u="none" strike="noStrike" cap="none" dirty="0">
                <a:solidFill>
                  <a:srgbClr val="FFFFFF"/>
                </a:solidFill>
                <a:latin typeface="Libre Baskerville"/>
                <a:ea typeface="Libre Baskerville"/>
                <a:cs typeface="Libre Baskerville"/>
                <a:sym typeface="Libre Baskerville"/>
              </a:rPr>
              <a:t>CFCs</a:t>
            </a:r>
            <a:r>
              <a:rPr lang="en-US" sz="2149" i="0" u="none" strike="noStrike" cap="none" dirty="0">
                <a:solidFill>
                  <a:srgbClr val="000000"/>
                </a:solidFill>
                <a:latin typeface="Libre Baskerville"/>
                <a:ea typeface="Libre Baskerville"/>
                <a:cs typeface="Libre Baskerville"/>
                <a:sym typeface="Libre Baskerville"/>
              </a:rPr>
              <a:t>, and automobile engines generating harmful greenhouse gases </a:t>
            </a:r>
            <a:r>
              <a:rPr lang="en-US" sz="2149" i="0" u="none" strike="noStrike" cap="none" dirty="0">
                <a:solidFill>
                  <a:srgbClr val="FFFFFF"/>
                </a:solidFill>
                <a:latin typeface="Libre Baskerville"/>
                <a:ea typeface="Libre Baskerville"/>
                <a:cs typeface="Libre Baskerville"/>
                <a:sym typeface="Libre Baskerville"/>
              </a:rPr>
              <a:t>(CFCs &amp; HCFCs)</a:t>
            </a:r>
            <a:r>
              <a:rPr lang="en-US" sz="2149" i="0" u="none" strike="noStrike" cap="none" dirty="0">
                <a:solidFill>
                  <a:srgbClr val="000000"/>
                </a:solidFill>
                <a:latin typeface="Libre Baskerville"/>
                <a:ea typeface="Libre Baskerville"/>
                <a:cs typeface="Libre Baskerville"/>
                <a:sym typeface="Libre Baskerville"/>
              </a:rPr>
              <a:t> that form </a:t>
            </a:r>
            <a:r>
              <a:rPr lang="en-US" sz="2149" i="0" u="none" strike="noStrike" cap="none" dirty="0">
                <a:solidFill>
                  <a:srgbClr val="FFFFFF"/>
                </a:solidFill>
                <a:latin typeface="Libre Baskerville"/>
                <a:ea typeface="Libre Baskerville"/>
                <a:cs typeface="Libre Baskerville"/>
                <a:sym typeface="Libre Baskerville"/>
              </a:rPr>
              <a:t>Chlorine &amp; Bromine free radicals </a:t>
            </a:r>
            <a:r>
              <a:rPr lang="en-US" sz="2149" i="0" u="none" strike="noStrike" cap="none" dirty="0">
                <a:solidFill>
                  <a:srgbClr val="000000"/>
                </a:solidFill>
                <a:latin typeface="Libre Baskerville"/>
                <a:ea typeface="Libre Baskerville"/>
                <a:cs typeface="Libre Baskerville"/>
                <a:sym typeface="Libre Baskerville"/>
              </a:rPr>
              <a:t>that are mainly responsible for breaking down,</a:t>
            </a:r>
            <a:r>
              <a:rPr lang="en-US" sz="2149" i="0" u="none" strike="noStrike" cap="none" dirty="0">
                <a:solidFill>
                  <a:srgbClr val="FFFFFF"/>
                </a:solidFill>
                <a:latin typeface="Libre Baskerville"/>
                <a:ea typeface="Libre Baskerville"/>
                <a:cs typeface="Libre Baskerville"/>
                <a:sym typeface="Libre Baskerville"/>
              </a:rPr>
              <a:t> </a:t>
            </a:r>
            <a:r>
              <a:rPr lang="en-US" sz="2149" i="0" u="none" strike="noStrike" cap="none" dirty="0">
                <a:solidFill>
                  <a:schemeClr val="tx1"/>
                </a:solidFill>
                <a:latin typeface="Libre Baskerville"/>
                <a:ea typeface="Libre Baskerville"/>
                <a:cs typeface="Libre Baskerville"/>
                <a:sym typeface="Libre Baskerville"/>
              </a:rPr>
              <a:t>t</a:t>
            </a:r>
            <a:r>
              <a:rPr lang="en-US" sz="2149" i="0" u="none" strike="noStrike" cap="none" dirty="0">
                <a:solidFill>
                  <a:srgbClr val="000000"/>
                </a:solidFill>
                <a:latin typeface="Libre Baskerville"/>
                <a:ea typeface="Libre Baskerville"/>
                <a:cs typeface="Libre Baskerville"/>
                <a:sym typeface="Libre Baskerville"/>
              </a:rPr>
              <a:t>hus destroying the ozone layer.</a:t>
            </a:r>
            <a:endParaRPr sz="1100" i="0" u="none" strike="noStrike" cap="none" dirty="0">
              <a:solidFill>
                <a:srgbClr val="000000"/>
              </a:solidFill>
              <a:latin typeface="Arial"/>
              <a:ea typeface="Arial"/>
              <a:cs typeface="Arial"/>
              <a:sym typeface="Arial"/>
            </a:endParaRPr>
          </a:p>
        </p:txBody>
      </p:sp>
      <p:sp>
        <p:nvSpPr>
          <p:cNvPr id="195" name="Google Shape;195;p8"/>
          <p:cNvSpPr txBox="1"/>
          <p:nvPr/>
        </p:nvSpPr>
        <p:spPr>
          <a:xfrm>
            <a:off x="1659975" y="8368680"/>
            <a:ext cx="2123700" cy="507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300"/>
              <a:buFont typeface="Arial"/>
              <a:buNone/>
            </a:pPr>
            <a:r>
              <a:rPr lang="en-US" sz="3300" b="0" i="0" u="none" strike="noStrike" cap="none">
                <a:solidFill>
                  <a:srgbClr val="FFFFFF"/>
                </a:solidFill>
                <a:latin typeface="Arial"/>
                <a:ea typeface="Arial"/>
                <a:cs typeface="Arial"/>
                <a:sym typeface="Arial"/>
              </a:rPr>
              <a:t>O₃ to O₂</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3E3EF"/>
        </a:solidFill>
        <a:effectLst/>
      </p:bgPr>
    </p:bg>
    <p:spTree>
      <p:nvGrpSpPr>
        <p:cNvPr id="1" name="Shape 199"/>
        <p:cNvGrpSpPr/>
        <p:nvPr/>
      </p:nvGrpSpPr>
      <p:grpSpPr>
        <a:xfrm>
          <a:off x="0" y="0"/>
          <a:ext cx="0" cy="0"/>
          <a:chOff x="0" y="0"/>
          <a:chExt cx="0" cy="0"/>
        </a:xfrm>
      </p:grpSpPr>
      <p:grpSp>
        <p:nvGrpSpPr>
          <p:cNvPr id="200" name="Google Shape;200;p9"/>
          <p:cNvGrpSpPr/>
          <p:nvPr/>
        </p:nvGrpSpPr>
        <p:grpSpPr>
          <a:xfrm>
            <a:off x="818364" y="1341056"/>
            <a:ext cx="16621332" cy="3194617"/>
            <a:chOff x="0" y="-28575"/>
            <a:chExt cx="4377606" cy="841375"/>
          </a:xfrm>
        </p:grpSpPr>
        <p:sp>
          <p:nvSpPr>
            <p:cNvPr id="201" name="Google Shape;201;p9"/>
            <p:cNvSpPr/>
            <p:nvPr/>
          </p:nvSpPr>
          <p:spPr>
            <a:xfrm>
              <a:off x="0" y="0"/>
              <a:ext cx="4377606" cy="480863"/>
            </a:xfrm>
            <a:custGeom>
              <a:avLst/>
              <a:gdLst/>
              <a:ahLst/>
              <a:cxnLst/>
              <a:rect l="l" t="t" r="r" b="b"/>
              <a:pathLst>
                <a:path w="4377606" h="480863" extrusionOk="0">
                  <a:moveTo>
                    <a:pt x="23755" y="0"/>
                  </a:moveTo>
                  <a:lnTo>
                    <a:pt x="4353851" y="0"/>
                  </a:lnTo>
                  <a:cubicBezTo>
                    <a:pt x="4366971" y="0"/>
                    <a:pt x="4377606" y="10635"/>
                    <a:pt x="4377606" y="23755"/>
                  </a:cubicBezTo>
                  <a:lnTo>
                    <a:pt x="4377606" y="457108"/>
                  </a:lnTo>
                  <a:cubicBezTo>
                    <a:pt x="4377606" y="470227"/>
                    <a:pt x="4366971" y="480863"/>
                    <a:pt x="4353851" y="480863"/>
                  </a:cubicBezTo>
                  <a:lnTo>
                    <a:pt x="23755" y="480863"/>
                  </a:lnTo>
                  <a:cubicBezTo>
                    <a:pt x="10635" y="480863"/>
                    <a:pt x="0" y="470227"/>
                    <a:pt x="0" y="457108"/>
                  </a:cubicBezTo>
                  <a:lnTo>
                    <a:pt x="0" y="23755"/>
                  </a:lnTo>
                  <a:cubicBezTo>
                    <a:pt x="0" y="10635"/>
                    <a:pt x="10635" y="0"/>
                    <a:pt x="23755" y="0"/>
                  </a:cubicBezTo>
                  <a:close/>
                </a:path>
              </a:pathLst>
            </a:custGeom>
            <a:solidFill>
              <a:srgbClr val="6CE5E8">
                <a:alpha val="400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9"/>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203" name="Google Shape;203;p9"/>
          <p:cNvPicPr preferRelativeResize="0"/>
          <p:nvPr/>
        </p:nvPicPr>
        <p:blipFill rotWithShape="1">
          <a:blip r:embed="rId3">
            <a:alphaModFix/>
          </a:blip>
          <a:srcRect l="1462" r="681"/>
          <a:stretch/>
        </p:blipFill>
        <p:spPr>
          <a:xfrm>
            <a:off x="818364" y="3794407"/>
            <a:ext cx="8800575" cy="6011824"/>
          </a:xfrm>
          <a:prstGeom prst="rect">
            <a:avLst/>
          </a:prstGeom>
          <a:noFill/>
          <a:ln>
            <a:noFill/>
          </a:ln>
        </p:spPr>
      </p:pic>
      <p:grpSp>
        <p:nvGrpSpPr>
          <p:cNvPr id="204" name="Google Shape;204;p9"/>
          <p:cNvGrpSpPr/>
          <p:nvPr/>
        </p:nvGrpSpPr>
        <p:grpSpPr>
          <a:xfrm>
            <a:off x="10253662" y="6236489"/>
            <a:ext cx="6500443" cy="3194594"/>
            <a:chOff x="0" y="-28575"/>
            <a:chExt cx="1712051" cy="841375"/>
          </a:xfrm>
        </p:grpSpPr>
        <p:sp>
          <p:nvSpPr>
            <p:cNvPr id="205" name="Google Shape;205;p9"/>
            <p:cNvSpPr/>
            <p:nvPr/>
          </p:nvSpPr>
          <p:spPr>
            <a:xfrm>
              <a:off x="0" y="0"/>
              <a:ext cx="1712051" cy="719066"/>
            </a:xfrm>
            <a:custGeom>
              <a:avLst/>
              <a:gdLst/>
              <a:ahLst/>
              <a:cxnLst/>
              <a:rect l="l" t="t" r="r" b="b"/>
              <a:pathLst>
                <a:path w="1712051" h="719066" extrusionOk="0">
                  <a:moveTo>
                    <a:pt x="60740" y="0"/>
                  </a:moveTo>
                  <a:lnTo>
                    <a:pt x="1651311" y="0"/>
                  </a:lnTo>
                  <a:cubicBezTo>
                    <a:pt x="1667420" y="0"/>
                    <a:pt x="1682869" y="6399"/>
                    <a:pt x="1694260" y="17790"/>
                  </a:cubicBezTo>
                  <a:cubicBezTo>
                    <a:pt x="1705651" y="29181"/>
                    <a:pt x="1712051" y="44631"/>
                    <a:pt x="1712051" y="60740"/>
                  </a:cubicBezTo>
                  <a:lnTo>
                    <a:pt x="1712051" y="658325"/>
                  </a:lnTo>
                  <a:cubicBezTo>
                    <a:pt x="1712051" y="674435"/>
                    <a:pt x="1705651" y="689884"/>
                    <a:pt x="1694260" y="701275"/>
                  </a:cubicBezTo>
                  <a:cubicBezTo>
                    <a:pt x="1682869" y="712666"/>
                    <a:pt x="1667420" y="719066"/>
                    <a:pt x="1651311" y="719066"/>
                  </a:cubicBezTo>
                  <a:lnTo>
                    <a:pt x="60740" y="719066"/>
                  </a:lnTo>
                  <a:cubicBezTo>
                    <a:pt x="44631" y="719066"/>
                    <a:pt x="29181" y="712666"/>
                    <a:pt x="17790" y="701275"/>
                  </a:cubicBezTo>
                  <a:cubicBezTo>
                    <a:pt x="6399" y="689884"/>
                    <a:pt x="0" y="674435"/>
                    <a:pt x="0" y="658325"/>
                  </a:cubicBezTo>
                  <a:lnTo>
                    <a:pt x="0" y="60740"/>
                  </a:lnTo>
                  <a:cubicBezTo>
                    <a:pt x="0" y="44631"/>
                    <a:pt x="6399" y="29181"/>
                    <a:pt x="17790" y="17790"/>
                  </a:cubicBezTo>
                  <a:cubicBezTo>
                    <a:pt x="29181" y="6399"/>
                    <a:pt x="44631" y="0"/>
                    <a:pt x="60740" y="0"/>
                  </a:cubicBezTo>
                  <a:close/>
                </a:path>
              </a:pathLst>
            </a:custGeom>
            <a:solidFill>
              <a:srgbClr val="4342B2">
                <a:alpha val="8000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9"/>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07" name="Google Shape;207;p9"/>
          <p:cNvSpPr txBox="1"/>
          <p:nvPr/>
        </p:nvSpPr>
        <p:spPr>
          <a:xfrm>
            <a:off x="848250" y="1449553"/>
            <a:ext cx="16591446" cy="135729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100"/>
              <a:buFont typeface="Arial"/>
              <a:buNone/>
            </a:pPr>
            <a:r>
              <a:rPr lang="en-US" sz="2100" i="0" u="none" strike="noStrike" cap="none" dirty="0">
                <a:solidFill>
                  <a:srgbClr val="1D04EB"/>
                </a:solidFill>
                <a:latin typeface="Libre Baskerville"/>
                <a:ea typeface="Libre Baskerville"/>
                <a:cs typeface="Libre Baskerville"/>
                <a:sym typeface="Libre Baskerville"/>
              </a:rPr>
              <a:t>Extreme use of CFCs and petrol (producing CO2) destroys the ozone layer.</a:t>
            </a:r>
            <a:endParaRPr sz="110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100"/>
              <a:buFont typeface="Arial"/>
              <a:buNone/>
            </a:pPr>
            <a:r>
              <a:rPr lang="en-US" sz="2100" i="0" u="none" strike="noStrike" cap="none" dirty="0">
                <a:solidFill>
                  <a:srgbClr val="000000"/>
                </a:solidFill>
                <a:latin typeface="Libre Baskerville"/>
                <a:ea typeface="Libre Baskerville"/>
                <a:cs typeface="Libre Baskerville"/>
                <a:sym typeface="Libre Baskerville"/>
              </a:rPr>
              <a:t>From </a:t>
            </a:r>
            <a:r>
              <a:rPr lang="en-US" sz="2100" i="0" u="none" strike="noStrike" cap="none" dirty="0">
                <a:solidFill>
                  <a:srgbClr val="E81803"/>
                </a:solidFill>
                <a:latin typeface="Libre Baskerville"/>
                <a:ea typeface="Libre Baskerville"/>
                <a:cs typeface="Libre Baskerville"/>
                <a:sym typeface="Libre Baskerville"/>
              </a:rPr>
              <a:t>1979~1980 </a:t>
            </a:r>
            <a:r>
              <a:rPr lang="en-US" sz="2100" i="0" u="none" strike="noStrike" cap="none" dirty="0">
                <a:solidFill>
                  <a:srgbClr val="000000"/>
                </a:solidFill>
                <a:latin typeface="Libre Baskerville"/>
                <a:ea typeface="Libre Baskerville"/>
                <a:cs typeface="Libre Baskerville"/>
                <a:sym typeface="Libre Baskerville"/>
              </a:rPr>
              <a:t>through to the early 1990s, stratospheric ozone concentrations fell to the </a:t>
            </a:r>
            <a:r>
              <a:rPr lang="en-US" sz="2100" i="0" u="none" strike="noStrike" cap="none" dirty="0">
                <a:solidFill>
                  <a:srgbClr val="E81803"/>
                </a:solidFill>
                <a:latin typeface="Libre Baskerville"/>
                <a:ea typeface="Libre Baskerville"/>
                <a:cs typeface="Libre Baskerville"/>
                <a:sym typeface="Libre Baskerville"/>
              </a:rPr>
              <a:t>concerning ozone-hole </a:t>
            </a:r>
            <a:r>
              <a:rPr lang="en-US" sz="2100" i="0" u="none" strike="noStrike" cap="none" dirty="0">
                <a:solidFill>
                  <a:srgbClr val="FFFFFF"/>
                </a:solidFill>
                <a:latin typeface="Libre Baskerville"/>
                <a:ea typeface="Libre Baskerville"/>
                <a:cs typeface="Libre Baskerville"/>
                <a:sym typeface="Libre Baskerville"/>
              </a:rPr>
              <a:t>level of 100 DU</a:t>
            </a:r>
            <a:r>
              <a:rPr lang="en-US" sz="2100" i="0" u="none" strike="noStrike" cap="none" dirty="0">
                <a:solidFill>
                  <a:srgbClr val="000000"/>
                </a:solidFill>
                <a:latin typeface="Libre Baskerville"/>
                <a:ea typeface="Libre Baskerville"/>
                <a:cs typeface="Libre Baskerville"/>
                <a:sym typeface="Libre Baskerville"/>
              </a:rPr>
              <a:t>, which continued at approximately </a:t>
            </a:r>
            <a:r>
              <a:rPr lang="en-US" sz="2100" i="0" u="none" strike="noStrike" cap="none" dirty="0">
                <a:solidFill>
                  <a:srgbClr val="E81803"/>
                </a:solidFill>
                <a:latin typeface="Libre Baskerville"/>
                <a:ea typeface="Libre Baskerville"/>
                <a:cs typeface="Libre Baskerville"/>
                <a:sym typeface="Libre Baskerville"/>
              </a:rPr>
              <a:t>around 100 DU (or below) </a:t>
            </a:r>
            <a:r>
              <a:rPr lang="en-US" sz="2100" i="0" u="none" strike="noStrike" cap="none" dirty="0">
                <a:solidFill>
                  <a:srgbClr val="FFFFFF"/>
                </a:solidFill>
                <a:latin typeface="Libre Baskerville"/>
                <a:ea typeface="Libre Baskerville"/>
                <a:cs typeface="Libre Baskerville"/>
                <a:sym typeface="Libre Baskerville"/>
              </a:rPr>
              <a:t>for several following decades...</a:t>
            </a:r>
            <a:endParaRPr sz="1100" i="0" u="none" strike="noStrike" cap="none" dirty="0">
              <a:solidFill>
                <a:srgbClr val="000000"/>
              </a:solidFill>
              <a:latin typeface="Arial"/>
              <a:ea typeface="Arial"/>
              <a:cs typeface="Arial"/>
              <a:sym typeface="Arial"/>
            </a:endParaRPr>
          </a:p>
        </p:txBody>
      </p:sp>
      <p:sp>
        <p:nvSpPr>
          <p:cNvPr id="208" name="Google Shape;208;p9"/>
          <p:cNvSpPr txBox="1"/>
          <p:nvPr/>
        </p:nvSpPr>
        <p:spPr>
          <a:xfrm>
            <a:off x="1013676" y="3092484"/>
            <a:ext cx="16426074" cy="43088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400"/>
              <a:buFont typeface="Arial"/>
              <a:buNone/>
            </a:pPr>
            <a:r>
              <a:rPr lang="en-US" sz="2000" i="0" u="none" strike="noStrike" cap="none" dirty="0">
                <a:solidFill>
                  <a:srgbClr val="FF1E00"/>
                </a:solidFill>
                <a:latin typeface="Libre Baskerville"/>
                <a:ea typeface="Libre Baskerville"/>
                <a:cs typeface="Libre Baskerville"/>
                <a:sym typeface="Libre Baskerville"/>
              </a:rPr>
              <a:t>DU(</a:t>
            </a:r>
            <a:r>
              <a:rPr lang="en-US" sz="2000" b="1" i="0" u="none" strike="noStrike" cap="none" dirty="0">
                <a:solidFill>
                  <a:srgbClr val="FF1E00"/>
                </a:solidFill>
                <a:latin typeface="Libre Baskerville"/>
                <a:ea typeface="Libre Baskerville"/>
                <a:cs typeface="Libre Baskerville"/>
                <a:sym typeface="Libre Baskerville"/>
              </a:rPr>
              <a:t>Dobson Units</a:t>
            </a:r>
            <a:r>
              <a:rPr lang="en-US" sz="2000" i="0" u="none" strike="noStrike" cap="none" dirty="0">
                <a:solidFill>
                  <a:srgbClr val="FF1E00"/>
                </a:solidFill>
                <a:latin typeface="Libre Baskerville"/>
                <a:ea typeface="Libre Baskerville"/>
                <a:cs typeface="Libre Baskerville"/>
                <a:sym typeface="Libre Baskerville"/>
              </a:rPr>
              <a:t>): Measurement unit for ozone-layer thickness in an air column from  ground to atmosphere-top</a:t>
            </a:r>
            <a:endParaRPr sz="2000" i="0" u="none" strike="noStrike" cap="none" dirty="0">
              <a:solidFill>
                <a:srgbClr val="000000"/>
              </a:solidFill>
              <a:latin typeface="Arial"/>
              <a:ea typeface="Arial"/>
              <a:cs typeface="Arial"/>
              <a:sym typeface="Arial"/>
            </a:endParaRPr>
          </a:p>
        </p:txBody>
      </p:sp>
      <p:sp>
        <p:nvSpPr>
          <p:cNvPr id="209" name="Google Shape;209;p9"/>
          <p:cNvSpPr txBox="1"/>
          <p:nvPr/>
        </p:nvSpPr>
        <p:spPr>
          <a:xfrm>
            <a:off x="5876544" y="707136"/>
            <a:ext cx="6071616" cy="63993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8192"/>
              <a:buFont typeface="Arial"/>
              <a:buNone/>
            </a:pPr>
            <a:r>
              <a:rPr lang="en-US" sz="4000" b="1" i="0" u="none" strike="noStrike" cap="none" dirty="0">
                <a:solidFill>
                  <a:srgbClr val="110F92"/>
                </a:solidFill>
                <a:latin typeface="Libre Baskerville"/>
                <a:ea typeface="Libre Baskerville"/>
                <a:cs typeface="Libre Baskerville"/>
                <a:sym typeface="Libre Baskerville"/>
              </a:rPr>
              <a:t>GRAPH</a:t>
            </a:r>
            <a:endParaRPr sz="4000" b="1" i="0" u="none" strike="noStrike" cap="none" dirty="0">
              <a:solidFill>
                <a:srgbClr val="000000"/>
              </a:solidFill>
              <a:latin typeface="Arial"/>
              <a:ea typeface="Arial"/>
              <a:cs typeface="Arial"/>
              <a:sym typeface="Arial"/>
            </a:endParaRPr>
          </a:p>
        </p:txBody>
      </p:sp>
      <p:sp>
        <p:nvSpPr>
          <p:cNvPr id="210" name="Google Shape;210;p9"/>
          <p:cNvSpPr txBox="1"/>
          <p:nvPr/>
        </p:nvSpPr>
        <p:spPr>
          <a:xfrm>
            <a:off x="9790176" y="3794407"/>
            <a:ext cx="5998464" cy="624786"/>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900"/>
              <a:buFont typeface="Arial"/>
              <a:buNone/>
            </a:pPr>
            <a:r>
              <a:rPr lang="en-US" sz="2900" b="1" i="0" u="none" strike="noStrike" cap="none" dirty="0">
                <a:solidFill>
                  <a:srgbClr val="1D04EB"/>
                </a:solidFill>
                <a:latin typeface="Libre Baskerville"/>
                <a:ea typeface="Libre Baskerville"/>
                <a:cs typeface="Libre Baskerville"/>
                <a:sym typeface="Libre Baskerville"/>
              </a:rPr>
              <a:t>OZONE-HOLE : </a:t>
            </a:r>
            <a:endParaRPr sz="1400" b="0" i="0" u="none" strike="noStrike" cap="none" dirty="0">
              <a:solidFill>
                <a:srgbClr val="000000"/>
              </a:solidFill>
              <a:latin typeface="Arial"/>
              <a:ea typeface="Arial"/>
              <a:cs typeface="Arial"/>
              <a:sym typeface="Arial"/>
            </a:endParaRPr>
          </a:p>
        </p:txBody>
      </p:sp>
      <p:sp>
        <p:nvSpPr>
          <p:cNvPr id="211" name="Google Shape;211;p9"/>
          <p:cNvSpPr txBox="1"/>
          <p:nvPr/>
        </p:nvSpPr>
        <p:spPr>
          <a:xfrm>
            <a:off x="9790176" y="4566839"/>
            <a:ext cx="8290560" cy="161582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500"/>
              <a:buFont typeface="Arial"/>
              <a:buNone/>
            </a:pPr>
            <a:r>
              <a:rPr lang="en-US" sz="2500" b="0" i="0" u="none" strike="noStrike" cap="none" dirty="0">
                <a:solidFill>
                  <a:srgbClr val="000000"/>
                </a:solidFill>
                <a:latin typeface="Libre Baskerville"/>
                <a:ea typeface="Libre Baskerville"/>
                <a:cs typeface="Libre Baskerville"/>
                <a:sym typeface="Libre Baskerville"/>
              </a:rPr>
              <a:t> </a:t>
            </a:r>
            <a:r>
              <a:rPr lang="en-US" sz="2500" i="0" u="none" strike="noStrike" cap="none" dirty="0">
                <a:solidFill>
                  <a:srgbClr val="110F92"/>
                </a:solidFill>
                <a:latin typeface="Libre Baskerville"/>
                <a:ea typeface="Libre Baskerville"/>
                <a:cs typeface="Libre Baskerville"/>
                <a:sym typeface="Libre Baskerville"/>
              </a:rPr>
              <a:t>Area having less than 220 DU of ozone (concentration) in the overhead column (i.e., between the ground and space)</a:t>
            </a:r>
            <a:endParaRPr sz="1400" i="0" u="none" strike="noStrike" cap="none" dirty="0">
              <a:solidFill>
                <a:srgbClr val="000000"/>
              </a:solidFill>
              <a:latin typeface="Arial"/>
              <a:ea typeface="Arial"/>
              <a:cs typeface="Arial"/>
              <a:sym typeface="Arial"/>
            </a:endParaRPr>
          </a:p>
        </p:txBody>
      </p:sp>
      <p:sp>
        <p:nvSpPr>
          <p:cNvPr id="212" name="Google Shape;212;p9"/>
          <p:cNvSpPr txBox="1"/>
          <p:nvPr/>
        </p:nvSpPr>
        <p:spPr>
          <a:xfrm>
            <a:off x="10403862" y="6489864"/>
            <a:ext cx="6200042" cy="2585323"/>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400"/>
              <a:buFont typeface="Arial"/>
              <a:buNone/>
            </a:pPr>
            <a:r>
              <a:rPr lang="en-US" sz="2400" i="0" u="none" strike="noStrike" cap="none" dirty="0">
                <a:solidFill>
                  <a:srgbClr val="FFFFFF"/>
                </a:solidFill>
                <a:latin typeface="Libre Baskerville"/>
                <a:ea typeface="Libre Baskerville"/>
                <a:cs typeface="Libre Baskerville"/>
                <a:sym typeface="Libre Baskerville"/>
              </a:rPr>
              <a:t>The graph compares the size of the Southern Hemisphere ozone hole' over 20 years. Period time, from 1980 – to 2010; where each year, in spring, the ozone hole turns the largest</a:t>
            </a:r>
            <a:endParaRPr sz="1200" i="0" u="none" strike="noStrike" cap="none" dirty="0">
              <a:solidFill>
                <a:srgbClr val="000000"/>
              </a:solidFill>
              <a:latin typeface="Arial"/>
              <a:ea typeface="Arial"/>
              <a:cs typeface="Arial"/>
              <a:sym typeface="Arial"/>
            </a:endParaRPr>
          </a:p>
        </p:txBody>
      </p:sp>
      <p:cxnSp>
        <p:nvCxnSpPr>
          <p:cNvPr id="213" name="Google Shape;213;p9"/>
          <p:cNvCxnSpPr/>
          <p:nvPr/>
        </p:nvCxnSpPr>
        <p:spPr>
          <a:xfrm rot="10800000">
            <a:off x="9128976" y="7652936"/>
            <a:ext cx="1124687" cy="0"/>
          </a:xfrm>
          <a:prstGeom prst="straightConnector1">
            <a:avLst/>
          </a:prstGeom>
          <a:noFill/>
          <a:ln w="114300" cap="flat" cmpd="sng">
            <a:solidFill>
              <a:srgbClr val="4342B2">
                <a:alpha val="80000"/>
              </a:srgbClr>
            </a:solidFill>
            <a:prstDash val="solid"/>
            <a:round/>
            <a:headEnd type="none" w="sm" len="sm"/>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10"/>
          <p:cNvPicPr preferRelativeResize="0"/>
          <p:nvPr/>
        </p:nvPicPr>
        <p:blipFill rotWithShape="1">
          <a:blip r:embed="rId3">
            <a:alphaModFix/>
          </a:blip>
          <a:srcRect t="14451" b="1120"/>
          <a:stretch/>
        </p:blipFill>
        <p:spPr>
          <a:xfrm>
            <a:off x="-50" y="9852"/>
            <a:ext cx="18288000" cy="10287000"/>
          </a:xfrm>
          <a:prstGeom prst="rect">
            <a:avLst/>
          </a:prstGeom>
          <a:noFill/>
          <a:ln>
            <a:noFill/>
          </a:ln>
        </p:spPr>
      </p:pic>
      <p:grpSp>
        <p:nvGrpSpPr>
          <p:cNvPr id="219" name="Google Shape;219;p10"/>
          <p:cNvGrpSpPr/>
          <p:nvPr/>
        </p:nvGrpSpPr>
        <p:grpSpPr>
          <a:xfrm>
            <a:off x="878305" y="2181250"/>
            <a:ext cx="16531389" cy="3194595"/>
            <a:chOff x="0" y="-28575"/>
            <a:chExt cx="4353946" cy="841375"/>
          </a:xfrm>
        </p:grpSpPr>
        <p:sp>
          <p:nvSpPr>
            <p:cNvPr id="220" name="Google Shape;220;p10"/>
            <p:cNvSpPr/>
            <p:nvPr/>
          </p:nvSpPr>
          <p:spPr>
            <a:xfrm>
              <a:off x="0" y="0"/>
              <a:ext cx="4353946" cy="733580"/>
            </a:xfrm>
            <a:custGeom>
              <a:avLst/>
              <a:gdLst/>
              <a:ahLst/>
              <a:cxnLst/>
              <a:rect l="l" t="t" r="r" b="b"/>
              <a:pathLst>
                <a:path w="4353946" h="733580" extrusionOk="0">
                  <a:moveTo>
                    <a:pt x="23884" y="0"/>
                  </a:moveTo>
                  <a:lnTo>
                    <a:pt x="4330062" y="0"/>
                  </a:lnTo>
                  <a:cubicBezTo>
                    <a:pt x="4343253" y="0"/>
                    <a:pt x="4353946" y="10693"/>
                    <a:pt x="4353946" y="23884"/>
                  </a:cubicBezTo>
                  <a:lnTo>
                    <a:pt x="4353946" y="709696"/>
                  </a:lnTo>
                  <a:cubicBezTo>
                    <a:pt x="4353946" y="722886"/>
                    <a:pt x="4343253" y="733580"/>
                    <a:pt x="4330062" y="733580"/>
                  </a:cubicBezTo>
                  <a:lnTo>
                    <a:pt x="23884" y="733580"/>
                  </a:lnTo>
                  <a:cubicBezTo>
                    <a:pt x="10693" y="733580"/>
                    <a:pt x="0" y="722886"/>
                    <a:pt x="0" y="709696"/>
                  </a:cubicBezTo>
                  <a:lnTo>
                    <a:pt x="0" y="23884"/>
                  </a:lnTo>
                  <a:cubicBezTo>
                    <a:pt x="0" y="10693"/>
                    <a:pt x="10693" y="0"/>
                    <a:pt x="23884" y="0"/>
                  </a:cubicBezTo>
                  <a:close/>
                </a:path>
              </a:pathLst>
            </a:custGeom>
            <a:solidFill>
              <a:srgbClr val="524B45">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0"/>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22" name="Google Shape;222;p10"/>
          <p:cNvGrpSpPr/>
          <p:nvPr/>
        </p:nvGrpSpPr>
        <p:grpSpPr>
          <a:xfrm>
            <a:off x="878305" y="4928000"/>
            <a:ext cx="16531389" cy="3696138"/>
            <a:chOff x="0" y="-28575"/>
            <a:chExt cx="4353946" cy="841375"/>
          </a:xfrm>
        </p:grpSpPr>
        <p:sp>
          <p:nvSpPr>
            <p:cNvPr id="223" name="Google Shape;223;p10"/>
            <p:cNvSpPr/>
            <p:nvPr/>
          </p:nvSpPr>
          <p:spPr>
            <a:xfrm>
              <a:off x="0" y="0"/>
              <a:ext cx="4353946" cy="504853"/>
            </a:xfrm>
            <a:custGeom>
              <a:avLst/>
              <a:gdLst/>
              <a:ahLst/>
              <a:cxnLst/>
              <a:rect l="l" t="t" r="r" b="b"/>
              <a:pathLst>
                <a:path w="4353946" h="504853" extrusionOk="0">
                  <a:moveTo>
                    <a:pt x="23884" y="0"/>
                  </a:moveTo>
                  <a:lnTo>
                    <a:pt x="4330062" y="0"/>
                  </a:lnTo>
                  <a:cubicBezTo>
                    <a:pt x="4343253" y="0"/>
                    <a:pt x="4353946" y="10693"/>
                    <a:pt x="4353946" y="23884"/>
                  </a:cubicBezTo>
                  <a:lnTo>
                    <a:pt x="4353946" y="480969"/>
                  </a:lnTo>
                  <a:cubicBezTo>
                    <a:pt x="4353946" y="494160"/>
                    <a:pt x="4343253" y="504853"/>
                    <a:pt x="4330062" y="504853"/>
                  </a:cubicBezTo>
                  <a:lnTo>
                    <a:pt x="23884" y="504853"/>
                  </a:lnTo>
                  <a:cubicBezTo>
                    <a:pt x="10693" y="504853"/>
                    <a:pt x="0" y="494160"/>
                    <a:pt x="0" y="480969"/>
                  </a:cubicBezTo>
                  <a:lnTo>
                    <a:pt x="0" y="23884"/>
                  </a:lnTo>
                  <a:cubicBezTo>
                    <a:pt x="0" y="10693"/>
                    <a:pt x="10693" y="0"/>
                    <a:pt x="23884" y="0"/>
                  </a:cubicBezTo>
                  <a:close/>
                </a:path>
              </a:pathLst>
            </a:custGeom>
            <a:solidFill>
              <a:srgbClr val="2D311E">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10"/>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25" name="Google Shape;225;p10"/>
          <p:cNvSpPr txBox="1"/>
          <p:nvPr/>
        </p:nvSpPr>
        <p:spPr>
          <a:xfrm>
            <a:off x="399083" y="952500"/>
            <a:ext cx="17489835" cy="874535"/>
          </a:xfrm>
          <a:prstGeom prst="rect">
            <a:avLst/>
          </a:prstGeom>
          <a:noFill/>
          <a:ln>
            <a:noFill/>
          </a:ln>
        </p:spPr>
        <p:txBody>
          <a:bodyPr spcFirstLastPara="1" wrap="square" lIns="0" tIns="0" rIns="0" bIns="0" anchor="t" anchorCtr="0">
            <a:spAutoFit/>
          </a:bodyPr>
          <a:lstStyle/>
          <a:p>
            <a:pPr marL="0" marR="0" lvl="0" indent="0" algn="ctr" rtl="0">
              <a:lnSpc>
                <a:spcPct val="140034"/>
              </a:lnSpc>
              <a:spcBef>
                <a:spcPts val="0"/>
              </a:spcBef>
              <a:spcAft>
                <a:spcPts val="0"/>
              </a:spcAft>
              <a:buClr>
                <a:srgbClr val="000000"/>
              </a:buClr>
              <a:buSzPts val="4059"/>
              <a:buFont typeface="Arial"/>
              <a:buNone/>
            </a:pPr>
            <a:r>
              <a:rPr lang="en-US" sz="4059" b="1" i="0" u="none" strike="noStrike" cap="none" dirty="0">
                <a:solidFill>
                  <a:srgbClr val="FFFF00"/>
                </a:solidFill>
                <a:latin typeface="Libre Baskerville"/>
                <a:ea typeface="Libre Baskerville"/>
                <a:cs typeface="Libre Baskerville"/>
                <a:sym typeface="Libre Baskerville"/>
              </a:rPr>
              <a:t>INDUSTRIAL CAUSES BEHIND OZONE-LAYER DEPLETION</a:t>
            </a:r>
            <a:endParaRPr sz="1400" b="0" i="0" u="none" strike="noStrike" cap="none" dirty="0">
              <a:solidFill>
                <a:srgbClr val="000000"/>
              </a:solidFill>
              <a:latin typeface="Arial"/>
              <a:ea typeface="Arial"/>
              <a:cs typeface="Arial"/>
              <a:sym typeface="Arial"/>
            </a:endParaRPr>
          </a:p>
        </p:txBody>
      </p:sp>
      <p:sp>
        <p:nvSpPr>
          <p:cNvPr id="226" name="Google Shape;226;p10"/>
          <p:cNvSpPr txBox="1"/>
          <p:nvPr/>
        </p:nvSpPr>
        <p:spPr>
          <a:xfrm>
            <a:off x="399071" y="1620900"/>
            <a:ext cx="9516000" cy="195300"/>
          </a:xfrm>
          <a:prstGeom prst="rect">
            <a:avLst/>
          </a:prstGeom>
          <a:noFill/>
          <a:ln>
            <a:noFill/>
          </a:ln>
        </p:spPr>
        <p:txBody>
          <a:bodyPr spcFirstLastPara="1" wrap="square" lIns="0" tIns="0" rIns="0" bIns="0" anchor="t" anchorCtr="0">
            <a:spAutoFit/>
          </a:bodyPr>
          <a:lstStyle/>
          <a:p>
            <a:pPr marL="0" marR="0" lvl="0" indent="0" algn="l" rtl="0">
              <a:lnSpc>
                <a:spcPct val="140031"/>
              </a:lnSpc>
              <a:spcBef>
                <a:spcPts val="0"/>
              </a:spcBef>
              <a:spcAft>
                <a:spcPts val="0"/>
              </a:spcAft>
              <a:buClr>
                <a:srgbClr val="000000"/>
              </a:buClr>
              <a:buSzPts val="1269"/>
              <a:buFont typeface="Arial"/>
              <a:buNone/>
            </a:pPr>
            <a:r>
              <a:rPr lang="en-US" sz="1269" b="0" i="0" u="none" strike="noStrike" cap="none" dirty="0">
                <a:solidFill>
                  <a:srgbClr val="FFFF00"/>
                </a:solidFill>
                <a:latin typeface="Libre Baskerville"/>
                <a:ea typeface="Libre Baskerville"/>
                <a:cs typeface="Libre Baskerville"/>
                <a:sym typeface="Libre Baskerville"/>
              </a:rPr>
              <a:t>A  MAJOR  ANTHROPOGENIC  CAUSE  OF  OZONE - LAYER  DEPLETION</a:t>
            </a:r>
            <a:endParaRPr sz="1400" b="0" i="0" u="none" strike="noStrike" cap="none" dirty="0">
              <a:solidFill>
                <a:srgbClr val="000000"/>
              </a:solidFill>
              <a:latin typeface="Arial"/>
              <a:ea typeface="Arial"/>
              <a:cs typeface="Arial"/>
              <a:sym typeface="Arial"/>
            </a:endParaRPr>
          </a:p>
        </p:txBody>
      </p:sp>
      <p:sp>
        <p:nvSpPr>
          <p:cNvPr id="227" name="Google Shape;227;p10"/>
          <p:cNvSpPr txBox="1"/>
          <p:nvPr/>
        </p:nvSpPr>
        <p:spPr>
          <a:xfrm>
            <a:off x="878304" y="2236051"/>
            <a:ext cx="16681695" cy="2282933"/>
          </a:xfrm>
          <a:prstGeom prst="rect">
            <a:avLst/>
          </a:prstGeom>
          <a:noFill/>
          <a:ln>
            <a:noFill/>
          </a:ln>
        </p:spPr>
        <p:txBody>
          <a:bodyPr spcFirstLastPara="1" wrap="square" lIns="0" tIns="0" rIns="0" bIns="0" anchor="t" anchorCtr="0">
            <a:spAutoFit/>
          </a:bodyPr>
          <a:lstStyle/>
          <a:p>
            <a:pPr marL="0" marR="0" lvl="0" indent="0" algn="ctr" rtl="0">
              <a:lnSpc>
                <a:spcPct val="140014"/>
              </a:lnSpc>
              <a:spcBef>
                <a:spcPts val="0"/>
              </a:spcBef>
              <a:spcAft>
                <a:spcPts val="0"/>
              </a:spcAft>
              <a:buClr>
                <a:srgbClr val="000000"/>
              </a:buClr>
              <a:buSzPts val="2649"/>
              <a:buFont typeface="Arial"/>
              <a:buNone/>
            </a:pPr>
            <a:r>
              <a:rPr lang="en-US" sz="2649" i="0" u="none" strike="noStrike" cap="none" dirty="0">
                <a:solidFill>
                  <a:srgbClr val="FFFF00"/>
                </a:solidFill>
                <a:latin typeface="Libre Baskerville"/>
                <a:ea typeface="Libre Baskerville"/>
                <a:cs typeface="Libre Baskerville"/>
                <a:sym typeface="Libre Baskerville"/>
              </a:rPr>
              <a:t>The main causes of ozone depletion </a:t>
            </a:r>
            <a:r>
              <a:rPr lang="en-US" sz="2649" dirty="0">
                <a:solidFill>
                  <a:srgbClr val="FFFF00"/>
                </a:solidFill>
                <a:latin typeface="Libre Baskerville"/>
                <a:ea typeface="Libre Baskerville"/>
                <a:cs typeface="Libre Baskerville"/>
                <a:sym typeface="Libre Baskerville"/>
              </a:rPr>
              <a:t>(</a:t>
            </a:r>
            <a:r>
              <a:rPr lang="en-US" sz="2649" i="0" u="none" strike="noStrike" cap="none" dirty="0">
                <a:solidFill>
                  <a:srgbClr val="FFFF00"/>
                </a:solidFill>
                <a:latin typeface="Libre Baskerville"/>
                <a:ea typeface="Libre Baskerville"/>
                <a:cs typeface="Libre Baskerville"/>
                <a:sym typeface="Libre Baskerville"/>
              </a:rPr>
              <a:t>the ozone hole) are manufactured </a:t>
            </a:r>
            <a:r>
              <a:rPr lang="en-US" sz="2649" i="0" u="none" strike="noStrike" cap="none" dirty="0">
                <a:solidFill>
                  <a:srgbClr val="FF0000"/>
                </a:solidFill>
                <a:latin typeface="Libre Baskerville"/>
                <a:ea typeface="Libre Baskerville"/>
                <a:cs typeface="Libre Baskerville"/>
                <a:sym typeface="Libre Baskerville"/>
              </a:rPr>
              <a:t>synthetic chemicals, </a:t>
            </a:r>
            <a:r>
              <a:rPr lang="en-US" sz="2649" i="0" u="none" strike="noStrike" cap="none" dirty="0">
                <a:solidFill>
                  <a:srgbClr val="FFFF00"/>
                </a:solidFill>
                <a:latin typeface="Libre Baskerville"/>
                <a:ea typeface="Libre Baskerville"/>
                <a:cs typeface="Libre Baskerville"/>
                <a:sym typeface="Libre Baskerville"/>
              </a:rPr>
              <a:t>specially manufactured </a:t>
            </a:r>
            <a:r>
              <a:rPr lang="en-US" sz="2649" i="0" u="none" strike="noStrike" cap="none" dirty="0">
                <a:solidFill>
                  <a:srgbClr val="FF0000"/>
                </a:solidFill>
                <a:latin typeface="Libre Baskerville"/>
                <a:ea typeface="Libre Baskerville"/>
                <a:cs typeface="Libre Baskerville"/>
                <a:sym typeface="Libre Baskerville"/>
              </a:rPr>
              <a:t>halocarbon refrigerants</a:t>
            </a:r>
            <a:r>
              <a:rPr lang="en-US" sz="2649" i="0" u="none" strike="noStrike" cap="none" dirty="0">
                <a:solidFill>
                  <a:srgbClr val="FFFF00"/>
                </a:solidFill>
                <a:latin typeface="Libre Baskerville"/>
                <a:ea typeface="Libre Baskerville"/>
                <a:cs typeface="Libre Baskerville"/>
                <a:sym typeface="Libre Baskerville"/>
              </a:rPr>
              <a:t>, </a:t>
            </a:r>
            <a:r>
              <a:rPr lang="en-US" sz="2649" i="0" u="none" strike="noStrike" cap="none" dirty="0">
                <a:solidFill>
                  <a:srgbClr val="FF0000"/>
                </a:solidFill>
                <a:latin typeface="Libre Baskerville"/>
                <a:ea typeface="Libre Baskerville"/>
                <a:cs typeface="Libre Baskerville"/>
                <a:sym typeface="Libre Baskerville"/>
              </a:rPr>
              <a:t>AC- equipment, fire-extinguishers, aerosol propellants, solvents &amp; foam-blowing agents (chlorofluorocarbons (CFCs, HCFCs, halons)), </a:t>
            </a:r>
            <a:r>
              <a:rPr lang="en-US" sz="2649" b="1" i="0" u="none" strike="noStrike" cap="none" dirty="0">
                <a:solidFill>
                  <a:srgbClr val="FF0000"/>
                </a:solidFill>
                <a:latin typeface="Libre Baskerville"/>
                <a:ea typeface="Libre Baskerville"/>
                <a:cs typeface="Libre Baskerville"/>
                <a:sym typeface="Libre Baskerville"/>
              </a:rPr>
              <a:t>known as ozone-depleting substances (ODS).</a:t>
            </a:r>
            <a:endParaRPr sz="1300" b="1" i="0" u="none" strike="noStrike" cap="none" dirty="0">
              <a:solidFill>
                <a:srgbClr val="FF0000"/>
              </a:solidFill>
              <a:latin typeface="Arial"/>
              <a:ea typeface="Arial"/>
              <a:cs typeface="Arial"/>
              <a:sym typeface="Arial"/>
            </a:endParaRPr>
          </a:p>
        </p:txBody>
      </p:sp>
      <p:sp>
        <p:nvSpPr>
          <p:cNvPr id="228" name="Google Shape;228;p10"/>
          <p:cNvSpPr txBox="1"/>
          <p:nvPr/>
        </p:nvSpPr>
        <p:spPr>
          <a:xfrm>
            <a:off x="727900" y="5745575"/>
            <a:ext cx="16832100" cy="1636795"/>
          </a:xfrm>
          <a:prstGeom prst="rect">
            <a:avLst/>
          </a:prstGeom>
          <a:noFill/>
          <a:ln>
            <a:noFill/>
          </a:ln>
        </p:spPr>
        <p:txBody>
          <a:bodyPr spcFirstLastPara="1" wrap="square" lIns="0" tIns="0" rIns="0" bIns="0" anchor="t" anchorCtr="0">
            <a:spAutoFit/>
          </a:bodyPr>
          <a:lstStyle/>
          <a:p>
            <a:pPr marL="0" marR="0" lvl="0" indent="0" algn="just" rtl="0">
              <a:lnSpc>
                <a:spcPct val="140014"/>
              </a:lnSpc>
              <a:spcBef>
                <a:spcPts val="0"/>
              </a:spcBef>
              <a:spcAft>
                <a:spcPts val="0"/>
              </a:spcAft>
              <a:buClr>
                <a:srgbClr val="000000"/>
              </a:buClr>
              <a:buSzPts val="2749"/>
              <a:buFont typeface="Arial"/>
              <a:buNone/>
            </a:pPr>
            <a:r>
              <a:rPr lang="en-US" sz="2249" b="0" i="0" u="none" strike="noStrike" cap="none" dirty="0">
                <a:solidFill>
                  <a:srgbClr val="FFFF00"/>
                </a:solidFill>
                <a:latin typeface="Libre Baskerville"/>
                <a:ea typeface="Libre Baskerville"/>
                <a:cs typeface="Libre Baskerville"/>
                <a:sym typeface="Libre Baskerville"/>
              </a:rPr>
              <a:t>These different industrial emissions produce </a:t>
            </a:r>
            <a:r>
              <a:rPr lang="en-US" sz="2249" b="1" i="0" u="none" strike="noStrike" cap="none" dirty="0">
                <a:solidFill>
                  <a:srgbClr val="FFFFFF"/>
                </a:solidFill>
                <a:latin typeface="Libre Baskerville"/>
                <a:ea typeface="Libre Baskerville"/>
                <a:cs typeface="Libre Baskerville"/>
                <a:sym typeface="Libre Baskerville"/>
              </a:rPr>
              <a:t>CFCs</a:t>
            </a:r>
            <a:r>
              <a:rPr lang="en-US" sz="2249" b="0" i="0" u="none" strike="noStrike" cap="none" dirty="0">
                <a:solidFill>
                  <a:srgbClr val="FFFF00"/>
                </a:solidFill>
                <a:latin typeface="Libre Baskerville"/>
                <a:ea typeface="Libre Baskerville"/>
                <a:cs typeface="Libre Baskerville"/>
                <a:sym typeface="Libre Baskerville"/>
              </a:rPr>
              <a:t>, harmful </a:t>
            </a:r>
            <a:r>
              <a:rPr lang="en-US" sz="2249" b="1" i="0" u="none" strike="noStrike" cap="none" dirty="0">
                <a:solidFill>
                  <a:srgbClr val="FFFF00"/>
                </a:solidFill>
                <a:latin typeface="Libre Baskerville"/>
                <a:ea typeface="Libre Baskerville"/>
                <a:cs typeface="Libre Baskerville"/>
                <a:sym typeface="Libre Baskerville"/>
              </a:rPr>
              <a:t>greenhouse gases</a:t>
            </a:r>
            <a:r>
              <a:rPr lang="en-US" sz="2249" b="0" i="0" u="none" strike="noStrike" cap="none" dirty="0">
                <a:solidFill>
                  <a:srgbClr val="FFFFFF"/>
                </a:solidFill>
                <a:latin typeface="Libre Baskerville"/>
                <a:ea typeface="Libre Baskerville"/>
                <a:cs typeface="Libre Baskerville"/>
                <a:sym typeface="Libre Baskerville"/>
              </a:rPr>
              <a:t> </a:t>
            </a:r>
            <a:r>
              <a:rPr lang="en-US" sz="2249" b="1" i="0" u="none" strike="noStrike" cap="none" dirty="0">
                <a:solidFill>
                  <a:srgbClr val="FFFFFF"/>
                </a:solidFill>
                <a:latin typeface="Libre Baskerville"/>
                <a:ea typeface="Libre Baskerville"/>
                <a:cs typeface="Libre Baskerville"/>
                <a:sym typeface="Libre Baskerville"/>
              </a:rPr>
              <a:t>(CFCs &amp; HCFCs)</a:t>
            </a:r>
            <a:r>
              <a:rPr lang="en-US" sz="2249" b="0" i="0" u="none" strike="noStrike" cap="none" dirty="0">
                <a:solidFill>
                  <a:srgbClr val="FFFFFF"/>
                </a:solidFill>
                <a:latin typeface="Libre Baskerville"/>
                <a:ea typeface="Libre Baskerville"/>
                <a:cs typeface="Libre Baskerville"/>
                <a:sym typeface="Libre Baskerville"/>
              </a:rPr>
              <a:t> </a:t>
            </a:r>
            <a:r>
              <a:rPr lang="en-US" sz="2249" b="0" i="0" u="none" strike="noStrike" cap="none" dirty="0">
                <a:solidFill>
                  <a:srgbClr val="FFFF00"/>
                </a:solidFill>
                <a:latin typeface="Libre Baskerville"/>
                <a:ea typeface="Libre Baskerville"/>
                <a:cs typeface="Libre Baskerville"/>
                <a:sym typeface="Libre Baskerville"/>
              </a:rPr>
              <a:t>that form </a:t>
            </a:r>
            <a:r>
              <a:rPr lang="en-US" sz="2249" b="1" i="0" u="none" strike="noStrike" cap="none" dirty="0">
                <a:solidFill>
                  <a:srgbClr val="FFFFFF"/>
                </a:solidFill>
                <a:latin typeface="Libre Baskerville"/>
                <a:ea typeface="Libre Baskerville"/>
                <a:cs typeface="Libre Baskerville"/>
                <a:sym typeface="Libre Baskerville"/>
              </a:rPr>
              <a:t>Chlorine &amp; Bromine free radicals</a:t>
            </a:r>
            <a:r>
              <a:rPr lang="en-US" sz="2249" b="1" i="0" u="none" strike="noStrike" cap="none" dirty="0">
                <a:solidFill>
                  <a:srgbClr val="FFFF00"/>
                </a:solidFill>
                <a:latin typeface="Libre Baskerville"/>
                <a:ea typeface="Libre Baskerville"/>
                <a:cs typeface="Libre Baskerville"/>
                <a:sym typeface="Libre Baskerville"/>
              </a:rPr>
              <a:t> </a:t>
            </a:r>
            <a:r>
              <a:rPr lang="en-US" sz="2249" b="0" i="0" u="none" strike="noStrike" cap="none" dirty="0">
                <a:solidFill>
                  <a:srgbClr val="FFFF00"/>
                </a:solidFill>
                <a:latin typeface="Libre Baskerville"/>
                <a:ea typeface="Libre Baskerville"/>
                <a:cs typeface="Libre Baskerville"/>
                <a:sym typeface="Libre Baskerville"/>
              </a:rPr>
              <a:t>that are mainly responsible for breaking</a:t>
            </a:r>
            <a:r>
              <a:rPr lang="en-US" sz="2249" dirty="0">
                <a:solidFill>
                  <a:srgbClr val="FFFF00"/>
                </a:solidFill>
                <a:latin typeface="Libre Baskerville"/>
                <a:ea typeface="Libre Baskerville"/>
                <a:cs typeface="Libre Baskerville"/>
                <a:sym typeface="Libre Baskerville"/>
              </a:rPr>
              <a:t> </a:t>
            </a:r>
            <a:r>
              <a:rPr lang="en-US" sz="2249" b="0" i="0" u="none" strike="noStrike" cap="none" dirty="0">
                <a:solidFill>
                  <a:srgbClr val="FFFF00"/>
                </a:solidFill>
                <a:latin typeface="Libre Baskerville"/>
                <a:ea typeface="Libre Baskerville"/>
                <a:cs typeface="Libre Baskerville"/>
                <a:sym typeface="Libre Baskerville"/>
              </a:rPr>
              <a:t>down   </a:t>
            </a:r>
            <a:r>
              <a:rPr lang="en-US" sz="2899" b="1" dirty="0">
                <a:solidFill>
                  <a:schemeClr val="lt1"/>
                </a:solidFill>
              </a:rPr>
              <a:t>O₃ to O₂</a:t>
            </a:r>
            <a:r>
              <a:rPr lang="en-US" sz="2449" b="0" i="0" u="none" strike="noStrike" cap="none" dirty="0">
                <a:solidFill>
                  <a:srgbClr val="FFFF00"/>
                </a:solidFill>
                <a:latin typeface="Libre Baskerville"/>
                <a:ea typeface="Libre Baskerville"/>
                <a:cs typeface="Libre Baskerville"/>
                <a:sym typeface="Libre Baskerville"/>
              </a:rPr>
              <a:t>, thus destroying the ozone layer.</a:t>
            </a:r>
            <a:endParaRPr sz="1100" b="0" i="0" u="none" strike="noStrike" cap="none" dirty="0">
              <a:solidFill>
                <a:srgbClr val="000000"/>
              </a:solidFill>
              <a:latin typeface="Arial"/>
              <a:ea typeface="Arial"/>
              <a:cs typeface="Arial"/>
              <a:sym typeface="Arial"/>
            </a:endParaRPr>
          </a:p>
        </p:txBody>
      </p:sp>
      <p:sp>
        <p:nvSpPr>
          <p:cNvPr id="229" name="Google Shape;229;p10"/>
          <p:cNvSpPr txBox="1"/>
          <p:nvPr/>
        </p:nvSpPr>
        <p:spPr>
          <a:xfrm>
            <a:off x="-3671298" y="8130095"/>
            <a:ext cx="2412300" cy="215400"/>
          </a:xfrm>
          <a:prstGeom prst="rect">
            <a:avLst/>
          </a:prstGeom>
          <a:noFill/>
          <a:ln>
            <a:noFill/>
          </a:ln>
        </p:spPr>
        <p:txBody>
          <a:bodyPr spcFirstLastPara="1" wrap="square" lIns="0" tIns="0" rIns="0" bIns="0" anchor="t" anchorCtr="0">
            <a:spAutoFit/>
          </a:bodyPr>
          <a:lstStyle/>
          <a:p>
            <a:pPr marL="0" marR="0" lvl="0" indent="0" algn="ctr" rtl="0">
              <a:lnSpc>
                <a:spcPct val="140008"/>
              </a:lnSpc>
              <a:spcBef>
                <a:spcPts val="0"/>
              </a:spcBef>
              <a:spcAft>
                <a:spcPts val="0"/>
              </a:spcAft>
              <a:buClr>
                <a:srgbClr val="000000"/>
              </a:buClr>
              <a:buSzPts val="4599"/>
              <a:buFont typeface="Arial"/>
              <a:buNone/>
            </a:pP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3E3EF"/>
        </a:solidFill>
        <a:effectLst/>
      </p:bgPr>
    </p:bg>
    <p:spTree>
      <p:nvGrpSpPr>
        <p:cNvPr id="1" name="Shape 233"/>
        <p:cNvGrpSpPr/>
        <p:nvPr/>
      </p:nvGrpSpPr>
      <p:grpSpPr>
        <a:xfrm>
          <a:off x="0" y="0"/>
          <a:ext cx="0" cy="0"/>
          <a:chOff x="0" y="0"/>
          <a:chExt cx="0" cy="0"/>
        </a:xfrm>
      </p:grpSpPr>
      <p:grpSp>
        <p:nvGrpSpPr>
          <p:cNvPr id="234" name="Google Shape;234;p11"/>
          <p:cNvGrpSpPr/>
          <p:nvPr/>
        </p:nvGrpSpPr>
        <p:grpSpPr>
          <a:xfrm>
            <a:off x="1028700" y="624929"/>
            <a:ext cx="16230600" cy="3194593"/>
            <a:chOff x="0" y="-28575"/>
            <a:chExt cx="4274726" cy="841375"/>
          </a:xfrm>
        </p:grpSpPr>
        <p:sp>
          <p:nvSpPr>
            <p:cNvPr id="235" name="Google Shape;235;p11"/>
            <p:cNvSpPr/>
            <p:nvPr/>
          </p:nvSpPr>
          <p:spPr>
            <a:xfrm>
              <a:off x="0" y="0"/>
              <a:ext cx="4274726" cy="278741"/>
            </a:xfrm>
            <a:custGeom>
              <a:avLst/>
              <a:gdLst/>
              <a:ahLst/>
              <a:cxnLst/>
              <a:rect l="l" t="t" r="r" b="b"/>
              <a:pathLst>
                <a:path w="4274726" h="278741" extrusionOk="0">
                  <a:moveTo>
                    <a:pt x="0" y="0"/>
                  </a:moveTo>
                  <a:lnTo>
                    <a:pt x="4274726" y="0"/>
                  </a:lnTo>
                  <a:lnTo>
                    <a:pt x="4274726" y="278741"/>
                  </a:lnTo>
                  <a:lnTo>
                    <a:pt x="0" y="278741"/>
                  </a:lnTo>
                  <a:close/>
                </a:path>
              </a:pathLst>
            </a:custGeom>
            <a:solidFill>
              <a:srgbClr val="0A0889">
                <a:alpha val="78431"/>
              </a:srgbClr>
            </a:solidFill>
            <a:ln>
              <a:noFill/>
            </a:ln>
          </p:spPr>
          <p:txBody>
            <a:bodyPr/>
            <a:lstStyle/>
            <a:p>
              <a:endParaRPr lang="en-US"/>
            </a:p>
          </p:txBody>
        </p:sp>
        <p:sp>
          <p:nvSpPr>
            <p:cNvPr id="236" name="Google Shape;236;p11"/>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37" name="Google Shape;237;p11"/>
          <p:cNvSpPr txBox="1"/>
          <p:nvPr/>
        </p:nvSpPr>
        <p:spPr>
          <a:xfrm>
            <a:off x="263047" y="413359"/>
            <a:ext cx="15444591" cy="163536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7300"/>
              <a:buFont typeface="Arial"/>
              <a:buNone/>
            </a:pPr>
            <a:r>
              <a:rPr lang="en-US" sz="7300" b="0" i="0" u="none" strike="noStrike" cap="none" dirty="0">
                <a:solidFill>
                  <a:srgbClr val="91CCE0"/>
                </a:solidFill>
                <a:latin typeface="Libre Baskerville"/>
                <a:ea typeface="Libre Baskerville"/>
                <a:cs typeface="Libre Baskerville"/>
                <a:sym typeface="Libre Baskerville"/>
              </a:rPr>
              <a:t>O₃</a:t>
            </a:r>
            <a:r>
              <a:rPr lang="en-US" sz="7300" b="0" i="0" u="none" strike="noStrike" cap="none" dirty="0">
                <a:solidFill>
                  <a:srgbClr val="FFFFFF"/>
                </a:solidFill>
                <a:latin typeface="Libre Baskerville"/>
                <a:ea typeface="Libre Baskerville"/>
                <a:cs typeface="Libre Baskerville"/>
                <a:sym typeface="Libre Baskerville"/>
              </a:rPr>
              <a:t>            O₂</a:t>
            </a:r>
            <a:endParaRPr sz="400" b="0" i="0" u="none" strike="noStrike" cap="none" dirty="0">
              <a:solidFill>
                <a:srgbClr val="000000"/>
              </a:solidFill>
              <a:latin typeface="Arial"/>
              <a:ea typeface="Arial"/>
              <a:cs typeface="Arial"/>
              <a:sym typeface="Arial"/>
            </a:endParaRPr>
          </a:p>
        </p:txBody>
      </p:sp>
      <p:cxnSp>
        <p:nvCxnSpPr>
          <p:cNvPr id="238" name="Google Shape;238;p11"/>
          <p:cNvCxnSpPr>
            <a:cxnSpLocks/>
          </p:cNvCxnSpPr>
          <p:nvPr/>
        </p:nvCxnSpPr>
        <p:spPr>
          <a:xfrm>
            <a:off x="6501008" y="1343346"/>
            <a:ext cx="2966467" cy="0"/>
          </a:xfrm>
          <a:prstGeom prst="straightConnector1">
            <a:avLst/>
          </a:prstGeom>
          <a:noFill/>
          <a:ln w="114300" cap="flat" cmpd="sng">
            <a:solidFill>
              <a:srgbClr val="FFFF00"/>
            </a:solidFill>
            <a:prstDash val="solid"/>
            <a:round/>
            <a:headEnd type="none" w="sm" len="sm"/>
            <a:tailEnd type="stealth" w="med" len="med"/>
          </a:ln>
        </p:spPr>
      </p:cxnSp>
      <p:grpSp>
        <p:nvGrpSpPr>
          <p:cNvPr id="239" name="Google Shape;239;p11"/>
          <p:cNvGrpSpPr/>
          <p:nvPr/>
        </p:nvGrpSpPr>
        <p:grpSpPr>
          <a:xfrm>
            <a:off x="1288883" y="3183879"/>
            <a:ext cx="15710338" cy="3230782"/>
            <a:chOff x="0" y="-38100"/>
            <a:chExt cx="4137675" cy="850900"/>
          </a:xfrm>
        </p:grpSpPr>
        <p:sp>
          <p:nvSpPr>
            <p:cNvPr id="240" name="Google Shape;240;p11"/>
            <p:cNvSpPr/>
            <p:nvPr/>
          </p:nvSpPr>
          <p:spPr>
            <a:xfrm>
              <a:off x="0" y="0"/>
              <a:ext cx="4137675" cy="280050"/>
            </a:xfrm>
            <a:custGeom>
              <a:avLst/>
              <a:gdLst/>
              <a:ahLst/>
              <a:cxnLst/>
              <a:rect l="l" t="t" r="r" b="b"/>
              <a:pathLst>
                <a:path w="4137675" h="280050" extrusionOk="0">
                  <a:moveTo>
                    <a:pt x="0" y="0"/>
                  </a:moveTo>
                  <a:lnTo>
                    <a:pt x="4137675" y="0"/>
                  </a:lnTo>
                  <a:lnTo>
                    <a:pt x="4137675" y="280050"/>
                  </a:lnTo>
                  <a:lnTo>
                    <a:pt x="0" y="280050"/>
                  </a:lnTo>
                  <a:close/>
                </a:path>
              </a:pathLst>
            </a:custGeom>
            <a:solidFill>
              <a:srgbClr val="0A0889"/>
            </a:solidFill>
            <a:ln>
              <a:noFill/>
            </a:ln>
          </p:spPr>
          <p:txBody>
            <a:bodyPr/>
            <a:lstStyle/>
            <a:p>
              <a:endParaRPr lang="en-US"/>
            </a:p>
          </p:txBody>
        </p:sp>
        <p:sp>
          <p:nvSpPr>
            <p:cNvPr id="241" name="Google Shape;241;p11"/>
            <p:cNvSpPr txBox="1"/>
            <p:nvPr/>
          </p:nvSpPr>
          <p:spPr>
            <a:xfrm>
              <a:off x="0" y="-38100"/>
              <a:ext cx="812800" cy="850900"/>
            </a:xfrm>
            <a:prstGeom prst="rect">
              <a:avLst/>
            </a:prstGeom>
            <a:noFill/>
            <a:ln>
              <a:noFill/>
            </a:ln>
          </p:spPr>
          <p:txBody>
            <a:bodyPr spcFirstLastPara="1" wrap="square" lIns="50800" tIns="50800" rIns="50800" bIns="50800" anchor="ctr" anchorCtr="0">
              <a:noAutofit/>
            </a:bodyPr>
            <a:lstStyle/>
            <a:p>
              <a:pPr marL="0" marR="0" lvl="0" indent="0" algn="ctr" rtl="0">
                <a:lnSpc>
                  <a:spcPct val="178833"/>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242" name="Google Shape;242;p11"/>
          <p:cNvPicPr preferRelativeResize="0"/>
          <p:nvPr/>
        </p:nvPicPr>
        <p:blipFill rotWithShape="1">
          <a:blip r:embed="rId3">
            <a:alphaModFix amt="95000"/>
          </a:blip>
          <a:srcRect l="752" t="1574" r="1278" b="5662"/>
          <a:stretch/>
        </p:blipFill>
        <p:spPr>
          <a:xfrm>
            <a:off x="1905000" y="4529079"/>
            <a:ext cx="13055600" cy="5544431"/>
          </a:xfrm>
          <a:prstGeom prst="rect">
            <a:avLst/>
          </a:prstGeom>
          <a:noFill/>
          <a:ln>
            <a:noFill/>
          </a:ln>
        </p:spPr>
      </p:pic>
      <p:sp>
        <p:nvSpPr>
          <p:cNvPr id="243" name="Google Shape;243;p11"/>
          <p:cNvSpPr txBox="1"/>
          <p:nvPr/>
        </p:nvSpPr>
        <p:spPr>
          <a:xfrm>
            <a:off x="947487" y="1845481"/>
            <a:ext cx="16392900" cy="1345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300"/>
              <a:buFont typeface="Arial"/>
              <a:buNone/>
            </a:pPr>
            <a:r>
              <a:rPr lang="en-US" sz="2300" b="1" i="0" u="none" strike="noStrike" cap="none" dirty="0">
                <a:solidFill>
                  <a:srgbClr val="110F92"/>
                </a:solidFill>
                <a:latin typeface="Libre Baskerville"/>
                <a:ea typeface="Libre Baskerville"/>
                <a:cs typeface="Libre Baskerville"/>
                <a:sym typeface="Libre Baskerville"/>
              </a:rPr>
              <a:t>Human activities cause the emission of halogen source gases that contain chlorine and bromine atoms</a:t>
            </a:r>
            <a:r>
              <a:rPr lang="en-US" sz="2300" b="0" i="0" u="none" strike="noStrike" cap="none" dirty="0">
                <a:solidFill>
                  <a:srgbClr val="110F92"/>
                </a:solidFill>
                <a:latin typeface="Libre Baskerville"/>
                <a:ea typeface="Libre Baskerville"/>
                <a:cs typeface="Libre Baskerville"/>
                <a:sym typeface="Libre Baskerville"/>
              </a:rPr>
              <a:t>. These emissions into the atmosphere ultimately lead to </a:t>
            </a:r>
            <a:r>
              <a:rPr lang="en-US" sz="2300" b="1" i="0" u="none" strike="noStrike" cap="none" dirty="0">
                <a:solidFill>
                  <a:srgbClr val="110F92"/>
                </a:solidFill>
                <a:latin typeface="Libre Baskerville"/>
                <a:ea typeface="Libre Baskerville"/>
                <a:cs typeface="Libre Baskerville"/>
                <a:sym typeface="Libre Baskerville"/>
              </a:rPr>
              <a:t>stratospheric ozone depletion</a:t>
            </a:r>
            <a:r>
              <a:rPr lang="en-US" sz="2300" b="0" i="0" u="none" strike="noStrike" cap="none" dirty="0">
                <a:solidFill>
                  <a:srgbClr val="110F92"/>
                </a:solidFill>
                <a:latin typeface="Libre Baskerville"/>
                <a:ea typeface="Libre Baskerville"/>
                <a:cs typeface="Libre Baskerville"/>
                <a:sym typeface="Libre Baskerville"/>
              </a:rPr>
              <a:t>.</a:t>
            </a:r>
            <a:r>
              <a:rPr lang="en-US" sz="2300" b="1" i="0" u="none" strike="noStrike" cap="none" dirty="0">
                <a:solidFill>
                  <a:srgbClr val="110F92"/>
                </a:solidFill>
                <a:latin typeface="Libre Baskerville"/>
                <a:ea typeface="Libre Baskerville"/>
                <a:cs typeface="Libre Baskerville"/>
                <a:sym typeface="Libre Baskerville"/>
              </a:rPr>
              <a:t> The source gases that contain only carbon, chlorine, and fluorine are called “chlorofluorocarbons,” usually abbreviated as CFCs.</a:t>
            </a:r>
            <a:endParaRPr sz="1400" b="0" i="0" u="none" strike="noStrike" cap="none" dirty="0">
              <a:solidFill>
                <a:srgbClr val="000000"/>
              </a:solidFill>
              <a:latin typeface="Arial"/>
              <a:ea typeface="Arial"/>
              <a:cs typeface="Arial"/>
              <a:sym typeface="Arial"/>
            </a:endParaRPr>
          </a:p>
        </p:txBody>
      </p:sp>
      <p:sp>
        <p:nvSpPr>
          <p:cNvPr id="244" name="Google Shape;244;p11"/>
          <p:cNvSpPr txBox="1"/>
          <p:nvPr/>
        </p:nvSpPr>
        <p:spPr>
          <a:xfrm>
            <a:off x="1288779" y="3190682"/>
            <a:ext cx="15710442" cy="1249381"/>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900"/>
              <a:buFont typeface="Arial"/>
              <a:buNone/>
            </a:pPr>
            <a:r>
              <a:rPr lang="en-US" sz="2800" b="0" i="0" u="none" strike="noStrike" cap="none" dirty="0">
                <a:solidFill>
                  <a:srgbClr val="FFFFFF"/>
                </a:solidFill>
                <a:latin typeface="Libre Baskerville"/>
                <a:ea typeface="Libre Baskerville"/>
                <a:cs typeface="Libre Baskerville"/>
                <a:sym typeface="Libre Baskerville"/>
              </a:rPr>
              <a:t>Once into the stratosphere, through photo-dissociation, catalytic breakdown of ozone (  </a:t>
            </a:r>
            <a:r>
              <a:rPr lang="en-US" sz="2999" b="1" dirty="0">
                <a:solidFill>
                  <a:schemeClr val="lt1"/>
                </a:solidFill>
              </a:rPr>
              <a:t>O₃ to O₂  </a:t>
            </a:r>
            <a:r>
              <a:rPr lang="en-US" sz="2800" b="0" i="0" u="none" strike="noStrike" cap="none" dirty="0">
                <a:solidFill>
                  <a:srgbClr val="FFFFFF"/>
                </a:solidFill>
                <a:latin typeface="Libre Baskerville"/>
                <a:ea typeface="Libre Baskerville"/>
                <a:cs typeface="Libre Baskerville"/>
                <a:sym typeface="Libre Baskerville"/>
              </a:rPr>
              <a:t>) occurs in cycles...</a:t>
            </a:r>
            <a:endParaRPr sz="1300" b="0" i="0" u="none" strike="noStrike" cap="none" dirty="0">
              <a:solidFill>
                <a:srgbClr val="000000"/>
              </a:solidFill>
              <a:latin typeface="Arial"/>
              <a:ea typeface="Arial"/>
              <a:cs typeface="Arial"/>
              <a:sym typeface="Arial"/>
            </a:endParaRPr>
          </a:p>
        </p:txBody>
      </p:sp>
      <p:sp>
        <p:nvSpPr>
          <p:cNvPr id="245" name="Google Shape;245;p11"/>
          <p:cNvSpPr txBox="1"/>
          <p:nvPr/>
        </p:nvSpPr>
        <p:spPr>
          <a:xfrm>
            <a:off x="-4201225" y="7927775"/>
            <a:ext cx="2523300" cy="2154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399"/>
              <a:buFont typeface="Arial"/>
              <a:buNone/>
            </a:pPr>
            <a:endParaRPr sz="1400" b="1" i="0" u="none" strike="noStrike" cap="none">
              <a:solidFill>
                <a:srgbClr val="000000"/>
              </a:solidFill>
              <a:latin typeface="Arial"/>
              <a:ea typeface="Arial"/>
              <a:cs typeface="Arial"/>
              <a:sym typeface="Arial"/>
            </a:endParaRPr>
          </a:p>
        </p:txBody>
      </p:sp>
      <p:sp>
        <p:nvSpPr>
          <p:cNvPr id="246" name="Google Shape;246;p11"/>
          <p:cNvSpPr txBox="1"/>
          <p:nvPr/>
        </p:nvSpPr>
        <p:spPr>
          <a:xfrm>
            <a:off x="12280872" y="1446325"/>
            <a:ext cx="64092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FFFFFF"/>
                </a:solidFill>
                <a:latin typeface="Libre Baskerville"/>
                <a:ea typeface="Libre Baskerville"/>
                <a:cs typeface="Libre Baskerville"/>
                <a:sym typeface="Libre Baskerville"/>
              </a:rPr>
              <a:t>STRATOSPHERIC </a:t>
            </a:r>
            <a:r>
              <a:rPr lang="en-US" sz="1400" b="0" i="0" u="none" strike="noStrike" cap="none">
                <a:solidFill>
                  <a:srgbClr val="FFFFFF"/>
                </a:solidFill>
                <a:latin typeface="Libre Baskerville"/>
                <a:ea typeface="Libre Baskerville"/>
                <a:cs typeface="Libre Baskerville"/>
                <a:sym typeface="Libre Baskerville"/>
              </a:rPr>
              <a:t> OZONE - LAYER  DEPLETION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3E3EF"/>
        </a:solidFill>
        <a:effectLst/>
      </p:bgPr>
    </p:bg>
    <p:spTree>
      <p:nvGrpSpPr>
        <p:cNvPr id="1" name="Shape 250"/>
        <p:cNvGrpSpPr/>
        <p:nvPr/>
      </p:nvGrpSpPr>
      <p:grpSpPr>
        <a:xfrm>
          <a:off x="0" y="0"/>
          <a:ext cx="0" cy="0"/>
          <a:chOff x="0" y="0"/>
          <a:chExt cx="0" cy="0"/>
        </a:xfrm>
      </p:grpSpPr>
      <p:grpSp>
        <p:nvGrpSpPr>
          <p:cNvPr id="251" name="Google Shape;251;p12"/>
          <p:cNvGrpSpPr/>
          <p:nvPr/>
        </p:nvGrpSpPr>
        <p:grpSpPr>
          <a:xfrm>
            <a:off x="5366820" y="398528"/>
            <a:ext cx="8163132" cy="1910150"/>
            <a:chOff x="0" y="-85728"/>
            <a:chExt cx="2149961" cy="591300"/>
          </a:xfrm>
        </p:grpSpPr>
        <p:sp>
          <p:nvSpPr>
            <p:cNvPr id="252" name="Google Shape;252;p12"/>
            <p:cNvSpPr/>
            <p:nvPr/>
          </p:nvSpPr>
          <p:spPr>
            <a:xfrm>
              <a:off x="0" y="0"/>
              <a:ext cx="2149961" cy="452693"/>
            </a:xfrm>
            <a:custGeom>
              <a:avLst/>
              <a:gdLst/>
              <a:ahLst/>
              <a:cxnLst/>
              <a:rect l="l" t="t" r="r" b="b"/>
              <a:pathLst>
                <a:path w="2149961" h="452693" extrusionOk="0">
                  <a:moveTo>
                    <a:pt x="48368" y="0"/>
                  </a:moveTo>
                  <a:lnTo>
                    <a:pt x="2101592" y="0"/>
                  </a:lnTo>
                  <a:cubicBezTo>
                    <a:pt x="2114420" y="0"/>
                    <a:pt x="2126723" y="5096"/>
                    <a:pt x="2135794" y="14167"/>
                  </a:cubicBezTo>
                  <a:cubicBezTo>
                    <a:pt x="2144865" y="23238"/>
                    <a:pt x="2149961" y="35540"/>
                    <a:pt x="2149961" y="48368"/>
                  </a:cubicBezTo>
                  <a:lnTo>
                    <a:pt x="2149961" y="404324"/>
                  </a:lnTo>
                  <a:cubicBezTo>
                    <a:pt x="2149961" y="431037"/>
                    <a:pt x="2128305" y="452693"/>
                    <a:pt x="2101592" y="452693"/>
                  </a:cubicBezTo>
                  <a:lnTo>
                    <a:pt x="48368" y="452693"/>
                  </a:lnTo>
                  <a:cubicBezTo>
                    <a:pt x="21655" y="452693"/>
                    <a:pt x="0" y="431037"/>
                    <a:pt x="0" y="404324"/>
                  </a:cubicBezTo>
                  <a:lnTo>
                    <a:pt x="0" y="48368"/>
                  </a:lnTo>
                  <a:cubicBezTo>
                    <a:pt x="0" y="21655"/>
                    <a:pt x="21655" y="0"/>
                    <a:pt x="48368" y="0"/>
                  </a:cubicBezTo>
                  <a:close/>
                </a:path>
              </a:pathLst>
            </a:custGeom>
            <a:solidFill>
              <a:srgbClr val="0A088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2"/>
            <p:cNvSpPr txBox="1"/>
            <p:nvPr/>
          </p:nvSpPr>
          <p:spPr>
            <a:xfrm>
              <a:off x="1" y="-85728"/>
              <a:ext cx="2079300" cy="591300"/>
            </a:xfrm>
            <a:prstGeom prst="rect">
              <a:avLst/>
            </a:prstGeom>
            <a:noFill/>
            <a:ln>
              <a:noFill/>
            </a:ln>
          </p:spPr>
          <p:txBody>
            <a:bodyPr spcFirstLastPara="1" wrap="square" lIns="50800" tIns="50800" rIns="50800" bIns="50800" anchor="ctr" anchorCtr="0">
              <a:noAutofit/>
            </a:bodyPr>
            <a:lstStyle/>
            <a:p>
              <a:pPr marL="0" marR="0" lvl="0" indent="0" algn="ctr" rtl="0">
                <a:lnSpc>
                  <a:spcPct val="140008"/>
                </a:lnSpc>
                <a:spcBef>
                  <a:spcPts val="0"/>
                </a:spcBef>
                <a:spcAft>
                  <a:spcPts val="0"/>
                </a:spcAft>
                <a:buClr>
                  <a:srgbClr val="000000"/>
                </a:buClr>
                <a:buSzPts val="4599"/>
                <a:buFont typeface="Arial"/>
                <a:buNone/>
              </a:pPr>
              <a:r>
                <a:rPr lang="en-US" sz="4599" b="1" i="0" u="none" strike="noStrike" cap="none" dirty="0">
                  <a:solidFill>
                    <a:srgbClr val="FFFFFF"/>
                  </a:solidFill>
                  <a:latin typeface="Libre Baskerville"/>
                  <a:ea typeface="Libre Baskerville"/>
                  <a:cs typeface="Libre Baskerville"/>
                  <a:sym typeface="Libre Baskerville"/>
                </a:rPr>
                <a:t>C</a:t>
              </a:r>
              <a:r>
                <a:rPr lang="en-US" sz="4099" b="1" i="0" u="none" strike="noStrike" cap="none" dirty="0">
                  <a:solidFill>
                    <a:srgbClr val="FFFFFF"/>
                  </a:solidFill>
                  <a:latin typeface="Libre Baskerville"/>
                  <a:ea typeface="Libre Baskerville"/>
                  <a:cs typeface="Libre Baskerville"/>
                  <a:sym typeface="Libre Baskerville"/>
                </a:rPr>
                <a:t>ycles of Ozone-Layer Depletion</a:t>
              </a:r>
              <a:endParaRPr sz="900" b="1" i="0" u="none" strike="noStrike" cap="none" dirty="0">
                <a:solidFill>
                  <a:srgbClr val="000000"/>
                </a:solidFill>
                <a:latin typeface="Arial"/>
                <a:ea typeface="Arial"/>
                <a:cs typeface="Arial"/>
                <a:sym typeface="Arial"/>
              </a:endParaRPr>
            </a:p>
          </p:txBody>
        </p:sp>
      </p:grpSp>
      <p:pic>
        <p:nvPicPr>
          <p:cNvPr id="254" name="Google Shape;254;p12"/>
          <p:cNvPicPr preferRelativeResize="0"/>
          <p:nvPr/>
        </p:nvPicPr>
        <p:blipFill rotWithShape="1">
          <a:blip r:embed="rId3">
            <a:alphaModFix/>
          </a:blip>
          <a:srcRect l="3022" t="6609" b="233"/>
          <a:stretch/>
        </p:blipFill>
        <p:spPr>
          <a:xfrm>
            <a:off x="848226" y="2643891"/>
            <a:ext cx="8600160" cy="6303184"/>
          </a:xfrm>
          <a:prstGeom prst="rect">
            <a:avLst/>
          </a:prstGeom>
          <a:noFill/>
          <a:ln>
            <a:noFill/>
          </a:ln>
        </p:spPr>
      </p:pic>
      <p:pic>
        <p:nvPicPr>
          <p:cNvPr id="255" name="Google Shape;255;p12"/>
          <p:cNvPicPr preferRelativeResize="0"/>
          <p:nvPr/>
        </p:nvPicPr>
        <p:blipFill rotWithShape="1">
          <a:blip r:embed="rId4">
            <a:alphaModFix/>
          </a:blip>
          <a:srcRect l="6914" t="28071" r="9219" b="1218"/>
          <a:stretch/>
        </p:blipFill>
        <p:spPr>
          <a:xfrm>
            <a:off x="10940552" y="2529179"/>
            <a:ext cx="6566398" cy="3485079"/>
          </a:xfrm>
          <a:prstGeom prst="rect">
            <a:avLst/>
          </a:prstGeom>
          <a:noFill/>
          <a:ln>
            <a:noFill/>
          </a:ln>
        </p:spPr>
      </p:pic>
      <p:pic>
        <p:nvPicPr>
          <p:cNvPr id="256" name="Google Shape;256;p12"/>
          <p:cNvPicPr preferRelativeResize="0"/>
          <p:nvPr/>
        </p:nvPicPr>
        <p:blipFill rotWithShape="1">
          <a:blip r:embed="rId5">
            <a:alphaModFix/>
          </a:blip>
          <a:srcRect l="6234" t="21303" r="12251"/>
          <a:stretch/>
        </p:blipFill>
        <p:spPr>
          <a:xfrm>
            <a:off x="10093201" y="6090458"/>
            <a:ext cx="7089690" cy="3888467"/>
          </a:xfrm>
          <a:prstGeom prst="rect">
            <a:avLst/>
          </a:prstGeom>
          <a:noFill/>
          <a:ln>
            <a:noFill/>
          </a:ln>
        </p:spPr>
      </p:pic>
      <p:grpSp>
        <p:nvGrpSpPr>
          <p:cNvPr id="257" name="Google Shape;257;p12"/>
          <p:cNvGrpSpPr/>
          <p:nvPr/>
        </p:nvGrpSpPr>
        <p:grpSpPr>
          <a:xfrm>
            <a:off x="6777022" y="7697024"/>
            <a:ext cx="2118590" cy="2128086"/>
            <a:chOff x="1813" y="0"/>
            <a:chExt cx="809173" cy="812800"/>
          </a:xfrm>
        </p:grpSpPr>
        <p:sp>
          <p:nvSpPr>
            <p:cNvPr id="258" name="Google Shape;258;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1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FFFFFF"/>
                  </a:solidFill>
                  <a:latin typeface="Libre Baskerville"/>
                  <a:ea typeface="Libre Baskerville"/>
                  <a:cs typeface="Libre Baskerville"/>
                  <a:sym typeface="Libre Baskerville"/>
                </a:rPr>
                <a:t>Cycle - 1</a:t>
              </a:r>
              <a:endParaRPr sz="1400" b="0" i="0" u="none" strike="noStrike" cap="none">
                <a:solidFill>
                  <a:srgbClr val="000000"/>
                </a:solidFill>
                <a:latin typeface="Arial"/>
                <a:ea typeface="Arial"/>
                <a:cs typeface="Arial"/>
                <a:sym typeface="Arial"/>
              </a:endParaRPr>
            </a:p>
          </p:txBody>
        </p:sp>
      </p:grpSp>
      <p:grpSp>
        <p:nvGrpSpPr>
          <p:cNvPr id="260" name="Google Shape;260;p12"/>
          <p:cNvGrpSpPr/>
          <p:nvPr/>
        </p:nvGrpSpPr>
        <p:grpSpPr>
          <a:xfrm>
            <a:off x="9110105" y="3886173"/>
            <a:ext cx="2118590" cy="2128086"/>
            <a:chOff x="1813" y="0"/>
            <a:chExt cx="809173" cy="812800"/>
          </a:xfrm>
        </p:grpSpPr>
        <p:sp>
          <p:nvSpPr>
            <p:cNvPr id="261" name="Google Shape;261;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1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FFFFFF"/>
                  </a:solidFill>
                  <a:latin typeface="Libre Baskerville"/>
                  <a:ea typeface="Libre Baskerville"/>
                  <a:cs typeface="Libre Baskerville"/>
                  <a:sym typeface="Libre Baskerville"/>
                </a:rPr>
                <a:t>Cycle - 2</a:t>
              </a:r>
              <a:endParaRPr sz="1400" b="0" i="0" u="none" strike="noStrike" cap="none">
                <a:solidFill>
                  <a:srgbClr val="000000"/>
                </a:solidFill>
                <a:latin typeface="Arial"/>
                <a:ea typeface="Arial"/>
                <a:cs typeface="Arial"/>
                <a:sym typeface="Arial"/>
              </a:endParaRPr>
            </a:p>
          </p:txBody>
        </p:sp>
      </p:grpSp>
      <p:grpSp>
        <p:nvGrpSpPr>
          <p:cNvPr id="263" name="Google Shape;263;p12"/>
          <p:cNvGrpSpPr/>
          <p:nvPr/>
        </p:nvGrpSpPr>
        <p:grpSpPr>
          <a:xfrm>
            <a:off x="9423054" y="8396933"/>
            <a:ext cx="2118590" cy="2128086"/>
            <a:chOff x="1813" y="0"/>
            <a:chExt cx="809173" cy="812800"/>
          </a:xfrm>
        </p:grpSpPr>
        <p:sp>
          <p:nvSpPr>
            <p:cNvPr id="264" name="Google Shape;264;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1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FFFFFF"/>
                  </a:solidFill>
                  <a:latin typeface="Libre Baskerville"/>
                  <a:ea typeface="Libre Baskerville"/>
                  <a:cs typeface="Libre Baskerville"/>
                  <a:sym typeface="Libre Baskerville"/>
                </a:rPr>
                <a:t>Cycle - 3</a:t>
              </a:r>
              <a:endParaRPr sz="1400" b="0" i="0" u="none" strike="noStrike" cap="none">
                <a:solidFill>
                  <a:srgbClr val="000000"/>
                </a:solidFill>
                <a:latin typeface="Arial"/>
                <a:ea typeface="Arial"/>
                <a:cs typeface="Arial"/>
                <a:sym typeface="Arial"/>
              </a:endParaRPr>
            </a:p>
          </p:txBody>
        </p:sp>
      </p:grpSp>
      <p:grpSp>
        <p:nvGrpSpPr>
          <p:cNvPr id="266" name="Google Shape;266;p12"/>
          <p:cNvGrpSpPr/>
          <p:nvPr/>
        </p:nvGrpSpPr>
        <p:grpSpPr>
          <a:xfrm>
            <a:off x="5718652" y="8798117"/>
            <a:ext cx="1536164" cy="1543050"/>
            <a:chOff x="1813" y="0"/>
            <a:chExt cx="809173" cy="812800"/>
          </a:xfrm>
        </p:grpSpPr>
        <p:sp>
          <p:nvSpPr>
            <p:cNvPr id="267" name="Google Shape;267;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alpha val="6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1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69" name="Google Shape;269;p12"/>
          <p:cNvGrpSpPr/>
          <p:nvPr/>
        </p:nvGrpSpPr>
        <p:grpSpPr>
          <a:xfrm>
            <a:off x="6489101" y="2246534"/>
            <a:ext cx="1055865" cy="1060598"/>
            <a:chOff x="1813" y="0"/>
            <a:chExt cx="809173" cy="812800"/>
          </a:xfrm>
        </p:grpSpPr>
        <p:sp>
          <p:nvSpPr>
            <p:cNvPr id="270" name="Google Shape;270;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alpha val="6705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72" name="Google Shape;272;p12"/>
          <p:cNvGrpSpPr/>
          <p:nvPr/>
        </p:nvGrpSpPr>
        <p:grpSpPr>
          <a:xfrm>
            <a:off x="16328845" y="1740019"/>
            <a:ext cx="1560120" cy="1567113"/>
            <a:chOff x="1813" y="0"/>
            <a:chExt cx="809173" cy="812800"/>
          </a:xfrm>
        </p:grpSpPr>
        <p:sp>
          <p:nvSpPr>
            <p:cNvPr id="273" name="Google Shape;273;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alpha val="6705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75" name="Google Shape;275;p12"/>
          <p:cNvGrpSpPr/>
          <p:nvPr/>
        </p:nvGrpSpPr>
        <p:grpSpPr>
          <a:xfrm>
            <a:off x="15695012" y="809124"/>
            <a:ext cx="1260673" cy="1266324"/>
            <a:chOff x="1813" y="0"/>
            <a:chExt cx="809173" cy="812800"/>
          </a:xfrm>
        </p:grpSpPr>
        <p:sp>
          <p:nvSpPr>
            <p:cNvPr id="276" name="Google Shape;276;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alpha val="6705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1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78" name="Google Shape;278;p12"/>
          <p:cNvGrpSpPr/>
          <p:nvPr/>
        </p:nvGrpSpPr>
        <p:grpSpPr>
          <a:xfrm>
            <a:off x="1811611" y="8263833"/>
            <a:ext cx="990029" cy="994467"/>
            <a:chOff x="1813" y="0"/>
            <a:chExt cx="809173" cy="812800"/>
          </a:xfrm>
        </p:grpSpPr>
        <p:sp>
          <p:nvSpPr>
            <p:cNvPr id="279" name="Google Shape;279;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alpha val="6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1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cxnSp>
        <p:nvCxnSpPr>
          <p:cNvPr id="281" name="Google Shape;281;p12"/>
          <p:cNvCxnSpPr/>
          <p:nvPr/>
        </p:nvCxnSpPr>
        <p:spPr>
          <a:xfrm>
            <a:off x="10169401" y="5938058"/>
            <a:ext cx="7089899" cy="0"/>
          </a:xfrm>
          <a:prstGeom prst="straightConnector1">
            <a:avLst/>
          </a:prstGeom>
          <a:noFill/>
          <a:ln w="152400" cap="flat" cmpd="sng">
            <a:solidFill>
              <a:srgbClr val="110F92"/>
            </a:solidFill>
            <a:prstDash val="solid"/>
            <a:round/>
            <a:headEnd type="none" w="sm" len="sm"/>
            <a:tailEnd type="none" w="sm" len="sm"/>
          </a:ln>
        </p:spPr>
      </p:cxnSp>
      <p:cxnSp>
        <p:nvCxnSpPr>
          <p:cNvPr id="282" name="Google Shape;282;p12"/>
          <p:cNvCxnSpPr/>
          <p:nvPr/>
        </p:nvCxnSpPr>
        <p:spPr>
          <a:xfrm rot="5400000">
            <a:off x="8795997" y="7311462"/>
            <a:ext cx="2746809" cy="0"/>
          </a:xfrm>
          <a:prstGeom prst="straightConnector1">
            <a:avLst/>
          </a:prstGeom>
          <a:noFill/>
          <a:ln w="152400" cap="flat" cmpd="sng">
            <a:solidFill>
              <a:srgbClr val="110F92"/>
            </a:solidFill>
            <a:prstDash val="solid"/>
            <a:round/>
            <a:headEnd type="none" w="sm" len="sm"/>
            <a:tailEnd type="none" w="sm" len="sm"/>
          </a:ln>
        </p:spPr>
      </p:cxnSp>
      <p:grpSp>
        <p:nvGrpSpPr>
          <p:cNvPr id="283" name="Google Shape;283;p12"/>
          <p:cNvGrpSpPr/>
          <p:nvPr/>
        </p:nvGrpSpPr>
        <p:grpSpPr>
          <a:xfrm>
            <a:off x="9700654" y="5593225"/>
            <a:ext cx="990029" cy="994467"/>
            <a:chOff x="1813" y="0"/>
            <a:chExt cx="809173" cy="812800"/>
          </a:xfrm>
        </p:grpSpPr>
        <p:sp>
          <p:nvSpPr>
            <p:cNvPr id="284" name="Google Shape;284;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1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86" name="Google Shape;286;p12"/>
          <p:cNvGrpSpPr/>
          <p:nvPr/>
        </p:nvGrpSpPr>
        <p:grpSpPr>
          <a:xfrm>
            <a:off x="2904417" y="249302"/>
            <a:ext cx="3086120" cy="3194617"/>
            <a:chOff x="0" y="-28575"/>
            <a:chExt cx="812800" cy="841375"/>
          </a:xfrm>
        </p:grpSpPr>
        <p:sp>
          <p:nvSpPr>
            <p:cNvPr id="287" name="Google Shape;287;p12"/>
            <p:cNvSpPr/>
            <p:nvPr/>
          </p:nvSpPr>
          <p:spPr>
            <a:xfrm>
              <a:off x="0" y="0"/>
              <a:ext cx="614749" cy="570410"/>
            </a:xfrm>
            <a:custGeom>
              <a:avLst/>
              <a:gdLst/>
              <a:ahLst/>
              <a:cxnLst/>
              <a:rect l="l" t="t" r="r" b="b"/>
              <a:pathLst>
                <a:path w="614749" h="570410" extrusionOk="0">
                  <a:moveTo>
                    <a:pt x="169159" y="0"/>
                  </a:moveTo>
                  <a:lnTo>
                    <a:pt x="445591" y="0"/>
                  </a:lnTo>
                  <a:cubicBezTo>
                    <a:pt x="539014" y="0"/>
                    <a:pt x="614749" y="75735"/>
                    <a:pt x="614749" y="169159"/>
                  </a:cubicBezTo>
                  <a:lnTo>
                    <a:pt x="614749" y="401252"/>
                  </a:lnTo>
                  <a:cubicBezTo>
                    <a:pt x="614749" y="446115"/>
                    <a:pt x="596927" y="489142"/>
                    <a:pt x="565204" y="520865"/>
                  </a:cubicBezTo>
                  <a:cubicBezTo>
                    <a:pt x="533480" y="552588"/>
                    <a:pt x="490454" y="570410"/>
                    <a:pt x="445591" y="570410"/>
                  </a:cubicBezTo>
                  <a:lnTo>
                    <a:pt x="169159" y="570410"/>
                  </a:lnTo>
                  <a:cubicBezTo>
                    <a:pt x="75735" y="570410"/>
                    <a:pt x="0" y="494675"/>
                    <a:pt x="0" y="401252"/>
                  </a:cubicBezTo>
                  <a:lnTo>
                    <a:pt x="0" y="169159"/>
                  </a:lnTo>
                  <a:cubicBezTo>
                    <a:pt x="0" y="75735"/>
                    <a:pt x="75735" y="0"/>
                    <a:pt x="169159" y="0"/>
                  </a:cubicBezTo>
                  <a:close/>
                </a:path>
              </a:pathLst>
            </a:custGeom>
            <a:solidFill>
              <a:srgbClr val="0A0889">
                <a:alpha val="8431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12"/>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289" name="Google Shape;289;p12"/>
          <p:cNvPicPr preferRelativeResize="0"/>
          <p:nvPr/>
        </p:nvPicPr>
        <p:blipFill rotWithShape="1">
          <a:blip r:embed="rId6">
            <a:alphaModFix/>
          </a:blip>
          <a:srcRect/>
          <a:stretch/>
        </p:blipFill>
        <p:spPr>
          <a:xfrm>
            <a:off x="2904417" y="502145"/>
            <a:ext cx="2236010" cy="1880282"/>
          </a:xfrm>
          <a:prstGeom prst="rect">
            <a:avLst/>
          </a:prstGeom>
          <a:noFill/>
          <a:ln>
            <a:noFill/>
          </a:ln>
        </p:spPr>
      </p:pic>
      <p:grpSp>
        <p:nvGrpSpPr>
          <p:cNvPr id="290" name="Google Shape;290;p12"/>
          <p:cNvGrpSpPr/>
          <p:nvPr/>
        </p:nvGrpSpPr>
        <p:grpSpPr>
          <a:xfrm>
            <a:off x="17336742" y="5659577"/>
            <a:ext cx="554477" cy="556962"/>
            <a:chOff x="1813" y="0"/>
            <a:chExt cx="809173" cy="812800"/>
          </a:xfrm>
        </p:grpSpPr>
        <p:sp>
          <p:nvSpPr>
            <p:cNvPr id="291" name="Google Shape;291;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alpha val="8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1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93" name="Google Shape;293;p12"/>
          <p:cNvGrpSpPr/>
          <p:nvPr/>
        </p:nvGrpSpPr>
        <p:grpSpPr>
          <a:xfrm>
            <a:off x="1532642" y="8668594"/>
            <a:ext cx="772252" cy="775714"/>
            <a:chOff x="1813" y="0"/>
            <a:chExt cx="809173" cy="812800"/>
          </a:xfrm>
        </p:grpSpPr>
        <p:sp>
          <p:nvSpPr>
            <p:cNvPr id="294" name="Google Shape;294;p1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0A0889">
                <a:alpha val="8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12"/>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3E3EF"/>
        </a:solidFill>
        <a:effectLst/>
      </p:bgPr>
    </p:bg>
    <p:spTree>
      <p:nvGrpSpPr>
        <p:cNvPr id="1" name="Shape 299"/>
        <p:cNvGrpSpPr/>
        <p:nvPr/>
      </p:nvGrpSpPr>
      <p:grpSpPr>
        <a:xfrm>
          <a:off x="0" y="0"/>
          <a:ext cx="0" cy="0"/>
          <a:chOff x="0" y="0"/>
          <a:chExt cx="0" cy="0"/>
        </a:xfrm>
      </p:grpSpPr>
      <p:grpSp>
        <p:nvGrpSpPr>
          <p:cNvPr id="300" name="Google Shape;300;p13"/>
          <p:cNvGrpSpPr/>
          <p:nvPr/>
        </p:nvGrpSpPr>
        <p:grpSpPr>
          <a:xfrm>
            <a:off x="4135952" y="978454"/>
            <a:ext cx="10016095" cy="3194593"/>
            <a:chOff x="0" y="-28575"/>
            <a:chExt cx="2637984" cy="841375"/>
          </a:xfrm>
        </p:grpSpPr>
        <p:sp>
          <p:nvSpPr>
            <p:cNvPr id="301" name="Google Shape;301;p13"/>
            <p:cNvSpPr/>
            <p:nvPr/>
          </p:nvSpPr>
          <p:spPr>
            <a:xfrm>
              <a:off x="0" y="0"/>
              <a:ext cx="2637984" cy="396356"/>
            </a:xfrm>
            <a:custGeom>
              <a:avLst/>
              <a:gdLst/>
              <a:ahLst/>
              <a:cxnLst/>
              <a:rect l="l" t="t" r="r" b="b"/>
              <a:pathLst>
                <a:path w="2637984" h="396356" extrusionOk="0">
                  <a:moveTo>
                    <a:pt x="39420" y="0"/>
                  </a:moveTo>
                  <a:lnTo>
                    <a:pt x="2598564" y="0"/>
                  </a:lnTo>
                  <a:cubicBezTo>
                    <a:pt x="2620335" y="0"/>
                    <a:pt x="2637984" y="17649"/>
                    <a:pt x="2637984" y="39420"/>
                  </a:cubicBezTo>
                  <a:lnTo>
                    <a:pt x="2637984" y="356935"/>
                  </a:lnTo>
                  <a:cubicBezTo>
                    <a:pt x="2637984" y="378707"/>
                    <a:pt x="2620335" y="396356"/>
                    <a:pt x="2598564" y="396356"/>
                  </a:cubicBezTo>
                  <a:lnTo>
                    <a:pt x="39420" y="396356"/>
                  </a:lnTo>
                  <a:cubicBezTo>
                    <a:pt x="17649" y="396356"/>
                    <a:pt x="0" y="378707"/>
                    <a:pt x="0" y="356935"/>
                  </a:cubicBezTo>
                  <a:lnTo>
                    <a:pt x="0" y="39420"/>
                  </a:lnTo>
                  <a:cubicBezTo>
                    <a:pt x="0" y="17649"/>
                    <a:pt x="17649" y="0"/>
                    <a:pt x="39420" y="0"/>
                  </a:cubicBezTo>
                  <a:close/>
                </a:path>
              </a:pathLst>
            </a:custGeom>
            <a:solidFill>
              <a:srgbClr val="0A0889">
                <a:alpha val="8352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13"/>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303" name="Google Shape;303;p13"/>
          <p:cNvPicPr preferRelativeResize="0"/>
          <p:nvPr/>
        </p:nvPicPr>
        <p:blipFill rotWithShape="1">
          <a:blip r:embed="rId3">
            <a:alphaModFix/>
          </a:blip>
          <a:srcRect l="6297" t="3179" r="6543" b="7898"/>
          <a:stretch/>
        </p:blipFill>
        <p:spPr>
          <a:xfrm>
            <a:off x="610077" y="3170964"/>
            <a:ext cx="5956847" cy="6308243"/>
          </a:xfrm>
          <a:prstGeom prst="rect">
            <a:avLst/>
          </a:prstGeom>
          <a:noFill/>
          <a:ln>
            <a:noFill/>
          </a:ln>
        </p:spPr>
      </p:pic>
      <p:cxnSp>
        <p:nvCxnSpPr>
          <p:cNvPr id="304" name="Google Shape;304;p13"/>
          <p:cNvCxnSpPr/>
          <p:nvPr/>
        </p:nvCxnSpPr>
        <p:spPr>
          <a:xfrm>
            <a:off x="6510862" y="4900924"/>
            <a:ext cx="3779265" cy="0"/>
          </a:xfrm>
          <a:prstGeom prst="straightConnector1">
            <a:avLst/>
          </a:prstGeom>
          <a:noFill/>
          <a:ln w="76200" cap="flat" cmpd="sng">
            <a:solidFill>
              <a:srgbClr val="110F92"/>
            </a:solidFill>
            <a:prstDash val="solid"/>
            <a:round/>
            <a:headEnd type="triangle" w="med" len="med"/>
            <a:tailEnd type="none" w="sm" len="sm"/>
          </a:ln>
        </p:spPr>
      </p:cxnSp>
      <p:pic>
        <p:nvPicPr>
          <p:cNvPr id="305" name="Google Shape;305;p13"/>
          <p:cNvPicPr preferRelativeResize="0"/>
          <p:nvPr/>
        </p:nvPicPr>
        <p:blipFill rotWithShape="1">
          <a:blip r:embed="rId4">
            <a:alphaModFix/>
          </a:blip>
          <a:srcRect/>
          <a:stretch/>
        </p:blipFill>
        <p:spPr>
          <a:xfrm>
            <a:off x="10912356" y="2881413"/>
            <a:ext cx="6479383" cy="6887344"/>
          </a:xfrm>
          <a:prstGeom prst="rect">
            <a:avLst/>
          </a:prstGeom>
          <a:noFill/>
          <a:ln>
            <a:noFill/>
          </a:ln>
        </p:spPr>
      </p:pic>
      <p:grpSp>
        <p:nvGrpSpPr>
          <p:cNvPr id="306" name="Google Shape;306;p13"/>
          <p:cNvGrpSpPr/>
          <p:nvPr/>
        </p:nvGrpSpPr>
        <p:grpSpPr>
          <a:xfrm>
            <a:off x="10912356" y="2883400"/>
            <a:ext cx="3086105" cy="3194587"/>
            <a:chOff x="0" y="-28575"/>
            <a:chExt cx="812800" cy="841375"/>
          </a:xfrm>
        </p:grpSpPr>
        <p:sp>
          <p:nvSpPr>
            <p:cNvPr id="307" name="Google Shape;307;p13"/>
            <p:cNvSpPr/>
            <p:nvPr/>
          </p:nvSpPr>
          <p:spPr>
            <a:xfrm>
              <a:off x="0" y="0"/>
              <a:ext cx="145801" cy="84914"/>
            </a:xfrm>
            <a:custGeom>
              <a:avLst/>
              <a:gdLst/>
              <a:ahLst/>
              <a:cxnLst/>
              <a:rect l="l" t="t" r="r" b="b"/>
              <a:pathLst>
                <a:path w="145801" h="84914" extrusionOk="0">
                  <a:moveTo>
                    <a:pt x="0" y="0"/>
                  </a:moveTo>
                  <a:lnTo>
                    <a:pt x="145801" y="0"/>
                  </a:lnTo>
                  <a:lnTo>
                    <a:pt x="145801" y="84914"/>
                  </a:lnTo>
                  <a:lnTo>
                    <a:pt x="0" y="84914"/>
                  </a:lnTo>
                  <a:close/>
                </a:path>
              </a:pathLst>
            </a:custGeom>
            <a:solidFill>
              <a:srgbClr val="FFFFFF"/>
            </a:solidFill>
            <a:ln>
              <a:noFill/>
            </a:ln>
          </p:spPr>
          <p:txBody>
            <a:bodyPr/>
            <a:lstStyle/>
            <a:p>
              <a:endParaRPr lang="en-US"/>
            </a:p>
          </p:txBody>
        </p:sp>
        <p:sp>
          <p:nvSpPr>
            <p:cNvPr id="308" name="Google Shape;308;p13"/>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09" name="Google Shape;309;p13"/>
          <p:cNvSpPr txBox="1"/>
          <p:nvPr/>
        </p:nvSpPr>
        <p:spPr>
          <a:xfrm>
            <a:off x="4135952" y="1247909"/>
            <a:ext cx="10016095" cy="10686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6300"/>
              <a:buFont typeface="Arial"/>
              <a:buNone/>
            </a:pPr>
            <a:r>
              <a:rPr lang="en-US" sz="6300" b="0" i="0" u="none" strike="noStrike" cap="none">
                <a:solidFill>
                  <a:srgbClr val="FFFFFF"/>
                </a:solidFill>
                <a:latin typeface="Libre Baskerville"/>
                <a:ea typeface="Libre Baskerville"/>
                <a:cs typeface="Libre Baskerville"/>
                <a:sym typeface="Libre Baskerville"/>
              </a:rPr>
              <a:t>THE OZONE-HOLE</a:t>
            </a:r>
            <a:endParaRPr sz="1400" b="0" i="0" u="none" strike="noStrike" cap="none">
              <a:solidFill>
                <a:srgbClr val="000000"/>
              </a:solidFill>
              <a:latin typeface="Arial"/>
              <a:ea typeface="Arial"/>
              <a:cs typeface="Arial"/>
              <a:sym typeface="Arial"/>
            </a:endParaRPr>
          </a:p>
        </p:txBody>
      </p:sp>
      <p:sp>
        <p:nvSpPr>
          <p:cNvPr id="310" name="Google Shape;310;p13"/>
          <p:cNvSpPr txBox="1"/>
          <p:nvPr/>
        </p:nvSpPr>
        <p:spPr>
          <a:xfrm>
            <a:off x="10632031" y="2249600"/>
            <a:ext cx="4711800" cy="2463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Arial"/>
                <a:ea typeface="Arial"/>
                <a:cs typeface="Arial"/>
                <a:sym typeface="Arial"/>
              </a:rPr>
              <a:t>A  MOST  RECENT  DATA</a:t>
            </a:r>
            <a:r>
              <a:rPr lang="en-US" sz="1600" b="0" i="0" u="none" strike="noStrike" cap="none">
                <a:solidFill>
                  <a:srgbClr val="000000"/>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311" name="Google Shape;311;p13"/>
          <p:cNvSpPr txBox="1"/>
          <p:nvPr/>
        </p:nvSpPr>
        <p:spPr>
          <a:xfrm>
            <a:off x="6677324" y="5143500"/>
            <a:ext cx="4224629" cy="2585323"/>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000"/>
              <a:buFont typeface="Arial"/>
              <a:buNone/>
            </a:pPr>
            <a:r>
              <a:rPr lang="en-US" sz="2000" b="1" i="0" u="none" strike="noStrike" cap="none" dirty="0">
                <a:solidFill>
                  <a:srgbClr val="110F92"/>
                </a:solidFill>
                <a:latin typeface="Libre Baskerville"/>
                <a:ea typeface="Libre Baskerville"/>
                <a:cs typeface="Libre Baskerville"/>
                <a:sym typeface="Libre Baskerville"/>
              </a:rPr>
              <a:t>False-color view of total ozone over the Antarctic pole. </a:t>
            </a:r>
            <a:r>
              <a:rPr lang="en-US" sz="2000" b="1" i="0" u="none" strike="noStrike" cap="none" dirty="0">
                <a:solidFill>
                  <a:schemeClr val="bg2">
                    <a:lumMod val="60000"/>
                    <a:lumOff val="40000"/>
                  </a:schemeClr>
                </a:solidFill>
                <a:latin typeface="Libre Baskerville"/>
                <a:ea typeface="Libre Baskerville"/>
                <a:cs typeface="Libre Baskerville"/>
                <a:sym typeface="Libre Baskerville"/>
              </a:rPr>
              <a:t>The purple and blue colors are where there is the least ozon</a:t>
            </a:r>
            <a:r>
              <a:rPr lang="en-US" sz="2000" b="1" i="0" u="none" strike="noStrike" cap="none" dirty="0">
                <a:solidFill>
                  <a:srgbClr val="110F92"/>
                </a:solidFill>
                <a:latin typeface="Libre Baskerville"/>
                <a:ea typeface="Libre Baskerville"/>
                <a:cs typeface="Libre Baskerville"/>
                <a:sym typeface="Libre Baskerville"/>
              </a:rPr>
              <a:t>e, and </a:t>
            </a:r>
            <a:r>
              <a:rPr lang="en-US" sz="2000" b="1" i="0" u="none" strike="noStrike" cap="none" dirty="0">
                <a:solidFill>
                  <a:srgbClr val="FF0000"/>
                </a:solidFill>
                <a:latin typeface="Libre Baskerville"/>
                <a:ea typeface="Libre Baskerville"/>
                <a:cs typeface="Libre Baskerville"/>
                <a:sym typeface="Libre Baskerville"/>
              </a:rPr>
              <a:t>the yellows and reds are where there is more ozone</a:t>
            </a:r>
            <a:endParaRPr sz="1200" b="1" i="0" u="none" strike="noStrike" cap="none" dirty="0">
              <a:solidFill>
                <a:srgbClr val="FF0000"/>
              </a:solidFill>
              <a:latin typeface="Arial"/>
              <a:ea typeface="Arial"/>
              <a:cs typeface="Arial"/>
              <a:sym typeface="Arial"/>
            </a:endParaRPr>
          </a:p>
        </p:txBody>
      </p:sp>
      <p:sp>
        <p:nvSpPr>
          <p:cNvPr id="312" name="Google Shape;312;p13"/>
          <p:cNvSpPr txBox="1"/>
          <p:nvPr/>
        </p:nvSpPr>
        <p:spPr>
          <a:xfrm>
            <a:off x="6677324" y="4256232"/>
            <a:ext cx="3612803" cy="624786"/>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900"/>
              <a:buFont typeface="Arial"/>
              <a:buNone/>
            </a:pPr>
            <a:r>
              <a:rPr lang="en-US" sz="2900" b="1" i="0" u="none" strike="noStrike" cap="none" dirty="0">
                <a:solidFill>
                  <a:srgbClr val="110F92"/>
                </a:solidFill>
                <a:latin typeface="Libre Baskerville"/>
                <a:ea typeface="Libre Baskerville"/>
                <a:cs typeface="Libre Baskerville"/>
                <a:sym typeface="Libre Baskerville"/>
              </a:rPr>
              <a:t>3 November 2022</a:t>
            </a:r>
            <a:endParaRPr sz="1400" b="0" i="0" u="none" strike="noStrike" cap="none" dirty="0">
              <a:solidFill>
                <a:srgbClr val="000000"/>
              </a:solidFill>
              <a:latin typeface="Arial"/>
              <a:ea typeface="Arial"/>
              <a:cs typeface="Arial"/>
              <a:sym typeface="Arial"/>
            </a:endParaRPr>
          </a:p>
        </p:txBody>
      </p:sp>
      <p:sp>
        <p:nvSpPr>
          <p:cNvPr id="313" name="Google Shape;313;p13"/>
          <p:cNvSpPr txBox="1"/>
          <p:nvPr/>
        </p:nvSpPr>
        <p:spPr>
          <a:xfrm>
            <a:off x="10936792" y="2918062"/>
            <a:ext cx="701100" cy="354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00"/>
              <a:buFont typeface="Arial"/>
              <a:buNone/>
            </a:pPr>
            <a:r>
              <a:rPr lang="en-US" sz="2300" b="1" i="0" u="none" strike="noStrike" cap="none">
                <a:solidFill>
                  <a:srgbClr val="000000"/>
                </a:solidFill>
                <a:latin typeface="Libre Baskerville"/>
                <a:ea typeface="Libre Baskerville"/>
                <a:cs typeface="Libre Baskerville"/>
                <a:sym typeface="Libre Baskerville"/>
              </a:rPr>
              <a:t>1979</a:t>
            </a:r>
            <a:endParaRPr sz="1300" b="0" i="0" u="none" strike="noStrike" cap="none">
              <a:solidFill>
                <a:srgbClr val="000000"/>
              </a:solidFill>
              <a:latin typeface="Arial"/>
              <a:ea typeface="Arial"/>
              <a:cs typeface="Arial"/>
              <a:sym typeface="Arial"/>
            </a:endParaRPr>
          </a:p>
        </p:txBody>
      </p:sp>
      <p:grpSp>
        <p:nvGrpSpPr>
          <p:cNvPr id="314" name="Google Shape;314;p13"/>
          <p:cNvGrpSpPr/>
          <p:nvPr/>
        </p:nvGrpSpPr>
        <p:grpSpPr>
          <a:xfrm>
            <a:off x="14076681" y="2883400"/>
            <a:ext cx="3086105" cy="3194587"/>
            <a:chOff x="0" y="-28575"/>
            <a:chExt cx="812800" cy="841375"/>
          </a:xfrm>
        </p:grpSpPr>
        <p:sp>
          <p:nvSpPr>
            <p:cNvPr id="315" name="Google Shape;315;p13"/>
            <p:cNvSpPr/>
            <p:nvPr/>
          </p:nvSpPr>
          <p:spPr>
            <a:xfrm>
              <a:off x="0" y="0"/>
              <a:ext cx="145801" cy="84914"/>
            </a:xfrm>
            <a:custGeom>
              <a:avLst/>
              <a:gdLst/>
              <a:ahLst/>
              <a:cxnLst/>
              <a:rect l="l" t="t" r="r" b="b"/>
              <a:pathLst>
                <a:path w="145801" h="84914" extrusionOk="0">
                  <a:moveTo>
                    <a:pt x="0" y="0"/>
                  </a:moveTo>
                  <a:lnTo>
                    <a:pt x="145801" y="0"/>
                  </a:lnTo>
                  <a:lnTo>
                    <a:pt x="145801" y="84914"/>
                  </a:lnTo>
                  <a:lnTo>
                    <a:pt x="0" y="84914"/>
                  </a:lnTo>
                  <a:close/>
                </a:path>
              </a:pathLst>
            </a:custGeom>
            <a:solidFill>
              <a:srgbClr val="FFFFFF"/>
            </a:solidFill>
            <a:ln>
              <a:noFill/>
            </a:ln>
          </p:spPr>
          <p:txBody>
            <a:bodyPr/>
            <a:lstStyle/>
            <a:p>
              <a:endParaRPr lang="en-US"/>
            </a:p>
          </p:txBody>
        </p:sp>
        <p:sp>
          <p:nvSpPr>
            <p:cNvPr id="316" name="Google Shape;316;p13"/>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17" name="Google Shape;317;p13"/>
          <p:cNvGrpSpPr/>
          <p:nvPr/>
        </p:nvGrpSpPr>
        <p:grpSpPr>
          <a:xfrm>
            <a:off x="11010562" y="5894184"/>
            <a:ext cx="3086105" cy="3194587"/>
            <a:chOff x="0" y="-28575"/>
            <a:chExt cx="812800" cy="841375"/>
          </a:xfrm>
        </p:grpSpPr>
        <p:sp>
          <p:nvSpPr>
            <p:cNvPr id="318" name="Google Shape;318;p13"/>
            <p:cNvSpPr/>
            <p:nvPr/>
          </p:nvSpPr>
          <p:spPr>
            <a:xfrm>
              <a:off x="0" y="0"/>
              <a:ext cx="145801" cy="84914"/>
            </a:xfrm>
            <a:custGeom>
              <a:avLst/>
              <a:gdLst/>
              <a:ahLst/>
              <a:cxnLst/>
              <a:rect l="l" t="t" r="r" b="b"/>
              <a:pathLst>
                <a:path w="145801" h="84914" extrusionOk="0">
                  <a:moveTo>
                    <a:pt x="0" y="0"/>
                  </a:moveTo>
                  <a:lnTo>
                    <a:pt x="145801" y="0"/>
                  </a:lnTo>
                  <a:lnTo>
                    <a:pt x="145801" y="84914"/>
                  </a:lnTo>
                  <a:lnTo>
                    <a:pt x="0" y="84914"/>
                  </a:lnTo>
                  <a:close/>
                </a:path>
              </a:pathLst>
            </a:custGeom>
            <a:solidFill>
              <a:srgbClr val="FFFFFF"/>
            </a:solidFill>
            <a:ln>
              <a:noFill/>
            </a:ln>
          </p:spPr>
          <p:txBody>
            <a:bodyPr/>
            <a:lstStyle/>
            <a:p>
              <a:endParaRPr lang="en-US"/>
            </a:p>
          </p:txBody>
        </p:sp>
        <p:sp>
          <p:nvSpPr>
            <p:cNvPr id="319" name="Google Shape;319;p13"/>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20" name="Google Shape;320;p13"/>
          <p:cNvGrpSpPr/>
          <p:nvPr/>
        </p:nvGrpSpPr>
        <p:grpSpPr>
          <a:xfrm>
            <a:off x="14152048" y="5894184"/>
            <a:ext cx="3086105" cy="3194587"/>
            <a:chOff x="0" y="-28575"/>
            <a:chExt cx="812800" cy="841375"/>
          </a:xfrm>
        </p:grpSpPr>
        <p:sp>
          <p:nvSpPr>
            <p:cNvPr id="321" name="Google Shape;321;p13"/>
            <p:cNvSpPr/>
            <p:nvPr/>
          </p:nvSpPr>
          <p:spPr>
            <a:xfrm>
              <a:off x="0" y="0"/>
              <a:ext cx="145801" cy="84914"/>
            </a:xfrm>
            <a:custGeom>
              <a:avLst/>
              <a:gdLst/>
              <a:ahLst/>
              <a:cxnLst/>
              <a:rect l="l" t="t" r="r" b="b"/>
              <a:pathLst>
                <a:path w="145801" h="84914" extrusionOk="0">
                  <a:moveTo>
                    <a:pt x="0" y="0"/>
                  </a:moveTo>
                  <a:lnTo>
                    <a:pt x="145801" y="0"/>
                  </a:lnTo>
                  <a:lnTo>
                    <a:pt x="145801" y="84914"/>
                  </a:lnTo>
                  <a:lnTo>
                    <a:pt x="0" y="84914"/>
                  </a:lnTo>
                  <a:close/>
                </a:path>
              </a:pathLst>
            </a:custGeom>
            <a:solidFill>
              <a:srgbClr val="FFFFFF"/>
            </a:solidFill>
            <a:ln>
              <a:noFill/>
            </a:ln>
          </p:spPr>
          <p:txBody>
            <a:bodyPr/>
            <a:lstStyle/>
            <a:p>
              <a:endParaRPr lang="en-US"/>
            </a:p>
          </p:txBody>
        </p:sp>
        <p:sp>
          <p:nvSpPr>
            <p:cNvPr id="322" name="Google Shape;322;p13"/>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23" name="Google Shape;323;p13"/>
          <p:cNvSpPr txBox="1"/>
          <p:nvPr/>
        </p:nvSpPr>
        <p:spPr>
          <a:xfrm>
            <a:off x="14008864" y="2918062"/>
            <a:ext cx="689100" cy="354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00"/>
              <a:buFont typeface="Arial"/>
              <a:buNone/>
            </a:pPr>
            <a:r>
              <a:rPr lang="en-US" sz="2300" b="1" i="0" u="none" strike="noStrike" cap="none">
                <a:solidFill>
                  <a:srgbClr val="000000"/>
                </a:solidFill>
                <a:latin typeface="Libre Baskerville"/>
                <a:ea typeface="Libre Baskerville"/>
                <a:cs typeface="Libre Baskerville"/>
                <a:sym typeface="Libre Baskerville"/>
              </a:rPr>
              <a:t>1987</a:t>
            </a:r>
            <a:endParaRPr sz="1300" b="0" i="0" u="none" strike="noStrike" cap="none">
              <a:solidFill>
                <a:srgbClr val="000000"/>
              </a:solidFill>
              <a:latin typeface="Arial"/>
              <a:ea typeface="Arial"/>
              <a:cs typeface="Arial"/>
              <a:sym typeface="Arial"/>
            </a:endParaRPr>
          </a:p>
        </p:txBody>
      </p:sp>
      <p:sp>
        <p:nvSpPr>
          <p:cNvPr id="324" name="Google Shape;324;p13"/>
          <p:cNvSpPr txBox="1"/>
          <p:nvPr/>
        </p:nvSpPr>
        <p:spPr>
          <a:xfrm>
            <a:off x="10936792" y="5928846"/>
            <a:ext cx="864300" cy="354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00"/>
              <a:buFont typeface="Arial"/>
              <a:buNone/>
            </a:pPr>
            <a:r>
              <a:rPr lang="en-US" sz="2300" b="1" i="0" u="none" strike="noStrike" cap="none">
                <a:solidFill>
                  <a:srgbClr val="000000"/>
                </a:solidFill>
                <a:latin typeface="Libre Baskerville"/>
                <a:ea typeface="Libre Baskerville"/>
                <a:cs typeface="Libre Baskerville"/>
                <a:sym typeface="Libre Baskerville"/>
              </a:rPr>
              <a:t>2006</a:t>
            </a:r>
            <a:endParaRPr sz="1300" b="0" i="0" u="none" strike="noStrike" cap="none">
              <a:solidFill>
                <a:srgbClr val="000000"/>
              </a:solidFill>
              <a:latin typeface="Arial"/>
              <a:ea typeface="Arial"/>
              <a:cs typeface="Arial"/>
              <a:sym typeface="Arial"/>
            </a:endParaRPr>
          </a:p>
        </p:txBody>
      </p:sp>
      <p:sp>
        <p:nvSpPr>
          <p:cNvPr id="325" name="Google Shape;325;p13"/>
          <p:cNvSpPr txBox="1"/>
          <p:nvPr/>
        </p:nvSpPr>
        <p:spPr>
          <a:xfrm>
            <a:off x="14081626" y="5964579"/>
            <a:ext cx="694500" cy="354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300"/>
              <a:buFont typeface="Arial"/>
              <a:buNone/>
            </a:pPr>
            <a:r>
              <a:rPr lang="en-US" sz="2300" b="1" i="0" u="none" strike="noStrike" cap="none">
                <a:solidFill>
                  <a:srgbClr val="000000"/>
                </a:solidFill>
                <a:latin typeface="Libre Baskerville"/>
                <a:ea typeface="Libre Baskerville"/>
                <a:cs typeface="Libre Baskerville"/>
                <a:sym typeface="Libre Baskerville"/>
              </a:rPr>
              <a:t>2011</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2E08"/>
        </a:solidFill>
        <a:effectLst/>
      </p:bgPr>
    </p:bg>
    <p:spTree>
      <p:nvGrpSpPr>
        <p:cNvPr id="1" name="Shape 329"/>
        <p:cNvGrpSpPr/>
        <p:nvPr/>
      </p:nvGrpSpPr>
      <p:grpSpPr>
        <a:xfrm>
          <a:off x="0" y="0"/>
          <a:ext cx="0" cy="0"/>
          <a:chOff x="0" y="0"/>
          <a:chExt cx="0" cy="0"/>
        </a:xfrm>
      </p:grpSpPr>
      <p:grpSp>
        <p:nvGrpSpPr>
          <p:cNvPr id="330" name="Google Shape;330;g18466df7828_2_32"/>
          <p:cNvGrpSpPr/>
          <p:nvPr/>
        </p:nvGrpSpPr>
        <p:grpSpPr>
          <a:xfrm>
            <a:off x="1680005" y="1857299"/>
            <a:ext cx="1741178" cy="1748983"/>
            <a:chOff x="1813" y="0"/>
            <a:chExt cx="809173" cy="812800"/>
          </a:xfrm>
        </p:grpSpPr>
        <p:sp>
          <p:nvSpPr>
            <p:cNvPr id="331" name="Google Shape;331;g18466df7828_2_3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6941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g18466df7828_2_32"/>
            <p:cNvSpPr txBox="1"/>
            <p:nvPr/>
          </p:nvSpPr>
          <p:spPr>
            <a:xfrm>
              <a:off x="76200" y="47625"/>
              <a:ext cx="660300" cy="689100"/>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33" name="Google Shape;333;g18466df7828_2_32"/>
          <p:cNvSpPr txBox="1"/>
          <p:nvPr/>
        </p:nvSpPr>
        <p:spPr>
          <a:xfrm>
            <a:off x="4140026" y="1263979"/>
            <a:ext cx="10008000" cy="800400"/>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Clr>
                <a:srgbClr val="000000"/>
              </a:buClr>
              <a:buSzPts val="5199"/>
              <a:buFont typeface="Arial"/>
              <a:buNone/>
            </a:pPr>
            <a:r>
              <a:rPr lang="en-US" sz="5199" b="1" i="0" u="none" strike="noStrike" cap="none">
                <a:solidFill>
                  <a:srgbClr val="5EDB12"/>
                </a:solidFill>
                <a:latin typeface="Libre Baskerville"/>
                <a:ea typeface="Libre Baskerville"/>
                <a:cs typeface="Libre Baskerville"/>
                <a:sym typeface="Libre Baskerville"/>
              </a:rPr>
              <a:t>OZONE-HOLE CHANGING</a:t>
            </a:r>
            <a:endParaRPr sz="1400" b="0" i="0" u="none" strike="noStrike" cap="none">
              <a:solidFill>
                <a:srgbClr val="000000"/>
              </a:solidFill>
              <a:latin typeface="Arial"/>
              <a:ea typeface="Arial"/>
              <a:cs typeface="Arial"/>
              <a:sym typeface="Arial"/>
            </a:endParaRPr>
          </a:p>
        </p:txBody>
      </p:sp>
      <p:grpSp>
        <p:nvGrpSpPr>
          <p:cNvPr id="334" name="Google Shape;334;g18466df7828_2_32"/>
          <p:cNvGrpSpPr/>
          <p:nvPr/>
        </p:nvGrpSpPr>
        <p:grpSpPr>
          <a:xfrm>
            <a:off x="1908382" y="4599536"/>
            <a:ext cx="1083078" cy="1087933"/>
            <a:chOff x="1813" y="0"/>
            <a:chExt cx="809173" cy="812800"/>
          </a:xfrm>
        </p:grpSpPr>
        <p:sp>
          <p:nvSpPr>
            <p:cNvPr id="335" name="Google Shape;335;g18466df7828_2_3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6941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g18466df7828_2_32"/>
            <p:cNvSpPr txBox="1"/>
            <p:nvPr/>
          </p:nvSpPr>
          <p:spPr>
            <a:xfrm>
              <a:off x="76200" y="47625"/>
              <a:ext cx="660300" cy="689100"/>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37" name="Google Shape;337;g18466df7828_2_32"/>
          <p:cNvGrpSpPr/>
          <p:nvPr/>
        </p:nvGrpSpPr>
        <p:grpSpPr>
          <a:xfrm>
            <a:off x="2033995" y="8170417"/>
            <a:ext cx="831830" cy="835558"/>
            <a:chOff x="1813" y="0"/>
            <a:chExt cx="809173" cy="812800"/>
          </a:xfrm>
        </p:grpSpPr>
        <p:sp>
          <p:nvSpPr>
            <p:cNvPr id="338" name="Google Shape;338;g18466df7828_2_3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6941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g18466df7828_2_32"/>
            <p:cNvSpPr txBox="1"/>
            <p:nvPr/>
          </p:nvSpPr>
          <p:spPr>
            <a:xfrm>
              <a:off x="76200" y="47625"/>
              <a:ext cx="660300" cy="689100"/>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40" name="Google Shape;340;g18466df7828_2_32"/>
          <p:cNvGrpSpPr/>
          <p:nvPr/>
        </p:nvGrpSpPr>
        <p:grpSpPr>
          <a:xfrm>
            <a:off x="14254565" y="2788978"/>
            <a:ext cx="2344012" cy="2354519"/>
            <a:chOff x="1813" y="0"/>
            <a:chExt cx="809173" cy="812800"/>
          </a:xfrm>
        </p:grpSpPr>
        <p:sp>
          <p:nvSpPr>
            <p:cNvPr id="341" name="Google Shape;341;g18466df7828_2_3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6941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g18466df7828_2_32"/>
            <p:cNvSpPr txBox="1"/>
            <p:nvPr/>
          </p:nvSpPr>
          <p:spPr>
            <a:xfrm>
              <a:off x="76200" y="47625"/>
              <a:ext cx="660300" cy="689100"/>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43" name="Google Shape;343;g18466df7828_2_32"/>
          <p:cNvGrpSpPr/>
          <p:nvPr/>
        </p:nvGrpSpPr>
        <p:grpSpPr>
          <a:xfrm>
            <a:off x="14147966" y="5366600"/>
            <a:ext cx="1685912" cy="1693469"/>
            <a:chOff x="1813" y="0"/>
            <a:chExt cx="809173" cy="812800"/>
          </a:xfrm>
        </p:grpSpPr>
        <p:sp>
          <p:nvSpPr>
            <p:cNvPr id="344" name="Google Shape;344;g18466df7828_2_3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6941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g18466df7828_2_32"/>
            <p:cNvSpPr txBox="1"/>
            <p:nvPr/>
          </p:nvSpPr>
          <p:spPr>
            <a:xfrm>
              <a:off x="76200" y="47625"/>
              <a:ext cx="660300" cy="689100"/>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46" name="Google Shape;346;g18466df7828_2_32"/>
          <p:cNvGrpSpPr/>
          <p:nvPr/>
        </p:nvGrpSpPr>
        <p:grpSpPr>
          <a:xfrm>
            <a:off x="15401270" y="7828723"/>
            <a:ext cx="1172006" cy="1177260"/>
            <a:chOff x="1813" y="0"/>
            <a:chExt cx="809173" cy="812800"/>
          </a:xfrm>
        </p:grpSpPr>
        <p:sp>
          <p:nvSpPr>
            <p:cNvPr id="347" name="Google Shape;347;g18466df7828_2_3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6941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g18466df7828_2_32"/>
            <p:cNvSpPr txBox="1"/>
            <p:nvPr/>
          </p:nvSpPr>
          <p:spPr>
            <a:xfrm>
              <a:off x="76200" y="47625"/>
              <a:ext cx="660300" cy="689100"/>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49" name="Google Shape;349;g18466df7828_2_32"/>
          <p:cNvGrpSpPr/>
          <p:nvPr/>
        </p:nvGrpSpPr>
        <p:grpSpPr>
          <a:xfrm>
            <a:off x="1908381" y="4092405"/>
            <a:ext cx="649847" cy="652760"/>
            <a:chOff x="1813" y="0"/>
            <a:chExt cx="809173" cy="812800"/>
          </a:xfrm>
        </p:grpSpPr>
        <p:sp>
          <p:nvSpPr>
            <p:cNvPr id="350" name="Google Shape;350;g18466df7828_2_32"/>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6941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g18466df7828_2_32"/>
            <p:cNvSpPr txBox="1"/>
            <p:nvPr/>
          </p:nvSpPr>
          <p:spPr>
            <a:xfrm>
              <a:off x="76200" y="47625"/>
              <a:ext cx="660300" cy="689100"/>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352" name="Google Shape;352;g18466df7828_2_32" descr="Ozone 101 is the first in a series of explainer videos outlining the fundamentals of popular Earth science topics. Let’s back up to the basics and understand what caused the Ozone Hole, its effects on the planet, and what scientists predict will happen in future decades.&#10;&#10;Music credit: “Glacial Shifts,” “Crystallize,” and “Morning Dew” from Universal Production Music&#10;&#10;Credit: NASA's Goddard Space Flight Center&#10;Kathleen Gaeta(GSFC AIMMS): Lead Producer&#10;Paul Newman NASA/GSFC): Lead Scientist&#10;Adriana Manrique Gutierrez (KBRwyle): Lead Animator&#10;Walt Feimer (KBRwyle): Animator&#10;Alexander Bodnar (AIMM): Animator&#10;Susan Strahan (USRA): Scientist&#10;&#10;This video can be freely shared and downloaded at https://svs.gsfc.nasa.gov/14037. While the video in its entirety can be shared without permission, some individual imagery provided by pond5.com is obtained through permission and may not be excised or remixed in other products. For more information on NASA’s media guidelines, visit https://www.nasa.gov/multimedia/guidelines/index.html&#10;&#10;If you liked this video, subscribe to the NASA Goddard YouTube channel: https://www.youtube.com/NASAGoddard&#10;&#10;Follow NASA’s Goddard Space Flight Center&#10;·  Instagram http://www.instagram.com/nasagoddard&#10;·  Twitter http://twitter.com/NASAGoddard&#10;·  Twitter http://twitter.com/NASAGoddardPix&#10;·  Facebook: http://www.facebook.com/NASAGoddard&#10;·  Flickr http://www.flickr.com/photos/gsfc" title="Ozone 101: What Is the Ozone Hole?">
            <a:hlinkClick r:id="rId3"/>
          </p:cNvPr>
          <p:cNvPicPr preferRelativeResize="0"/>
          <p:nvPr/>
        </p:nvPicPr>
        <p:blipFill rotWithShape="1">
          <a:blip r:embed="rId4">
            <a:alphaModFix/>
          </a:blip>
          <a:srcRect/>
          <a:stretch/>
        </p:blipFill>
        <p:spPr>
          <a:xfrm>
            <a:off x="2879688" y="2303475"/>
            <a:ext cx="12507713" cy="6702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2"/>
                                        </p:tgtEl>
                                        <p:attrNameLst>
                                          <p:attrName>style.visibility</p:attrName>
                                        </p:attrNameLst>
                                      </p:cBhvr>
                                      <p:to>
                                        <p:strVal val="visible"/>
                                      </p:to>
                                    </p:set>
                                    <p:animEffect transition="in" filter="fade">
                                      <p:cBhvr>
                                        <p:cTn id="7" dur="10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2E08"/>
        </a:solidFill>
        <a:effectLst/>
      </p:bgPr>
    </p:bg>
    <p:spTree>
      <p:nvGrpSpPr>
        <p:cNvPr id="1" name="Shape 356"/>
        <p:cNvGrpSpPr/>
        <p:nvPr/>
      </p:nvGrpSpPr>
      <p:grpSpPr>
        <a:xfrm>
          <a:off x="0" y="0"/>
          <a:ext cx="0" cy="0"/>
          <a:chOff x="0" y="0"/>
          <a:chExt cx="0" cy="0"/>
        </a:xfrm>
      </p:grpSpPr>
      <p:pic>
        <p:nvPicPr>
          <p:cNvPr id="357" name="Google Shape;357;p14"/>
          <p:cNvPicPr preferRelativeResize="0"/>
          <p:nvPr/>
        </p:nvPicPr>
        <p:blipFill rotWithShape="1">
          <a:blip r:embed="rId3">
            <a:alphaModFix/>
          </a:blip>
          <a:srcRect t="7980" r="9974" b="274"/>
          <a:stretch/>
        </p:blipFill>
        <p:spPr>
          <a:xfrm>
            <a:off x="199706" y="124410"/>
            <a:ext cx="10726645" cy="10038180"/>
          </a:xfrm>
          <a:prstGeom prst="rect">
            <a:avLst/>
          </a:prstGeom>
          <a:noFill/>
          <a:ln>
            <a:noFill/>
          </a:ln>
        </p:spPr>
      </p:pic>
      <p:sp>
        <p:nvSpPr>
          <p:cNvPr id="358" name="Google Shape;358;p14"/>
          <p:cNvSpPr/>
          <p:nvPr/>
        </p:nvSpPr>
        <p:spPr>
          <a:xfrm>
            <a:off x="10534388" y="4991823"/>
            <a:ext cx="7756477" cy="3389751"/>
          </a:xfrm>
          <a:custGeom>
            <a:avLst/>
            <a:gdLst/>
            <a:ahLst/>
            <a:cxnLst/>
            <a:rect l="l" t="t" r="r" b="b"/>
            <a:pathLst>
              <a:path w="2888136" h="1161573" extrusionOk="0">
                <a:moveTo>
                  <a:pt x="0" y="0"/>
                </a:moveTo>
                <a:lnTo>
                  <a:pt x="2888136" y="0"/>
                </a:lnTo>
                <a:lnTo>
                  <a:pt x="2888136" y="1161573"/>
                </a:lnTo>
                <a:lnTo>
                  <a:pt x="0" y="1161573"/>
                </a:lnTo>
                <a:close/>
              </a:path>
            </a:pathLst>
          </a:custGeom>
          <a:solidFill>
            <a:srgbClr val="5EDB12">
              <a:alpha val="94509"/>
            </a:srgbClr>
          </a:solidFill>
          <a:ln>
            <a:noFill/>
          </a:ln>
        </p:spPr>
        <p:txBody>
          <a:bodyPr/>
          <a:lstStyle/>
          <a:p>
            <a:endParaRPr lang="en-US"/>
          </a:p>
        </p:txBody>
      </p:sp>
      <p:sp>
        <p:nvSpPr>
          <p:cNvPr id="359" name="Google Shape;359;p14"/>
          <p:cNvSpPr/>
          <p:nvPr/>
        </p:nvSpPr>
        <p:spPr>
          <a:xfrm rot="10800000">
            <a:off x="10993888" y="1872442"/>
            <a:ext cx="618530" cy="621302"/>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4"/>
          <p:cNvSpPr/>
          <p:nvPr/>
        </p:nvSpPr>
        <p:spPr>
          <a:xfrm rot="10800000">
            <a:off x="2573" y="8467265"/>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61" name="Google Shape;361;p14"/>
          <p:cNvGrpSpPr/>
          <p:nvPr/>
        </p:nvGrpSpPr>
        <p:grpSpPr>
          <a:xfrm>
            <a:off x="12376846" y="653109"/>
            <a:ext cx="4974391" cy="4996688"/>
            <a:chOff x="1813" y="0"/>
            <a:chExt cx="809173" cy="812800"/>
          </a:xfrm>
        </p:grpSpPr>
        <p:sp>
          <p:nvSpPr>
            <p:cNvPr id="362" name="Google Shape;362;p14"/>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14"/>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364" name="Google Shape;364;p14"/>
          <p:cNvGrpSpPr/>
          <p:nvPr/>
        </p:nvGrpSpPr>
        <p:grpSpPr>
          <a:xfrm>
            <a:off x="13041217" y="1320457"/>
            <a:ext cx="3645633" cy="3661974"/>
            <a:chOff x="1813" y="0"/>
            <a:chExt cx="809173" cy="812800"/>
          </a:xfrm>
        </p:grpSpPr>
        <p:sp>
          <p:nvSpPr>
            <p:cNvPr id="365" name="Google Shape;365;p14"/>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172E0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14"/>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67" name="Google Shape;367;p14"/>
          <p:cNvSpPr txBox="1"/>
          <p:nvPr/>
        </p:nvSpPr>
        <p:spPr>
          <a:xfrm>
            <a:off x="9713168" y="4207264"/>
            <a:ext cx="1026170" cy="625475"/>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Clr>
                <a:srgbClr val="000000"/>
              </a:buClr>
              <a:buSzPts val="3499"/>
              <a:buFont typeface="Arial"/>
              <a:buNone/>
            </a:pPr>
            <a:r>
              <a:rPr lang="en-US" sz="3499" b="0" i="0" u="none" strike="noStrike" cap="none">
                <a:solidFill>
                  <a:srgbClr val="000000"/>
                </a:solidFill>
                <a:latin typeface="Arial"/>
                <a:ea typeface="Arial"/>
                <a:cs typeface="Arial"/>
                <a:sym typeface="Arial"/>
              </a:rPr>
              <a:t>Hole</a:t>
            </a:r>
            <a:endParaRPr sz="1400" b="0" i="0" u="none" strike="noStrike" cap="none">
              <a:solidFill>
                <a:srgbClr val="000000"/>
              </a:solidFill>
              <a:latin typeface="Arial"/>
              <a:ea typeface="Arial"/>
              <a:cs typeface="Arial"/>
              <a:sym typeface="Arial"/>
            </a:endParaRPr>
          </a:p>
        </p:txBody>
      </p:sp>
      <p:sp>
        <p:nvSpPr>
          <p:cNvPr id="368" name="Google Shape;368;p14"/>
          <p:cNvSpPr txBox="1"/>
          <p:nvPr/>
        </p:nvSpPr>
        <p:spPr>
          <a:xfrm>
            <a:off x="10058401" y="5106830"/>
            <a:ext cx="8229599" cy="861774"/>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400"/>
              <a:buFont typeface="Arial"/>
              <a:buNone/>
            </a:pPr>
            <a:r>
              <a:rPr lang="en-US" sz="2000" b="1" i="0" u="none" strike="noStrike" cap="none" dirty="0">
                <a:solidFill>
                  <a:schemeClr val="tx1"/>
                </a:solidFill>
                <a:latin typeface="Libre Baskerville"/>
                <a:ea typeface="Libre Baskerville"/>
                <a:cs typeface="Libre Baskerville"/>
                <a:sym typeface="Libre Baskerville"/>
              </a:rPr>
              <a:t>Ozone Holes allow UVB Radiation into the atmosphere, on the Earth’s surfac</a:t>
            </a:r>
            <a:r>
              <a:rPr lang="en-US" sz="2000" b="1" i="0" u="none" strike="noStrike" cap="none" dirty="0">
                <a:solidFill>
                  <a:srgbClr val="FFFFFF"/>
                </a:solidFill>
                <a:latin typeface="Libre Baskerville"/>
                <a:ea typeface="Libre Baskerville"/>
                <a:cs typeface="Libre Baskerville"/>
                <a:sym typeface="Libre Baskerville"/>
              </a:rPr>
              <a:t>e</a:t>
            </a:r>
            <a:endParaRPr sz="2000" b="0" i="0" u="none" strike="noStrike" cap="none" dirty="0">
              <a:solidFill>
                <a:srgbClr val="000000"/>
              </a:solidFill>
              <a:latin typeface="Arial"/>
              <a:ea typeface="Arial"/>
              <a:cs typeface="Arial"/>
              <a:sym typeface="Arial"/>
            </a:endParaRPr>
          </a:p>
        </p:txBody>
      </p:sp>
      <p:sp>
        <p:nvSpPr>
          <p:cNvPr id="369" name="Google Shape;369;p14"/>
          <p:cNvSpPr/>
          <p:nvPr/>
        </p:nvSpPr>
        <p:spPr>
          <a:xfrm rot="10800000">
            <a:off x="11883892" y="7890757"/>
            <a:ext cx="1721807" cy="1729524"/>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14"/>
          <p:cNvSpPr/>
          <p:nvPr/>
        </p:nvSpPr>
        <p:spPr>
          <a:xfrm rot="10800000">
            <a:off x="10822609" y="4178103"/>
            <a:ext cx="961089" cy="965397"/>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14"/>
          <p:cNvSpPr/>
          <p:nvPr/>
        </p:nvSpPr>
        <p:spPr>
          <a:xfrm rot="10800000">
            <a:off x="13324773" y="7890757"/>
            <a:ext cx="1002491" cy="1006984"/>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14"/>
          <p:cNvSpPr txBox="1"/>
          <p:nvPr/>
        </p:nvSpPr>
        <p:spPr>
          <a:xfrm>
            <a:off x="13159534" y="1740923"/>
            <a:ext cx="3409003" cy="2843855"/>
          </a:xfrm>
          <a:prstGeom prst="rect">
            <a:avLst/>
          </a:prstGeom>
          <a:noFill/>
          <a:ln>
            <a:noFill/>
          </a:ln>
        </p:spPr>
        <p:txBody>
          <a:bodyPr spcFirstLastPara="1" wrap="square" lIns="0" tIns="0" rIns="0" bIns="0" anchor="t" anchorCtr="0">
            <a:spAutoFit/>
          </a:bodyPr>
          <a:lstStyle/>
          <a:p>
            <a:pPr marL="0" marR="0" lvl="0" indent="0" algn="ctr" rtl="0">
              <a:lnSpc>
                <a:spcPct val="140008"/>
              </a:lnSpc>
              <a:spcBef>
                <a:spcPts val="0"/>
              </a:spcBef>
              <a:spcAft>
                <a:spcPts val="0"/>
              </a:spcAft>
              <a:buClr>
                <a:srgbClr val="000000"/>
              </a:buClr>
              <a:buSzPts val="4999"/>
              <a:buFont typeface="Arial"/>
              <a:buNone/>
            </a:pPr>
            <a:r>
              <a:rPr lang="en-US" sz="4400" b="0" i="0" u="none" strike="noStrike" cap="none" dirty="0">
                <a:solidFill>
                  <a:srgbClr val="FFFFFF"/>
                </a:solidFill>
                <a:latin typeface="Libre Baskerville"/>
                <a:ea typeface="Libre Baskerville"/>
                <a:cs typeface="Libre Baskerville"/>
                <a:sym typeface="Libre Baskerville"/>
              </a:rPr>
              <a:t>OZONE-HOLE EFFECTS</a:t>
            </a:r>
            <a:endParaRPr sz="4400" b="0" i="0" u="none" strike="noStrike" cap="none" dirty="0">
              <a:solidFill>
                <a:srgbClr val="000000"/>
              </a:solidFill>
              <a:latin typeface="Arial"/>
              <a:ea typeface="Arial"/>
              <a:cs typeface="Arial"/>
              <a:sym typeface="Arial"/>
            </a:endParaRPr>
          </a:p>
        </p:txBody>
      </p:sp>
      <p:sp>
        <p:nvSpPr>
          <p:cNvPr id="373" name="Google Shape;373;p14"/>
          <p:cNvSpPr txBox="1"/>
          <p:nvPr/>
        </p:nvSpPr>
        <p:spPr>
          <a:xfrm>
            <a:off x="11473770" y="220250"/>
            <a:ext cx="91746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400"/>
              <a:buFont typeface="Arial"/>
              <a:buNone/>
            </a:pPr>
            <a:r>
              <a:rPr lang="en-US" sz="1400" b="0" i="0" u="none" strike="noStrike" cap="none">
                <a:solidFill>
                  <a:srgbClr val="62EB0F"/>
                </a:solidFill>
                <a:latin typeface="Libre Baskerville"/>
                <a:ea typeface="Libre Baskerville"/>
                <a:cs typeface="Libre Baskerville"/>
                <a:sym typeface="Libre Baskerville"/>
              </a:rPr>
              <a:t>OZONE - HOLE  RESULTS  IN  TROPOSPHERIC  UVB - EXPOSURE</a:t>
            </a:r>
            <a:endParaRPr sz="1400" b="0" i="0" u="none" strike="noStrike" cap="none">
              <a:solidFill>
                <a:srgbClr val="000000"/>
              </a:solidFill>
              <a:latin typeface="Arial"/>
              <a:ea typeface="Arial"/>
              <a:cs typeface="Arial"/>
              <a:sym typeface="Arial"/>
            </a:endParaRPr>
          </a:p>
        </p:txBody>
      </p:sp>
      <p:sp>
        <p:nvSpPr>
          <p:cNvPr id="374" name="Google Shape;374;p14"/>
          <p:cNvSpPr txBox="1"/>
          <p:nvPr/>
        </p:nvSpPr>
        <p:spPr>
          <a:xfrm>
            <a:off x="10058401" y="5995078"/>
            <a:ext cx="8132258" cy="284385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300"/>
              <a:buFont typeface="Arial"/>
              <a:buNone/>
            </a:pPr>
            <a:r>
              <a:rPr lang="en-US" sz="1600" b="1" i="0" u="none" strike="noStrike" cap="none" dirty="0">
                <a:solidFill>
                  <a:schemeClr val="tx1"/>
                </a:solidFill>
                <a:latin typeface="Libre Baskerville"/>
                <a:ea typeface="Libre Baskerville"/>
                <a:cs typeface="Libre Baskerville"/>
                <a:sym typeface="Libre Baskerville"/>
              </a:rPr>
              <a:t>Ozone protects us from destructive solar radiation when it’s high above Earth in the stratosphere. Closer to the ground, though, it has other lasting impacts. Ozone at the surface was estimated to cause 365,000 deaths globally in 2019 by damaging the lungs of vulnerable people, such as young children and those with asthma. Similarly, it damages the breathing systems of plants – their ability to photosynthesize – reducing plant growth and crop yields. And at the top of the troposphere, it’s a potent greenhouse gas, increasing global temperatures</a:t>
            </a:r>
            <a:r>
              <a:rPr lang="en-US" sz="2000" b="1" i="0" u="none" strike="noStrike" cap="none" dirty="0">
                <a:solidFill>
                  <a:schemeClr val="tx1"/>
                </a:solidFill>
                <a:latin typeface="Libre Baskerville"/>
                <a:ea typeface="Libre Baskerville"/>
                <a:cs typeface="Libre Baskerville"/>
                <a:sym typeface="Libre Baskerville"/>
              </a:rPr>
              <a:t>.</a:t>
            </a:r>
            <a:endParaRPr sz="2000" b="1" i="0" u="none" strike="noStrike" cap="none" dirty="0">
              <a:solidFill>
                <a:schemeClr val="tx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2E08"/>
        </a:solidFill>
        <a:effectLst/>
      </p:bgPr>
    </p:bg>
    <p:spTree>
      <p:nvGrpSpPr>
        <p:cNvPr id="1" name="Shape 378"/>
        <p:cNvGrpSpPr/>
        <p:nvPr/>
      </p:nvGrpSpPr>
      <p:grpSpPr>
        <a:xfrm>
          <a:off x="0" y="0"/>
          <a:ext cx="0" cy="0"/>
          <a:chOff x="0" y="0"/>
          <a:chExt cx="0" cy="0"/>
        </a:xfrm>
      </p:grpSpPr>
      <p:grpSp>
        <p:nvGrpSpPr>
          <p:cNvPr id="379" name="Google Shape;379;p15"/>
          <p:cNvGrpSpPr/>
          <p:nvPr/>
        </p:nvGrpSpPr>
        <p:grpSpPr>
          <a:xfrm>
            <a:off x="10164311" y="1943036"/>
            <a:ext cx="7306439" cy="7306439"/>
            <a:chOff x="0" y="0"/>
            <a:chExt cx="6350000" cy="6350000"/>
          </a:xfrm>
        </p:grpSpPr>
        <p:sp>
          <p:nvSpPr>
            <p:cNvPr id="380" name="Google Shape;380;p15"/>
            <p:cNvSpPr/>
            <p:nvPr/>
          </p:nvSpPr>
          <p:spPr>
            <a:xfrm>
              <a:off x="655320" y="655320"/>
              <a:ext cx="5039360" cy="5039360"/>
            </a:xfrm>
            <a:custGeom>
              <a:avLst/>
              <a:gdLst/>
              <a:ahLst/>
              <a:cxnLst/>
              <a:rect l="l" t="t" r="r" b="b"/>
              <a:pathLst>
                <a:path w="5039360" h="5039360" extrusionOk="0">
                  <a:moveTo>
                    <a:pt x="2519680" y="0"/>
                  </a:moveTo>
                  <a:cubicBezTo>
                    <a:pt x="1127760" y="0"/>
                    <a:pt x="0" y="1127760"/>
                    <a:pt x="0" y="2519680"/>
                  </a:cubicBezTo>
                  <a:cubicBezTo>
                    <a:pt x="0" y="3911600"/>
                    <a:pt x="1127760" y="5039360"/>
                    <a:pt x="2519680" y="5039360"/>
                  </a:cubicBezTo>
                  <a:cubicBezTo>
                    <a:pt x="3911600" y="5039360"/>
                    <a:pt x="5039360" y="3911600"/>
                    <a:pt x="5039360" y="2519680"/>
                  </a:cubicBezTo>
                  <a:cubicBezTo>
                    <a:pt x="5039360" y="1127760"/>
                    <a:pt x="3911600" y="0"/>
                    <a:pt x="2519680" y="0"/>
                  </a:cubicBezTo>
                  <a:close/>
                </a:path>
              </a:pathLst>
            </a:custGeom>
            <a:blipFill rotWithShape="1">
              <a:blip r:embed="rId3">
                <a:alphaModFix/>
              </a:blip>
              <a:stretch>
                <a:fillRect t="-14007" r="-98751" b="-14005"/>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15"/>
            <p:cNvSpPr/>
            <p:nvPr/>
          </p:nvSpPr>
          <p:spPr>
            <a:xfrm>
              <a:off x="0" y="0"/>
              <a:ext cx="6350000" cy="6350000"/>
            </a:xfrm>
            <a:custGeom>
              <a:avLst/>
              <a:gdLst/>
              <a:ahLst/>
              <a:cxnLst/>
              <a:rect l="l" t="t" r="r" b="b"/>
              <a:pathLst>
                <a:path w="6350000" h="6350000" extrusionOk="0">
                  <a:moveTo>
                    <a:pt x="3175000" y="0"/>
                  </a:moveTo>
                  <a:cubicBezTo>
                    <a:pt x="1423670" y="0"/>
                    <a:pt x="0" y="1424940"/>
                    <a:pt x="0" y="3175000"/>
                  </a:cubicBezTo>
                  <a:cubicBezTo>
                    <a:pt x="0" y="4925060"/>
                    <a:pt x="1423670" y="6350000"/>
                    <a:pt x="3175000" y="6350000"/>
                  </a:cubicBezTo>
                  <a:cubicBezTo>
                    <a:pt x="4925060" y="6350000"/>
                    <a:pt x="6350000" y="4926330"/>
                    <a:pt x="6350000" y="3175000"/>
                  </a:cubicBezTo>
                  <a:cubicBezTo>
                    <a:pt x="6350000" y="1424940"/>
                    <a:pt x="4926330" y="0"/>
                    <a:pt x="3175000" y="0"/>
                  </a:cubicBezTo>
                  <a:close/>
                  <a:moveTo>
                    <a:pt x="3175000" y="5833110"/>
                  </a:moveTo>
                  <a:cubicBezTo>
                    <a:pt x="1709420" y="5833110"/>
                    <a:pt x="516890" y="4640580"/>
                    <a:pt x="516890" y="3175000"/>
                  </a:cubicBezTo>
                  <a:cubicBezTo>
                    <a:pt x="516890" y="1709420"/>
                    <a:pt x="1709420" y="516890"/>
                    <a:pt x="3175000" y="516890"/>
                  </a:cubicBezTo>
                  <a:cubicBezTo>
                    <a:pt x="4640580" y="516890"/>
                    <a:pt x="5833110" y="1709420"/>
                    <a:pt x="5833110" y="3175000"/>
                  </a:cubicBezTo>
                  <a:cubicBezTo>
                    <a:pt x="5833110" y="4640580"/>
                    <a:pt x="4640580" y="5833110"/>
                    <a:pt x="3175000" y="5833110"/>
                  </a:cubicBezTo>
                  <a:close/>
                </a:path>
              </a:pathLst>
            </a:custGeom>
            <a:solidFill>
              <a:srgbClr val="5EDB1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2" name="Google Shape;382;p15"/>
          <p:cNvSpPr/>
          <p:nvPr/>
        </p:nvSpPr>
        <p:spPr>
          <a:xfrm rot="10800000">
            <a:off x="16171215" y="7560552"/>
            <a:ext cx="618530" cy="621302"/>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15"/>
          <p:cNvSpPr/>
          <p:nvPr/>
        </p:nvSpPr>
        <p:spPr>
          <a:xfrm rot="10800000">
            <a:off x="8802418" y="1490818"/>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15"/>
          <p:cNvSpPr txBox="1"/>
          <p:nvPr/>
        </p:nvSpPr>
        <p:spPr>
          <a:xfrm>
            <a:off x="1028700" y="1579060"/>
            <a:ext cx="7908036" cy="6894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4500"/>
              <a:buFont typeface="Arial"/>
              <a:buNone/>
            </a:pPr>
            <a:r>
              <a:rPr lang="en-US" sz="3200" b="0" i="0" u="none" strike="noStrike" cap="none" dirty="0">
                <a:solidFill>
                  <a:srgbClr val="FFFFFF"/>
                </a:solidFill>
                <a:latin typeface="Libre Baskerville"/>
                <a:ea typeface="Libre Baskerville"/>
                <a:cs typeface="Libre Baskerville"/>
                <a:sym typeface="Libre Baskerville"/>
              </a:rPr>
              <a:t>THREATS OF OZONE-IMBALANCE</a:t>
            </a:r>
            <a:endParaRPr sz="3200" b="0" i="0" u="none" strike="noStrike" cap="none" dirty="0">
              <a:solidFill>
                <a:srgbClr val="000000"/>
              </a:solidFill>
              <a:latin typeface="Arial"/>
              <a:ea typeface="Arial"/>
              <a:cs typeface="Arial"/>
              <a:sym typeface="Arial"/>
            </a:endParaRPr>
          </a:p>
        </p:txBody>
      </p:sp>
      <p:sp>
        <p:nvSpPr>
          <p:cNvPr id="385" name="Google Shape;385;p15"/>
          <p:cNvSpPr txBox="1"/>
          <p:nvPr/>
        </p:nvSpPr>
        <p:spPr>
          <a:xfrm>
            <a:off x="1028700" y="1037525"/>
            <a:ext cx="105225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300"/>
              <a:buFont typeface="Arial"/>
              <a:buNone/>
            </a:pPr>
            <a:r>
              <a:rPr lang="en-US" sz="1300" b="0" i="0" u="none" strike="noStrike" cap="none">
                <a:solidFill>
                  <a:srgbClr val="5EDB12"/>
                </a:solidFill>
                <a:latin typeface="Libre Baskerville"/>
                <a:ea typeface="Libre Baskerville"/>
                <a:cs typeface="Libre Baskerville"/>
                <a:sym typeface="Libre Baskerville"/>
              </a:rPr>
              <a:t>STRATOSPHERIC OZONE DECRES  &amp;  TROPOSPHERIC  OZONE  INCREASE</a:t>
            </a:r>
            <a:endParaRPr sz="1400" b="0" i="0" u="none" strike="noStrike" cap="none">
              <a:solidFill>
                <a:srgbClr val="000000"/>
              </a:solidFill>
              <a:latin typeface="Arial"/>
              <a:ea typeface="Arial"/>
              <a:cs typeface="Arial"/>
              <a:sym typeface="Arial"/>
            </a:endParaRPr>
          </a:p>
        </p:txBody>
      </p:sp>
      <p:sp>
        <p:nvSpPr>
          <p:cNvPr id="386" name="Google Shape;386;p15"/>
          <p:cNvSpPr txBox="1"/>
          <p:nvPr/>
        </p:nvSpPr>
        <p:spPr>
          <a:xfrm>
            <a:off x="694944" y="2732076"/>
            <a:ext cx="9396348" cy="5215595"/>
          </a:xfrm>
          <a:prstGeom prst="rect">
            <a:avLst/>
          </a:prstGeom>
          <a:noFill/>
          <a:ln>
            <a:noFill/>
          </a:ln>
        </p:spPr>
        <p:txBody>
          <a:bodyPr spcFirstLastPara="1" wrap="square" lIns="0" tIns="0" rIns="0" bIns="0" anchor="t" anchorCtr="0">
            <a:spAutoFit/>
          </a:bodyPr>
          <a:lstStyle/>
          <a:p>
            <a:pPr marL="445490" marR="0" lvl="1" indent="-210044" algn="just" rtl="0">
              <a:lnSpc>
                <a:spcPct val="139990"/>
              </a:lnSpc>
              <a:spcBef>
                <a:spcPts val="0"/>
              </a:spcBef>
              <a:spcAft>
                <a:spcPts val="0"/>
              </a:spcAft>
              <a:buClr>
                <a:srgbClr val="FFFFFF"/>
              </a:buClr>
              <a:buSzPts val="1863"/>
              <a:buFont typeface="Arial"/>
              <a:buChar char="•"/>
            </a:pPr>
            <a:r>
              <a:rPr lang="en-US" sz="1862" b="1" i="0" u="none" strike="noStrike" cap="none" dirty="0">
                <a:solidFill>
                  <a:srgbClr val="FFFFFF"/>
                </a:solidFill>
                <a:latin typeface="Libre Baskerville"/>
                <a:ea typeface="Libre Baskerville"/>
                <a:cs typeface="Libre Baskerville"/>
                <a:sym typeface="Libre Baskerville"/>
              </a:rPr>
              <a:t>Human-Health: positive - increases vitamin D production </a:t>
            </a:r>
            <a:endParaRPr sz="1200" b="0" i="0" u="none" strike="noStrike" cap="none" dirty="0">
              <a:solidFill>
                <a:srgbClr val="000000"/>
              </a:solidFill>
              <a:latin typeface="Arial"/>
              <a:ea typeface="Arial"/>
              <a:cs typeface="Arial"/>
              <a:sym typeface="Arial"/>
            </a:endParaRPr>
          </a:p>
          <a:p>
            <a:pPr marL="0" marR="0" lvl="0" indent="0" algn="just" rtl="0">
              <a:lnSpc>
                <a:spcPct val="139990"/>
              </a:lnSpc>
              <a:spcBef>
                <a:spcPts val="0"/>
              </a:spcBef>
              <a:spcAft>
                <a:spcPts val="0"/>
              </a:spcAft>
              <a:buClr>
                <a:srgbClr val="000000"/>
              </a:buClr>
              <a:buSzPts val="1862"/>
              <a:buFont typeface="Arial"/>
              <a:buNone/>
            </a:pPr>
            <a:r>
              <a:rPr lang="en-US" sz="1862" b="1" i="0" u="none" strike="noStrike" cap="none" dirty="0">
                <a:solidFill>
                  <a:srgbClr val="FFFFFF"/>
                </a:solidFill>
                <a:latin typeface="Libre Baskerville"/>
                <a:ea typeface="Libre Baskerville"/>
                <a:cs typeface="Libre Baskerville"/>
                <a:sym typeface="Libre Baskerville"/>
              </a:rPr>
              <a:t>       negative - sunburn, skin cancer, cataracts</a:t>
            </a:r>
            <a:endParaRPr sz="1200" b="0" i="0" u="none" strike="noStrike" cap="none" dirty="0">
              <a:solidFill>
                <a:srgbClr val="000000"/>
              </a:solidFill>
              <a:latin typeface="Arial"/>
              <a:ea typeface="Arial"/>
              <a:cs typeface="Arial"/>
              <a:sym typeface="Arial"/>
            </a:endParaRPr>
          </a:p>
          <a:p>
            <a:pPr marL="445490" marR="0" lvl="1" indent="-210044" algn="just" rtl="0">
              <a:lnSpc>
                <a:spcPct val="139990"/>
              </a:lnSpc>
              <a:spcBef>
                <a:spcPts val="0"/>
              </a:spcBef>
              <a:spcAft>
                <a:spcPts val="0"/>
              </a:spcAft>
              <a:buClr>
                <a:srgbClr val="FFFFFF"/>
              </a:buClr>
              <a:buSzPts val="1863"/>
              <a:buFont typeface="Arial"/>
              <a:buChar char="•"/>
            </a:pPr>
            <a:r>
              <a:rPr lang="en-US" sz="1862" b="1" i="0" u="none" strike="noStrike" cap="none" dirty="0">
                <a:solidFill>
                  <a:srgbClr val="FFFFFF"/>
                </a:solidFill>
                <a:latin typeface="Libre Baskerville"/>
                <a:ea typeface="Libre Baskerville"/>
                <a:cs typeface="Libre Baskerville"/>
                <a:sym typeface="Libre Baskerville"/>
              </a:rPr>
              <a:t>Basal &amp; Squamous Cell Carcinomas: cause pyridine molecules to form dimers, resulting in transcription errors while DNA replication</a:t>
            </a:r>
            <a:endParaRPr sz="1200" b="0" i="0" u="none" strike="noStrike" cap="none" dirty="0">
              <a:solidFill>
                <a:srgbClr val="000000"/>
              </a:solidFill>
              <a:latin typeface="Arial"/>
              <a:ea typeface="Arial"/>
              <a:cs typeface="Arial"/>
              <a:sym typeface="Arial"/>
            </a:endParaRPr>
          </a:p>
          <a:p>
            <a:pPr marL="445490" marR="0" lvl="1" indent="-210044" algn="just" rtl="0">
              <a:lnSpc>
                <a:spcPct val="139990"/>
              </a:lnSpc>
              <a:spcBef>
                <a:spcPts val="0"/>
              </a:spcBef>
              <a:spcAft>
                <a:spcPts val="0"/>
              </a:spcAft>
              <a:buClr>
                <a:srgbClr val="FFFFFF"/>
              </a:buClr>
              <a:buSzPts val="1863"/>
              <a:buFont typeface="Arial"/>
              <a:buChar char="•"/>
            </a:pPr>
            <a:r>
              <a:rPr lang="en-US" sz="1862" b="1" i="0" u="none" strike="noStrike" cap="none" dirty="0">
                <a:solidFill>
                  <a:srgbClr val="FFFFFF"/>
                </a:solidFill>
                <a:latin typeface="Libre Baskerville"/>
                <a:ea typeface="Libre Baskerville"/>
                <a:cs typeface="Libre Baskerville"/>
                <a:sym typeface="Libre Baskerville"/>
              </a:rPr>
              <a:t>Malignant Melanoma: 19% increase (men) &amp; 16% increase (women) in melanomas</a:t>
            </a:r>
            <a:endParaRPr sz="1200" b="0" i="0" u="none" strike="noStrike" cap="none" dirty="0">
              <a:solidFill>
                <a:srgbClr val="000000"/>
              </a:solidFill>
              <a:latin typeface="Arial"/>
              <a:ea typeface="Arial"/>
              <a:cs typeface="Arial"/>
              <a:sym typeface="Arial"/>
            </a:endParaRPr>
          </a:p>
          <a:p>
            <a:pPr marL="445490" marR="0" lvl="1" indent="-210044" algn="just" rtl="0">
              <a:lnSpc>
                <a:spcPct val="139990"/>
              </a:lnSpc>
              <a:spcBef>
                <a:spcPts val="0"/>
              </a:spcBef>
              <a:spcAft>
                <a:spcPts val="0"/>
              </a:spcAft>
              <a:buClr>
                <a:srgbClr val="FFFFFF"/>
              </a:buClr>
              <a:buSzPts val="1863"/>
              <a:buFont typeface="Arial"/>
              <a:buChar char="•"/>
            </a:pPr>
            <a:r>
              <a:rPr lang="en-US" sz="1862" b="1" i="0" u="none" strike="noStrike" cap="none" dirty="0">
                <a:solidFill>
                  <a:srgbClr val="FFFFFF"/>
                </a:solidFill>
                <a:latin typeface="Libre Baskerville"/>
                <a:ea typeface="Libre Baskerville"/>
                <a:cs typeface="Libre Baskerville"/>
                <a:sym typeface="Libre Baskerville"/>
              </a:rPr>
              <a:t>Cortical Cataracts</a:t>
            </a:r>
            <a:endParaRPr sz="1200" b="0" i="0" u="none" strike="noStrike" cap="none" dirty="0">
              <a:solidFill>
                <a:srgbClr val="000000"/>
              </a:solidFill>
              <a:latin typeface="Arial"/>
              <a:ea typeface="Arial"/>
              <a:cs typeface="Arial"/>
              <a:sym typeface="Arial"/>
            </a:endParaRPr>
          </a:p>
          <a:p>
            <a:pPr marL="445490" marR="0" lvl="1" indent="-210044" algn="just" rtl="0">
              <a:lnSpc>
                <a:spcPct val="139990"/>
              </a:lnSpc>
              <a:spcBef>
                <a:spcPts val="0"/>
              </a:spcBef>
              <a:spcAft>
                <a:spcPts val="0"/>
              </a:spcAft>
              <a:buClr>
                <a:srgbClr val="FFFFFF"/>
              </a:buClr>
              <a:buSzPts val="1863"/>
              <a:buFont typeface="Arial"/>
              <a:buChar char="•"/>
            </a:pPr>
            <a:r>
              <a:rPr lang="en-US" sz="1862" b="1" i="0" u="none" strike="noStrike" cap="none" dirty="0">
                <a:solidFill>
                  <a:srgbClr val="FFFFFF"/>
                </a:solidFill>
                <a:latin typeface="Libre Baskerville"/>
                <a:ea typeface="Libre Baskerville"/>
                <a:cs typeface="Libre Baskerville"/>
                <a:sym typeface="Libre Baskerville"/>
              </a:rPr>
              <a:t>Tropospheric ozone can be fatal due to its highly oxidizing properties for people with asthma and breathing difficulties</a:t>
            </a:r>
            <a:endParaRPr sz="1200" b="0" i="0" u="none" strike="noStrike" cap="none" dirty="0">
              <a:solidFill>
                <a:srgbClr val="000000"/>
              </a:solidFill>
              <a:latin typeface="Arial"/>
              <a:ea typeface="Arial"/>
              <a:cs typeface="Arial"/>
              <a:sym typeface="Arial"/>
            </a:endParaRPr>
          </a:p>
          <a:p>
            <a:pPr marL="445490" marR="0" lvl="1" indent="-210044" algn="just" rtl="0">
              <a:lnSpc>
                <a:spcPct val="139990"/>
              </a:lnSpc>
              <a:spcBef>
                <a:spcPts val="0"/>
              </a:spcBef>
              <a:spcAft>
                <a:spcPts val="0"/>
              </a:spcAft>
              <a:buClr>
                <a:srgbClr val="FFFFFF"/>
              </a:buClr>
              <a:buSzPts val="1863"/>
              <a:buFont typeface="Arial"/>
              <a:buChar char="•"/>
            </a:pPr>
            <a:r>
              <a:rPr lang="en-US" sz="1862" b="1" i="0" u="none" strike="noStrike" cap="none" dirty="0">
                <a:solidFill>
                  <a:srgbClr val="FFFFFF"/>
                </a:solidFill>
                <a:latin typeface="Libre Baskerville"/>
                <a:ea typeface="Libre Baskerville"/>
                <a:cs typeface="Libre Baskerville"/>
                <a:sym typeface="Libre Baskerville"/>
              </a:rPr>
              <a:t>Animals: Epidermal damage of whales in the Gulf of California associated with acute &amp; severe sunburn has been found</a:t>
            </a:r>
            <a:endParaRPr sz="1200" b="0" i="0" u="none" strike="noStrike" cap="none" dirty="0">
              <a:solidFill>
                <a:srgbClr val="000000"/>
              </a:solidFill>
              <a:latin typeface="Arial"/>
              <a:ea typeface="Arial"/>
              <a:cs typeface="Arial"/>
              <a:sym typeface="Arial"/>
            </a:endParaRPr>
          </a:p>
          <a:p>
            <a:pPr marL="445490" marR="0" lvl="1" indent="-210044" algn="just" rtl="0">
              <a:lnSpc>
                <a:spcPct val="139990"/>
              </a:lnSpc>
              <a:spcBef>
                <a:spcPts val="0"/>
              </a:spcBef>
              <a:spcAft>
                <a:spcPts val="0"/>
              </a:spcAft>
              <a:buClr>
                <a:srgbClr val="FFFFFF"/>
              </a:buClr>
              <a:buSzPts val="1863"/>
              <a:buFont typeface="Arial"/>
              <a:buChar char="•"/>
            </a:pPr>
            <a:r>
              <a:rPr lang="en-US" sz="1862" b="1" i="0" u="none" strike="noStrike" cap="none" dirty="0">
                <a:solidFill>
                  <a:srgbClr val="FFFFFF"/>
                </a:solidFill>
                <a:latin typeface="Libre Baskerville"/>
                <a:ea typeface="Libre Baskerville"/>
                <a:cs typeface="Libre Baskerville"/>
                <a:sym typeface="Libre Baskerville"/>
              </a:rPr>
              <a:t>Crops: Plant growth patterns are disturbed &amp; cyanobacteria are sensitive to UVB-Radiation</a:t>
            </a:r>
            <a:endParaRPr sz="1200" b="0" i="0" u="none" strike="noStrike" cap="none" dirty="0">
              <a:solidFill>
                <a:srgbClr val="000000"/>
              </a:solidFill>
              <a:latin typeface="Arial"/>
              <a:ea typeface="Arial"/>
              <a:cs typeface="Arial"/>
              <a:sym typeface="Arial"/>
            </a:endParaRPr>
          </a:p>
        </p:txBody>
      </p:sp>
      <p:sp>
        <p:nvSpPr>
          <p:cNvPr id="387" name="Google Shape;387;p15"/>
          <p:cNvSpPr txBox="1"/>
          <p:nvPr/>
        </p:nvSpPr>
        <p:spPr>
          <a:xfrm>
            <a:off x="12365673" y="6614799"/>
            <a:ext cx="2480816" cy="675005"/>
          </a:xfrm>
          <a:prstGeom prst="rect">
            <a:avLst/>
          </a:prstGeom>
          <a:noFill/>
          <a:ln>
            <a:noFill/>
          </a:ln>
        </p:spPr>
        <p:txBody>
          <a:bodyPr spcFirstLastPara="1" wrap="square" lIns="0" tIns="0" rIns="0" bIns="0" anchor="t" anchorCtr="0">
            <a:spAutoFit/>
          </a:bodyPr>
          <a:lstStyle/>
          <a:p>
            <a:pPr marL="0" marR="0" lvl="0" indent="0" algn="ctr" rtl="0">
              <a:lnSpc>
                <a:spcPct val="140010"/>
              </a:lnSpc>
              <a:spcBef>
                <a:spcPts val="0"/>
              </a:spcBef>
              <a:spcAft>
                <a:spcPts val="0"/>
              </a:spcAft>
              <a:buClr>
                <a:srgbClr val="000000"/>
              </a:buClr>
              <a:buSzPts val="3799"/>
              <a:buFont typeface="Arial"/>
              <a:buNone/>
            </a:pPr>
            <a:r>
              <a:rPr lang="en-US" sz="3799" b="0" i="0" u="none" strike="noStrike" cap="none">
                <a:solidFill>
                  <a:srgbClr val="000000"/>
                </a:solidFill>
                <a:latin typeface="Arial"/>
                <a:ea typeface="Arial"/>
                <a:cs typeface="Arial"/>
                <a:sym typeface="Arial"/>
              </a:rPr>
              <a:t>Melanoma</a:t>
            </a:r>
            <a:endParaRPr sz="1400" b="0" i="0" u="none" strike="noStrike" cap="none">
              <a:solidFill>
                <a:srgbClr val="000000"/>
              </a:solidFill>
              <a:latin typeface="Arial"/>
              <a:ea typeface="Arial"/>
              <a:cs typeface="Arial"/>
              <a:sym typeface="Arial"/>
            </a:endParaRPr>
          </a:p>
        </p:txBody>
      </p:sp>
      <p:sp>
        <p:nvSpPr>
          <p:cNvPr id="388" name="Google Shape;388;p15"/>
          <p:cNvSpPr txBox="1"/>
          <p:nvPr/>
        </p:nvSpPr>
        <p:spPr>
          <a:xfrm>
            <a:off x="13173175" y="4006914"/>
            <a:ext cx="2793206" cy="675005"/>
          </a:xfrm>
          <a:prstGeom prst="rect">
            <a:avLst/>
          </a:prstGeom>
          <a:noFill/>
          <a:ln>
            <a:noFill/>
          </a:ln>
        </p:spPr>
        <p:txBody>
          <a:bodyPr spcFirstLastPara="1" wrap="square" lIns="0" tIns="0" rIns="0" bIns="0" anchor="t" anchorCtr="0">
            <a:spAutoFit/>
          </a:bodyPr>
          <a:lstStyle/>
          <a:p>
            <a:pPr marL="0" marR="0" lvl="0" indent="0" algn="ctr" rtl="0">
              <a:lnSpc>
                <a:spcPct val="140010"/>
              </a:lnSpc>
              <a:spcBef>
                <a:spcPts val="0"/>
              </a:spcBef>
              <a:spcAft>
                <a:spcPts val="0"/>
              </a:spcAft>
              <a:buClr>
                <a:srgbClr val="000000"/>
              </a:buClr>
              <a:buSzPts val="3799"/>
              <a:buFont typeface="Arial"/>
              <a:buNone/>
            </a:pPr>
            <a:r>
              <a:rPr lang="en-US" sz="3799" b="0" i="0" u="none" strike="noStrike" cap="none" dirty="0">
                <a:solidFill>
                  <a:srgbClr val="000000"/>
                </a:solidFill>
                <a:latin typeface="Arial"/>
                <a:ea typeface="Arial"/>
                <a:cs typeface="Arial"/>
                <a:sym typeface="Arial"/>
              </a:rPr>
              <a:t>Carcinomas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2E08"/>
        </a:solidFill>
        <a:effectLst/>
      </p:bgPr>
    </p:bg>
    <p:spTree>
      <p:nvGrpSpPr>
        <p:cNvPr id="1" name="Shape 392"/>
        <p:cNvGrpSpPr/>
        <p:nvPr/>
      </p:nvGrpSpPr>
      <p:grpSpPr>
        <a:xfrm>
          <a:off x="0" y="0"/>
          <a:ext cx="0" cy="0"/>
          <a:chOff x="0" y="0"/>
          <a:chExt cx="0" cy="0"/>
        </a:xfrm>
      </p:grpSpPr>
      <p:pic>
        <p:nvPicPr>
          <p:cNvPr id="393" name="Google Shape;393;p16"/>
          <p:cNvPicPr preferRelativeResize="0"/>
          <p:nvPr/>
        </p:nvPicPr>
        <p:blipFill rotWithShape="1">
          <a:blip r:embed="rId3">
            <a:alphaModFix/>
          </a:blip>
          <a:srcRect l="34045" r="11395"/>
          <a:stretch/>
        </p:blipFill>
        <p:spPr>
          <a:xfrm>
            <a:off x="9869379" y="0"/>
            <a:ext cx="8418621" cy="10287000"/>
          </a:xfrm>
          <a:prstGeom prst="rect">
            <a:avLst/>
          </a:prstGeom>
          <a:noFill/>
          <a:ln>
            <a:noFill/>
          </a:ln>
        </p:spPr>
      </p:pic>
      <p:sp>
        <p:nvSpPr>
          <p:cNvPr id="394" name="Google Shape;394;p16"/>
          <p:cNvSpPr/>
          <p:nvPr/>
        </p:nvSpPr>
        <p:spPr>
          <a:xfrm rot="10800000">
            <a:off x="9560114" y="6246406"/>
            <a:ext cx="618530" cy="621302"/>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16"/>
          <p:cNvSpPr/>
          <p:nvPr/>
        </p:nvSpPr>
        <p:spPr>
          <a:xfrm rot="10800000">
            <a:off x="9295444" y="8135253"/>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6" name="Google Shape;396;p16"/>
          <p:cNvPicPr preferRelativeResize="0"/>
          <p:nvPr/>
        </p:nvPicPr>
        <p:blipFill rotWithShape="1">
          <a:blip r:embed="rId4">
            <a:alphaModFix amt="39000"/>
          </a:blip>
          <a:srcRect l="17403" t="6685" r="27402" b="20110"/>
          <a:stretch/>
        </p:blipFill>
        <p:spPr>
          <a:xfrm>
            <a:off x="1028700" y="2460998"/>
            <a:ext cx="7725881" cy="6827272"/>
          </a:xfrm>
          <a:prstGeom prst="rect">
            <a:avLst/>
          </a:prstGeom>
          <a:noFill/>
          <a:ln>
            <a:noFill/>
          </a:ln>
        </p:spPr>
      </p:pic>
      <p:grpSp>
        <p:nvGrpSpPr>
          <p:cNvPr id="397" name="Google Shape;397;p16"/>
          <p:cNvGrpSpPr/>
          <p:nvPr/>
        </p:nvGrpSpPr>
        <p:grpSpPr>
          <a:xfrm>
            <a:off x="8878060" y="2199987"/>
            <a:ext cx="2011623" cy="2020640"/>
            <a:chOff x="1813" y="0"/>
            <a:chExt cx="809173" cy="812800"/>
          </a:xfrm>
        </p:grpSpPr>
        <p:sp>
          <p:nvSpPr>
            <p:cNvPr id="398" name="Google Shape;398;p16"/>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16"/>
            <p:cNvSpPr txBox="1"/>
            <p:nvPr/>
          </p:nvSpPr>
          <p:spPr>
            <a:xfrm>
              <a:off x="76200" y="47625"/>
              <a:ext cx="660400" cy="6889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400" name="Google Shape;400;p16"/>
          <p:cNvPicPr preferRelativeResize="0"/>
          <p:nvPr/>
        </p:nvPicPr>
        <p:blipFill rotWithShape="1">
          <a:blip r:embed="rId5">
            <a:alphaModFix/>
          </a:blip>
          <a:srcRect/>
          <a:stretch/>
        </p:blipFill>
        <p:spPr>
          <a:xfrm>
            <a:off x="9144000" y="2485275"/>
            <a:ext cx="1450063" cy="1450063"/>
          </a:xfrm>
          <a:prstGeom prst="rect">
            <a:avLst/>
          </a:prstGeom>
          <a:noFill/>
          <a:ln>
            <a:noFill/>
          </a:ln>
        </p:spPr>
      </p:pic>
      <p:sp>
        <p:nvSpPr>
          <p:cNvPr id="401" name="Google Shape;401;p16"/>
          <p:cNvSpPr txBox="1"/>
          <p:nvPr/>
        </p:nvSpPr>
        <p:spPr>
          <a:xfrm>
            <a:off x="1028700" y="1026525"/>
            <a:ext cx="8688300" cy="2154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400"/>
              <a:buFont typeface="Arial"/>
              <a:buNone/>
            </a:pPr>
            <a:r>
              <a:rPr lang="en-US" sz="1400" b="0" i="0" u="none" strike="noStrike" cap="none">
                <a:solidFill>
                  <a:srgbClr val="5EDB12"/>
                </a:solidFill>
                <a:latin typeface="Libre Baskerville"/>
                <a:ea typeface="Libre Baskerville"/>
                <a:cs typeface="Libre Baskerville"/>
                <a:sym typeface="Libre Baskerville"/>
              </a:rPr>
              <a:t>BALANCED  SUSTENANCE  OF  HUMAN  &amp;  OTHER SPECIES</a:t>
            </a:r>
            <a:endParaRPr sz="1400" b="0" i="0" u="none" strike="noStrike" cap="none">
              <a:solidFill>
                <a:srgbClr val="000000"/>
              </a:solidFill>
              <a:latin typeface="Arial"/>
              <a:ea typeface="Arial"/>
              <a:cs typeface="Arial"/>
              <a:sym typeface="Arial"/>
            </a:endParaRPr>
          </a:p>
        </p:txBody>
      </p:sp>
      <p:sp>
        <p:nvSpPr>
          <p:cNvPr id="402" name="Google Shape;402;p16"/>
          <p:cNvSpPr txBox="1"/>
          <p:nvPr/>
        </p:nvSpPr>
        <p:spPr>
          <a:xfrm>
            <a:off x="953631" y="2485275"/>
            <a:ext cx="7813733" cy="4856138"/>
          </a:xfrm>
          <a:prstGeom prst="rect">
            <a:avLst/>
          </a:prstGeom>
          <a:noFill/>
          <a:ln>
            <a:noFill/>
          </a:ln>
        </p:spPr>
        <p:txBody>
          <a:bodyPr spcFirstLastPara="1" wrap="square" lIns="0" tIns="0" rIns="0" bIns="0" anchor="t" anchorCtr="0">
            <a:spAutoFit/>
          </a:bodyPr>
          <a:lstStyle/>
          <a:p>
            <a:pPr marL="507364" marR="0" lvl="1" indent="-234632" algn="just" rtl="0">
              <a:lnSpc>
                <a:spcPct val="140017"/>
              </a:lnSpc>
              <a:spcBef>
                <a:spcPts val="0"/>
              </a:spcBef>
              <a:spcAft>
                <a:spcPts val="0"/>
              </a:spcAft>
              <a:buClr>
                <a:srgbClr val="FFFFFF"/>
              </a:buClr>
              <a:buSzPts val="2049"/>
              <a:buFont typeface="Arial"/>
              <a:buChar char="•"/>
            </a:pPr>
            <a:r>
              <a:rPr lang="en-US" sz="2049" b="1" i="0" u="none" strike="noStrike" cap="none" dirty="0">
                <a:solidFill>
                  <a:schemeClr val="accent6"/>
                </a:solidFill>
                <a:latin typeface="Libre Baskerville"/>
                <a:ea typeface="Libre Baskerville"/>
                <a:cs typeface="Libre Baskerville"/>
                <a:sym typeface="Libre Baskerville"/>
              </a:rPr>
              <a:t>Avoiding ozone-depleting products</a:t>
            </a:r>
            <a:endParaRPr sz="1100" b="1" i="0" u="none" strike="noStrike" cap="none" dirty="0">
              <a:solidFill>
                <a:schemeClr val="accent6"/>
              </a:solidFill>
              <a:latin typeface="Arial"/>
              <a:ea typeface="Arial"/>
              <a:cs typeface="Arial"/>
              <a:sym typeface="Arial"/>
            </a:endParaRPr>
          </a:p>
          <a:p>
            <a:pPr marL="507364" marR="0" lvl="1" indent="-234632" algn="just" rtl="0">
              <a:lnSpc>
                <a:spcPct val="140017"/>
              </a:lnSpc>
              <a:spcBef>
                <a:spcPts val="0"/>
              </a:spcBef>
              <a:spcAft>
                <a:spcPts val="0"/>
              </a:spcAft>
              <a:buClr>
                <a:srgbClr val="FFFFFF"/>
              </a:buClr>
              <a:buSzPts val="2049"/>
              <a:buFont typeface="Arial"/>
              <a:buChar char="•"/>
            </a:pPr>
            <a:r>
              <a:rPr lang="en-US" sz="2049" b="1" i="0" u="none" strike="noStrike" cap="none" dirty="0">
                <a:solidFill>
                  <a:schemeClr val="accent6"/>
                </a:solidFill>
                <a:latin typeface="Libre Baskerville"/>
                <a:ea typeface="Libre Baskerville"/>
                <a:cs typeface="Libre Baskerville"/>
                <a:sym typeface="Libre Baskerville"/>
              </a:rPr>
              <a:t>Avoid usage of ozone-threatening gases like CFCs and ODS</a:t>
            </a:r>
            <a:endParaRPr sz="1100" b="1" i="0" u="none" strike="noStrike" cap="none" dirty="0">
              <a:solidFill>
                <a:schemeClr val="accent6"/>
              </a:solidFill>
              <a:latin typeface="Arial"/>
              <a:ea typeface="Arial"/>
              <a:cs typeface="Arial"/>
              <a:sym typeface="Arial"/>
            </a:endParaRPr>
          </a:p>
          <a:p>
            <a:pPr marL="507364" marR="0" lvl="1" indent="-234632" algn="just" rtl="0">
              <a:lnSpc>
                <a:spcPct val="140017"/>
              </a:lnSpc>
              <a:spcBef>
                <a:spcPts val="0"/>
              </a:spcBef>
              <a:spcAft>
                <a:spcPts val="0"/>
              </a:spcAft>
              <a:buClr>
                <a:srgbClr val="FFFFFF"/>
              </a:buClr>
              <a:buSzPts val="2049"/>
              <a:buFont typeface="Arial"/>
              <a:buChar char="•"/>
            </a:pPr>
            <a:r>
              <a:rPr lang="en-US" sz="2049" b="1" i="0" u="none" strike="noStrike" cap="none" dirty="0">
                <a:solidFill>
                  <a:schemeClr val="accent6"/>
                </a:solidFill>
                <a:latin typeface="Libre Baskerville"/>
                <a:ea typeface="Libre Baskerville"/>
                <a:cs typeface="Libre Baskerville"/>
                <a:sym typeface="Libre Baskerville"/>
              </a:rPr>
              <a:t>Minimizing car-usage, focus on bicycling or walking</a:t>
            </a:r>
            <a:endParaRPr sz="1100" b="1" i="0" u="none" strike="noStrike" cap="none" dirty="0">
              <a:solidFill>
                <a:schemeClr val="accent6"/>
              </a:solidFill>
              <a:latin typeface="Arial"/>
              <a:ea typeface="Arial"/>
              <a:cs typeface="Arial"/>
              <a:sym typeface="Arial"/>
            </a:endParaRPr>
          </a:p>
          <a:p>
            <a:pPr marL="507364" marR="0" lvl="1" indent="-234632" algn="just" rtl="0">
              <a:lnSpc>
                <a:spcPct val="140017"/>
              </a:lnSpc>
              <a:spcBef>
                <a:spcPts val="0"/>
              </a:spcBef>
              <a:spcAft>
                <a:spcPts val="0"/>
              </a:spcAft>
              <a:buClr>
                <a:srgbClr val="FFFFFF"/>
              </a:buClr>
              <a:buSzPts val="2049"/>
              <a:buFont typeface="Arial"/>
              <a:buChar char="•"/>
            </a:pPr>
            <a:r>
              <a:rPr lang="en-US" sz="2049" b="1" i="0" u="none" strike="noStrike" cap="none" dirty="0">
                <a:solidFill>
                  <a:schemeClr val="accent6"/>
                </a:solidFill>
                <a:latin typeface="Libre Baskerville"/>
                <a:ea typeface="Libre Baskerville"/>
                <a:cs typeface="Libre Baskerville"/>
                <a:sym typeface="Libre Baskerville"/>
              </a:rPr>
              <a:t>Avoid using corrosive and non-eco friendly chemical-made cleaning products; replace with vinegar or bicarbonates</a:t>
            </a:r>
            <a:endParaRPr sz="1100" b="1" i="0" u="none" strike="noStrike" cap="none" dirty="0">
              <a:solidFill>
                <a:schemeClr val="accent6"/>
              </a:solidFill>
              <a:latin typeface="Arial"/>
              <a:ea typeface="Arial"/>
              <a:cs typeface="Arial"/>
              <a:sym typeface="Arial"/>
            </a:endParaRPr>
          </a:p>
          <a:p>
            <a:pPr marL="507364" marR="0" lvl="1" indent="-234632" algn="just" rtl="0">
              <a:lnSpc>
                <a:spcPct val="140017"/>
              </a:lnSpc>
              <a:spcBef>
                <a:spcPts val="0"/>
              </a:spcBef>
              <a:spcAft>
                <a:spcPts val="0"/>
              </a:spcAft>
              <a:buClr>
                <a:srgbClr val="FFFFFF"/>
              </a:buClr>
              <a:buSzPts val="2049"/>
              <a:buFont typeface="Arial"/>
              <a:buChar char="•"/>
            </a:pPr>
            <a:r>
              <a:rPr lang="en-US" sz="2049" b="1" i="0" u="none" strike="noStrike" cap="none" dirty="0">
                <a:solidFill>
                  <a:schemeClr val="accent6"/>
                </a:solidFill>
                <a:latin typeface="Libre Baskerville"/>
                <a:ea typeface="Libre Baskerville"/>
                <a:cs typeface="Libre Baskerville"/>
                <a:sym typeface="Libre Baskerville"/>
              </a:rPr>
              <a:t>Buy local products: To get fresh product and prevent N₂O-emissions production is carrying-vehicles</a:t>
            </a:r>
            <a:endParaRPr sz="1100" b="1" i="0" u="none" strike="noStrike" cap="none" dirty="0">
              <a:solidFill>
                <a:schemeClr val="accent6"/>
              </a:solidFill>
              <a:latin typeface="Arial"/>
              <a:ea typeface="Arial"/>
              <a:cs typeface="Arial"/>
              <a:sym typeface="Arial"/>
            </a:endParaRPr>
          </a:p>
          <a:p>
            <a:pPr marL="507364" marR="0" lvl="1" indent="-234632" algn="just" rtl="0">
              <a:lnSpc>
                <a:spcPct val="140017"/>
              </a:lnSpc>
              <a:spcBef>
                <a:spcPts val="0"/>
              </a:spcBef>
              <a:spcAft>
                <a:spcPts val="0"/>
              </a:spcAft>
              <a:buClr>
                <a:srgbClr val="FFFFFF"/>
              </a:buClr>
              <a:buSzPts val="2049"/>
              <a:buFont typeface="Arial"/>
              <a:buChar char="•"/>
            </a:pPr>
            <a:r>
              <a:rPr lang="en-US" sz="2049" b="1" i="0" u="none" strike="noStrike" cap="none" dirty="0">
                <a:solidFill>
                  <a:schemeClr val="accent6"/>
                </a:solidFill>
                <a:latin typeface="Libre Baskerville"/>
                <a:ea typeface="Libre Baskerville"/>
                <a:cs typeface="Libre Baskerville"/>
                <a:sym typeface="Libre Baskerville"/>
              </a:rPr>
              <a:t>Maintain ACs: Their malfunction allow CFCs to escape to the atmosphere</a:t>
            </a:r>
            <a:r>
              <a:rPr lang="en-US" sz="2049" b="0" i="0" u="none" strike="noStrike" cap="none" dirty="0">
                <a:solidFill>
                  <a:schemeClr val="accent6"/>
                </a:solidFill>
                <a:latin typeface="Libre Baskerville"/>
                <a:ea typeface="Libre Baskerville"/>
                <a:cs typeface="Libre Baskerville"/>
                <a:sym typeface="Libre Baskerville"/>
              </a:rPr>
              <a:t> </a:t>
            </a:r>
            <a:endParaRPr sz="1100" b="0" i="0" u="none" strike="noStrike" cap="none" dirty="0">
              <a:solidFill>
                <a:schemeClr val="accent6"/>
              </a:solidFill>
              <a:latin typeface="Arial"/>
              <a:ea typeface="Arial"/>
              <a:cs typeface="Arial"/>
              <a:sym typeface="Arial"/>
            </a:endParaRPr>
          </a:p>
        </p:txBody>
      </p:sp>
      <p:sp>
        <p:nvSpPr>
          <p:cNvPr id="403" name="Google Shape;403;p16"/>
          <p:cNvSpPr txBox="1"/>
          <p:nvPr/>
        </p:nvSpPr>
        <p:spPr>
          <a:xfrm>
            <a:off x="1028700" y="1552948"/>
            <a:ext cx="10813718" cy="603242"/>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Clr>
                <a:srgbClr val="000000"/>
              </a:buClr>
              <a:buSzPts val="4899"/>
              <a:buFont typeface="Arial"/>
              <a:buNone/>
            </a:pPr>
            <a:r>
              <a:rPr lang="en-US" sz="2800" b="0" i="0" u="none" strike="noStrike" cap="none" dirty="0">
                <a:solidFill>
                  <a:srgbClr val="FFFFFF"/>
                </a:solidFill>
                <a:latin typeface="Libre Baskerville"/>
                <a:ea typeface="Libre Baskerville"/>
                <a:cs typeface="Libre Baskerville"/>
                <a:sym typeface="Libre Baskerville"/>
              </a:rPr>
              <a:t>COMPORT COMPLYING WITH OZONE-PROTECTION</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2E08"/>
        </a:solidFill>
        <a:effectLst/>
      </p:bgPr>
    </p:bg>
    <p:spTree>
      <p:nvGrpSpPr>
        <p:cNvPr id="1" name="Shape 407"/>
        <p:cNvGrpSpPr/>
        <p:nvPr/>
      </p:nvGrpSpPr>
      <p:grpSpPr>
        <a:xfrm>
          <a:off x="0" y="0"/>
          <a:ext cx="0" cy="0"/>
          <a:chOff x="0" y="0"/>
          <a:chExt cx="0" cy="0"/>
        </a:xfrm>
      </p:grpSpPr>
      <p:sp>
        <p:nvSpPr>
          <p:cNvPr id="408" name="Google Shape;408;p17"/>
          <p:cNvSpPr/>
          <p:nvPr/>
        </p:nvSpPr>
        <p:spPr>
          <a:xfrm>
            <a:off x="11721678" y="2644745"/>
            <a:ext cx="4595820" cy="4595820"/>
          </a:xfrm>
          <a:custGeom>
            <a:avLst/>
            <a:gdLst/>
            <a:ahLst/>
            <a:cxnLst/>
            <a:rect l="l" t="t" r="r" b="b"/>
            <a:pathLst>
              <a:path w="1913890" h="1913890" extrusionOk="0">
                <a:moveTo>
                  <a:pt x="0" y="0"/>
                </a:moveTo>
                <a:lnTo>
                  <a:pt x="1913890" y="0"/>
                </a:lnTo>
                <a:lnTo>
                  <a:pt x="1913890" y="1913890"/>
                </a:lnTo>
                <a:lnTo>
                  <a:pt x="0" y="1913890"/>
                </a:lnTo>
                <a:close/>
              </a:path>
            </a:pathLst>
          </a:custGeom>
          <a:solidFill>
            <a:srgbClr val="5EDB12"/>
          </a:solidFill>
          <a:ln>
            <a:noFill/>
          </a:ln>
        </p:spPr>
        <p:txBody>
          <a:bodyPr/>
          <a:lstStyle/>
          <a:p>
            <a:endParaRPr lang="en-US"/>
          </a:p>
        </p:txBody>
      </p:sp>
      <p:pic>
        <p:nvPicPr>
          <p:cNvPr id="409" name="Google Shape;409;p17"/>
          <p:cNvPicPr preferRelativeResize="0"/>
          <p:nvPr/>
        </p:nvPicPr>
        <p:blipFill rotWithShape="1">
          <a:blip r:embed="rId3">
            <a:alphaModFix/>
          </a:blip>
          <a:srcRect l="25029" r="25029"/>
          <a:stretch/>
        </p:blipFill>
        <p:spPr>
          <a:xfrm>
            <a:off x="14175545" y="452191"/>
            <a:ext cx="4112455" cy="5960801"/>
          </a:xfrm>
          <a:prstGeom prst="rect">
            <a:avLst/>
          </a:prstGeom>
          <a:noFill/>
          <a:ln>
            <a:noFill/>
          </a:ln>
        </p:spPr>
      </p:pic>
      <p:pic>
        <p:nvPicPr>
          <p:cNvPr id="410" name="Google Shape;410;p17"/>
          <p:cNvPicPr preferRelativeResize="0"/>
          <p:nvPr/>
        </p:nvPicPr>
        <p:blipFill rotWithShape="1">
          <a:blip r:embed="rId4">
            <a:alphaModFix/>
          </a:blip>
          <a:srcRect l="16885" r="41014" b="15858"/>
          <a:stretch/>
        </p:blipFill>
        <p:spPr>
          <a:xfrm>
            <a:off x="10063091" y="2644745"/>
            <a:ext cx="4112454" cy="6613555"/>
          </a:xfrm>
          <a:prstGeom prst="rect">
            <a:avLst/>
          </a:prstGeom>
          <a:noFill/>
          <a:ln>
            <a:noFill/>
          </a:ln>
        </p:spPr>
      </p:pic>
      <p:sp>
        <p:nvSpPr>
          <p:cNvPr id="411" name="Google Shape;411;p17"/>
          <p:cNvSpPr/>
          <p:nvPr/>
        </p:nvSpPr>
        <p:spPr>
          <a:xfrm rot="10800000">
            <a:off x="9450200" y="3461249"/>
            <a:ext cx="618530" cy="621302"/>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17"/>
          <p:cNvSpPr/>
          <p:nvPr/>
        </p:nvSpPr>
        <p:spPr>
          <a:xfrm rot="10800000">
            <a:off x="13601611" y="452192"/>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17"/>
          <p:cNvSpPr txBox="1"/>
          <p:nvPr/>
        </p:nvSpPr>
        <p:spPr>
          <a:xfrm>
            <a:off x="1090333" y="1519483"/>
            <a:ext cx="12781586" cy="1206484"/>
          </a:xfrm>
          <a:prstGeom prst="rect">
            <a:avLst/>
          </a:prstGeom>
          <a:noFill/>
          <a:ln>
            <a:noFill/>
          </a:ln>
        </p:spPr>
        <p:txBody>
          <a:bodyPr spcFirstLastPara="1" wrap="square" lIns="0" tIns="0" rIns="0" bIns="0" anchor="t" anchorCtr="0">
            <a:spAutoFit/>
          </a:bodyPr>
          <a:lstStyle/>
          <a:p>
            <a:pPr marL="0" marR="0" lvl="0" indent="0" algn="l" rtl="0">
              <a:lnSpc>
                <a:spcPct val="140034"/>
              </a:lnSpc>
              <a:spcBef>
                <a:spcPts val="0"/>
              </a:spcBef>
              <a:spcAft>
                <a:spcPts val="0"/>
              </a:spcAft>
              <a:buClr>
                <a:srgbClr val="000000"/>
              </a:buClr>
              <a:buSzPts val="4009"/>
              <a:buFont typeface="Arial"/>
              <a:buNone/>
            </a:pPr>
            <a:r>
              <a:rPr lang="en-US" sz="2800" b="0" i="0" u="none" strike="noStrike" cap="none" dirty="0">
                <a:solidFill>
                  <a:srgbClr val="FFFFFF"/>
                </a:solidFill>
                <a:latin typeface="Libre Baskerville"/>
                <a:ea typeface="Libre Baskerville"/>
                <a:cs typeface="Libre Baskerville"/>
                <a:sym typeface="Libre Baskerville"/>
              </a:rPr>
              <a:t>CERTAIN INDUSTRIAL-EMISSIONS CONTRIBUTE TO</a:t>
            </a:r>
            <a:endParaRPr sz="2800" b="0" i="0" u="none" strike="noStrike" cap="none" dirty="0">
              <a:solidFill>
                <a:srgbClr val="000000"/>
              </a:solidFill>
              <a:latin typeface="Arial"/>
              <a:ea typeface="Arial"/>
              <a:cs typeface="Arial"/>
              <a:sym typeface="Arial"/>
            </a:endParaRPr>
          </a:p>
          <a:p>
            <a:pPr marL="0" marR="0" lvl="0" indent="0" algn="l" rtl="0">
              <a:lnSpc>
                <a:spcPct val="140034"/>
              </a:lnSpc>
              <a:spcBef>
                <a:spcPts val="0"/>
              </a:spcBef>
              <a:spcAft>
                <a:spcPts val="0"/>
              </a:spcAft>
              <a:buClr>
                <a:srgbClr val="000000"/>
              </a:buClr>
              <a:buSzPts val="4009"/>
              <a:buFont typeface="Arial"/>
              <a:buNone/>
            </a:pPr>
            <a:r>
              <a:rPr lang="en-US" sz="2800" b="0" i="0" u="none" strike="noStrike" cap="none" dirty="0">
                <a:solidFill>
                  <a:srgbClr val="FFFFFF"/>
                </a:solidFill>
                <a:latin typeface="Libre Baskerville"/>
                <a:ea typeface="Libre Baskerville"/>
                <a:cs typeface="Libre Baskerville"/>
                <a:sym typeface="Libre Baskerville"/>
              </a:rPr>
              <a:t>O₃ - FORMATION</a:t>
            </a:r>
            <a:endParaRPr sz="2800" b="0" i="0" u="none" strike="noStrike" cap="none" dirty="0">
              <a:solidFill>
                <a:srgbClr val="000000"/>
              </a:solidFill>
              <a:latin typeface="Arial"/>
              <a:ea typeface="Arial"/>
              <a:cs typeface="Arial"/>
              <a:sym typeface="Arial"/>
            </a:endParaRPr>
          </a:p>
        </p:txBody>
      </p:sp>
      <p:sp>
        <p:nvSpPr>
          <p:cNvPr id="414" name="Google Shape;414;p17"/>
          <p:cNvSpPr txBox="1"/>
          <p:nvPr/>
        </p:nvSpPr>
        <p:spPr>
          <a:xfrm>
            <a:off x="1090322" y="1000125"/>
            <a:ext cx="6693000" cy="199800"/>
          </a:xfrm>
          <a:prstGeom prst="rect">
            <a:avLst/>
          </a:prstGeom>
          <a:noFill/>
          <a:ln>
            <a:noFill/>
          </a:ln>
        </p:spPr>
        <p:txBody>
          <a:bodyPr spcFirstLastPara="1" wrap="square" lIns="0" tIns="0" rIns="0" bIns="0" anchor="t" anchorCtr="0">
            <a:spAutoFit/>
          </a:bodyPr>
          <a:lstStyle/>
          <a:p>
            <a:pPr marL="0" marR="0" lvl="0" indent="0" algn="l" rtl="0">
              <a:lnSpc>
                <a:spcPct val="140030"/>
              </a:lnSpc>
              <a:spcBef>
                <a:spcPts val="0"/>
              </a:spcBef>
              <a:spcAft>
                <a:spcPts val="0"/>
              </a:spcAft>
              <a:buClr>
                <a:srgbClr val="000000"/>
              </a:buClr>
              <a:buSzPts val="1299"/>
              <a:buFont typeface="Arial"/>
              <a:buNone/>
            </a:pPr>
            <a:r>
              <a:rPr lang="en-US" sz="1299" b="0" i="0" u="none" strike="noStrike" cap="none">
                <a:solidFill>
                  <a:srgbClr val="62EB0F"/>
                </a:solidFill>
                <a:latin typeface="Libre Baskerville"/>
                <a:ea typeface="Libre Baskerville"/>
                <a:cs typeface="Libre Baskerville"/>
                <a:sym typeface="Libre Baskerville"/>
              </a:rPr>
              <a:t>CORONA  PANDEMIC  OBSERVATIONS</a:t>
            </a:r>
            <a:endParaRPr sz="1400" b="0" i="0" u="none" strike="noStrike" cap="none">
              <a:solidFill>
                <a:srgbClr val="000000"/>
              </a:solidFill>
              <a:latin typeface="Arial"/>
              <a:ea typeface="Arial"/>
              <a:cs typeface="Arial"/>
              <a:sym typeface="Arial"/>
            </a:endParaRPr>
          </a:p>
        </p:txBody>
      </p:sp>
      <p:sp>
        <p:nvSpPr>
          <p:cNvPr id="415" name="Google Shape;415;p17"/>
          <p:cNvSpPr txBox="1"/>
          <p:nvPr/>
        </p:nvSpPr>
        <p:spPr>
          <a:xfrm>
            <a:off x="1090322" y="3045525"/>
            <a:ext cx="8053811" cy="55369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700"/>
              <a:buFont typeface="Arial"/>
              <a:buNone/>
            </a:pPr>
            <a:r>
              <a:rPr lang="en-US" sz="2700" b="0" i="0" u="none" strike="noStrike" cap="none" dirty="0">
                <a:solidFill>
                  <a:srgbClr val="FFFFFF"/>
                </a:solidFill>
                <a:latin typeface="Libre Baskerville"/>
                <a:ea typeface="Libre Baskerville"/>
                <a:cs typeface="Libre Baskerville"/>
                <a:sym typeface="Libre Baskerville"/>
              </a:rPr>
              <a:t>Written on June 9, 2021, NASA found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600"/>
              <a:buFont typeface="Arial"/>
              <a:buNone/>
            </a:pPr>
            <a:r>
              <a:rPr lang="en-US" sz="2600" b="0" i="0" u="none" strike="noStrike" cap="none" dirty="0">
                <a:solidFill>
                  <a:srgbClr val="FFFFFF"/>
                </a:solidFill>
                <a:latin typeface="Libre Baskerville"/>
                <a:ea typeface="Libre Baskerville"/>
                <a:cs typeface="Libre Baskerville"/>
                <a:sym typeface="Libre Baskerville"/>
              </a:rPr>
              <a:t>"Local lockdowns brought fast global ozone reductions</a:t>
            </a:r>
            <a:endParaRPr sz="2600" b="0" i="0" u="none" strike="noStrike" cap="none" dirty="0">
              <a:solidFill>
                <a:srgbClr val="FFFFFF"/>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600"/>
              <a:buFont typeface="Arial"/>
              <a:buNone/>
            </a:pPr>
            <a:endParaRPr sz="2600" b="0" i="0" u="none" strike="noStrike" cap="none" dirty="0">
              <a:solidFill>
                <a:srgbClr val="FFFFFF"/>
              </a:solidFill>
              <a:latin typeface="Libre Baskerville"/>
              <a:ea typeface="Libre Baskerville"/>
              <a:cs typeface="Libre Baskerville"/>
              <a:sym typeface="Libre Baskerville"/>
            </a:endParaRPr>
          </a:p>
          <a:p>
            <a:pPr marL="0" marR="0" lvl="0" indent="0" algn="just" rtl="0">
              <a:lnSpc>
                <a:spcPct val="100000"/>
              </a:lnSpc>
              <a:spcBef>
                <a:spcPts val="0"/>
              </a:spcBef>
              <a:spcAft>
                <a:spcPts val="0"/>
              </a:spcAft>
              <a:buClr>
                <a:srgbClr val="000000"/>
              </a:buClr>
              <a:buSzPts val="2200"/>
              <a:buFont typeface="Arial"/>
              <a:buNone/>
            </a:pPr>
            <a:r>
              <a:rPr lang="en-US" sz="2200" b="1" i="0" u="none" strike="noStrike" cap="none" dirty="0">
                <a:solidFill>
                  <a:srgbClr val="5EDB12"/>
                </a:solidFill>
                <a:latin typeface="Libre Baskerville"/>
                <a:ea typeface="Libre Baskerville"/>
                <a:cs typeface="Libre Baskerville"/>
                <a:sym typeface="Libre Baskerville"/>
              </a:rPr>
              <a:t>Emissions of nitrogen oxides (NOx) – which create ozone, a danger to human health and climate – decreased 15% globally, with local reductions as high as 50%</a:t>
            </a:r>
            <a:endParaRPr sz="120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000"/>
              <a:buFont typeface="Arial"/>
              <a:buNone/>
            </a:pPr>
            <a:endParaRPr sz="2000" b="1" i="0" u="none" strike="noStrike" cap="none" dirty="0">
              <a:solidFill>
                <a:srgbClr val="5EDB12"/>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100"/>
              <a:buFont typeface="Arial"/>
              <a:buNone/>
            </a:pPr>
            <a:r>
              <a:rPr lang="en-US" sz="2100" b="1" i="0" u="none" strike="noStrike" cap="none" dirty="0">
                <a:solidFill>
                  <a:srgbClr val="FFFFFF"/>
                </a:solidFill>
                <a:latin typeface="Libre Baskerville"/>
                <a:ea typeface="Libre Baskerville"/>
                <a:cs typeface="Libre Baskerville"/>
                <a:sym typeface="Libre Baskerville"/>
              </a:rPr>
              <a:t>As a result of the lower NOx emissions, by June 2020, global ozone levels had dropped to a level that policymakers thought would take at least 15 years to reach by conventional means, such as regulations.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72E08"/>
        </a:solidFill>
        <a:effectLst/>
      </p:bgPr>
    </p:bg>
    <p:spTree>
      <p:nvGrpSpPr>
        <p:cNvPr id="1" name="Shape 419"/>
        <p:cNvGrpSpPr/>
        <p:nvPr/>
      </p:nvGrpSpPr>
      <p:grpSpPr>
        <a:xfrm>
          <a:off x="0" y="0"/>
          <a:ext cx="0" cy="0"/>
          <a:chOff x="0" y="0"/>
          <a:chExt cx="0" cy="0"/>
        </a:xfrm>
      </p:grpSpPr>
      <p:pic>
        <p:nvPicPr>
          <p:cNvPr id="420" name="Google Shape;420;p18"/>
          <p:cNvPicPr preferRelativeResize="0"/>
          <p:nvPr/>
        </p:nvPicPr>
        <p:blipFill rotWithShape="1">
          <a:blip r:embed="rId3">
            <a:alphaModFix/>
          </a:blip>
          <a:srcRect t="8906"/>
          <a:stretch/>
        </p:blipFill>
        <p:spPr>
          <a:xfrm>
            <a:off x="0" y="0"/>
            <a:ext cx="18288003" cy="5143499"/>
          </a:xfrm>
          <a:prstGeom prst="rect">
            <a:avLst/>
          </a:prstGeom>
          <a:noFill/>
          <a:ln>
            <a:noFill/>
          </a:ln>
        </p:spPr>
      </p:pic>
      <p:sp>
        <p:nvSpPr>
          <p:cNvPr id="421" name="Google Shape;421;p18"/>
          <p:cNvSpPr/>
          <p:nvPr/>
        </p:nvSpPr>
        <p:spPr>
          <a:xfrm rot="10800000">
            <a:off x="-309265" y="4832849"/>
            <a:ext cx="618530" cy="621302"/>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18"/>
          <p:cNvSpPr/>
          <p:nvPr/>
        </p:nvSpPr>
        <p:spPr>
          <a:xfrm rot="10800000">
            <a:off x="17714065" y="4566992"/>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23" name="Google Shape;423;p18"/>
          <p:cNvPicPr preferRelativeResize="0"/>
          <p:nvPr/>
        </p:nvPicPr>
        <p:blipFill rotWithShape="1">
          <a:blip r:embed="rId4">
            <a:alphaModFix amt="87000"/>
          </a:blip>
          <a:srcRect/>
          <a:stretch/>
        </p:blipFill>
        <p:spPr>
          <a:xfrm>
            <a:off x="13331866" y="5510893"/>
            <a:ext cx="3933347" cy="3747407"/>
          </a:xfrm>
          <a:prstGeom prst="rect">
            <a:avLst/>
          </a:prstGeom>
          <a:noFill/>
          <a:ln>
            <a:noFill/>
          </a:ln>
        </p:spPr>
      </p:pic>
      <p:grpSp>
        <p:nvGrpSpPr>
          <p:cNvPr id="424" name="Google Shape;424;p18"/>
          <p:cNvGrpSpPr/>
          <p:nvPr/>
        </p:nvGrpSpPr>
        <p:grpSpPr>
          <a:xfrm>
            <a:off x="2589875" y="6686700"/>
            <a:ext cx="7633179" cy="2955835"/>
            <a:chOff x="0" y="-28575"/>
            <a:chExt cx="2010372" cy="841375"/>
          </a:xfrm>
        </p:grpSpPr>
        <p:sp>
          <p:nvSpPr>
            <p:cNvPr id="425" name="Google Shape;425;p18"/>
            <p:cNvSpPr/>
            <p:nvPr/>
          </p:nvSpPr>
          <p:spPr>
            <a:xfrm>
              <a:off x="0" y="103585"/>
              <a:ext cx="2010372" cy="545311"/>
            </a:xfrm>
            <a:custGeom>
              <a:avLst/>
              <a:gdLst/>
              <a:ahLst/>
              <a:cxnLst/>
              <a:rect l="l" t="t" r="r" b="b"/>
              <a:pathLst>
                <a:path w="1634449" h="435378" extrusionOk="0">
                  <a:moveTo>
                    <a:pt x="0" y="0"/>
                  </a:moveTo>
                  <a:lnTo>
                    <a:pt x="1634449" y="0"/>
                  </a:lnTo>
                  <a:lnTo>
                    <a:pt x="1634449" y="435378"/>
                  </a:lnTo>
                  <a:lnTo>
                    <a:pt x="0" y="435378"/>
                  </a:lnTo>
                  <a:close/>
                </a:path>
              </a:pathLst>
            </a:custGeom>
            <a:solidFill>
              <a:srgbClr val="5EDB12">
                <a:alpha val="69411"/>
              </a:srgbClr>
            </a:solidFill>
            <a:ln>
              <a:noFill/>
            </a:ln>
          </p:spPr>
          <p:txBody>
            <a:bodyPr/>
            <a:lstStyle/>
            <a:p>
              <a:endParaRPr lang="en-US"/>
            </a:p>
          </p:txBody>
        </p:sp>
        <p:sp>
          <p:nvSpPr>
            <p:cNvPr id="426" name="Google Shape;426;p18"/>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427" name="Google Shape;427;p18"/>
          <p:cNvSpPr txBox="1"/>
          <p:nvPr/>
        </p:nvSpPr>
        <p:spPr>
          <a:xfrm>
            <a:off x="1028700" y="3988299"/>
            <a:ext cx="11142951" cy="844550"/>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Clr>
                <a:srgbClr val="000000"/>
              </a:buClr>
              <a:buSzPts val="4999"/>
              <a:buFont typeface="Arial"/>
              <a:buNone/>
            </a:pPr>
            <a:r>
              <a:rPr lang="en-US" sz="4999" b="0" i="0" u="none" strike="noStrike" cap="none" dirty="0">
                <a:solidFill>
                  <a:srgbClr val="FFFFFF"/>
                </a:solidFill>
                <a:latin typeface="Libre Baskerville"/>
                <a:ea typeface="Libre Baskerville"/>
                <a:cs typeface="Libre Baskerville"/>
                <a:sym typeface="Libre Baskerville"/>
              </a:rPr>
              <a:t>INTERNATIONAL PROTOCOLS</a:t>
            </a:r>
            <a:endParaRPr sz="1400" b="0" i="0" u="none" strike="noStrike" cap="none" dirty="0">
              <a:solidFill>
                <a:srgbClr val="000000"/>
              </a:solidFill>
              <a:latin typeface="Arial"/>
              <a:ea typeface="Arial"/>
              <a:cs typeface="Arial"/>
              <a:sym typeface="Arial"/>
            </a:endParaRPr>
          </a:p>
        </p:txBody>
      </p:sp>
      <p:sp>
        <p:nvSpPr>
          <p:cNvPr id="428" name="Google Shape;428;p18"/>
          <p:cNvSpPr txBox="1"/>
          <p:nvPr/>
        </p:nvSpPr>
        <p:spPr>
          <a:xfrm>
            <a:off x="1028700" y="5196975"/>
            <a:ext cx="11489100" cy="215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400"/>
              <a:buFont typeface="Arial"/>
              <a:buNone/>
            </a:pPr>
            <a:r>
              <a:rPr lang="en-US" sz="1400" b="0" i="0" u="none" strike="noStrike" cap="none" dirty="0">
                <a:solidFill>
                  <a:srgbClr val="62EB0F"/>
                </a:solidFill>
                <a:latin typeface="Libre Baskerville"/>
                <a:ea typeface="Libre Baskerville"/>
                <a:cs typeface="Libre Baskerville"/>
                <a:sym typeface="Libre Baskerville"/>
              </a:rPr>
              <a:t>INTERNATIONAL  PROTOCOLS  ADOPTED  FOR  OZONE  PROTECTION</a:t>
            </a:r>
            <a:endParaRPr sz="1400" b="0" i="0" u="none" strike="noStrike" cap="none" dirty="0">
              <a:solidFill>
                <a:srgbClr val="000000"/>
              </a:solidFill>
              <a:latin typeface="Arial"/>
              <a:ea typeface="Arial"/>
              <a:cs typeface="Arial"/>
              <a:sym typeface="Arial"/>
            </a:endParaRPr>
          </a:p>
        </p:txBody>
      </p:sp>
      <p:sp>
        <p:nvSpPr>
          <p:cNvPr id="429" name="Google Shape;429;p18"/>
          <p:cNvSpPr txBox="1"/>
          <p:nvPr/>
        </p:nvSpPr>
        <p:spPr>
          <a:xfrm>
            <a:off x="10669352" y="8395029"/>
            <a:ext cx="2216234" cy="315721"/>
          </a:xfrm>
          <a:prstGeom prst="rect">
            <a:avLst/>
          </a:prstGeom>
          <a:noFill/>
          <a:ln>
            <a:noFill/>
          </a:ln>
        </p:spPr>
        <p:txBody>
          <a:bodyPr spcFirstLastPara="1" wrap="square" lIns="0" tIns="0" rIns="0" bIns="0" anchor="t" anchorCtr="0">
            <a:spAutoFit/>
          </a:bodyPr>
          <a:lstStyle/>
          <a:p>
            <a:pPr marL="0" marR="0" lvl="0" indent="0" algn="ctr" rtl="0">
              <a:lnSpc>
                <a:spcPct val="140044"/>
              </a:lnSpc>
              <a:spcBef>
                <a:spcPts val="0"/>
              </a:spcBef>
              <a:spcAft>
                <a:spcPts val="0"/>
              </a:spcAft>
              <a:buClr>
                <a:srgbClr val="000000"/>
              </a:buClr>
              <a:buSzPts val="1818"/>
              <a:buFont typeface="Arial"/>
              <a:buNone/>
            </a:pPr>
            <a:r>
              <a:rPr lang="en-US" sz="1818" b="1" i="0" u="none" strike="noStrike" cap="none">
                <a:solidFill>
                  <a:srgbClr val="172E08"/>
                </a:solidFill>
                <a:latin typeface="Roboto"/>
                <a:ea typeface="Roboto"/>
                <a:cs typeface="Roboto"/>
                <a:sym typeface="Roboto"/>
              </a:rPr>
              <a:t>LEARN MORE</a:t>
            </a:r>
            <a:endParaRPr sz="1400" b="0" i="0" u="none" strike="noStrike" cap="none">
              <a:solidFill>
                <a:srgbClr val="000000"/>
              </a:solidFill>
              <a:latin typeface="Arial"/>
              <a:ea typeface="Arial"/>
              <a:cs typeface="Arial"/>
              <a:sym typeface="Arial"/>
            </a:endParaRPr>
          </a:p>
        </p:txBody>
      </p:sp>
      <p:sp>
        <p:nvSpPr>
          <p:cNvPr id="430" name="Google Shape;430;p18"/>
          <p:cNvSpPr txBox="1"/>
          <p:nvPr/>
        </p:nvSpPr>
        <p:spPr>
          <a:xfrm>
            <a:off x="1028700" y="5847171"/>
            <a:ext cx="5287500" cy="3317831"/>
          </a:xfrm>
          <a:prstGeom prst="rect">
            <a:avLst/>
          </a:prstGeom>
          <a:noFill/>
          <a:ln>
            <a:noFill/>
          </a:ln>
        </p:spPr>
        <p:txBody>
          <a:bodyPr spcFirstLastPara="1" wrap="square" lIns="0" tIns="0" rIns="0" bIns="0" anchor="t" anchorCtr="0">
            <a:spAutoFit/>
          </a:bodyPr>
          <a:lstStyle/>
          <a:p>
            <a:pPr marL="518164" marR="0" lvl="1" indent="-246380" algn="just" defTabSz="914400" rtl="0" eaLnBrk="1" fontAlgn="auto" latinLnBrk="0" hangingPunct="1">
              <a:lnSpc>
                <a:spcPct val="140000"/>
              </a:lnSpc>
              <a:spcBef>
                <a:spcPts val="0"/>
              </a:spcBef>
              <a:spcAft>
                <a:spcPts val="0"/>
              </a:spcAft>
              <a:buClr>
                <a:srgbClr val="FFFFFF"/>
              </a:buClr>
              <a:buSzPts val="2200"/>
              <a:buFont typeface="Arial"/>
              <a:buChar char="•"/>
              <a:tabLst/>
              <a:defRPr/>
            </a:pPr>
            <a:r>
              <a:rPr kumimoji="0" lang="en-US" sz="2200" b="0" i="0" u="none" strike="noStrike" kern="0" cap="none" spc="0" normalizeH="0" baseline="0" noProof="0" dirty="0">
                <a:ln>
                  <a:noFill/>
                </a:ln>
                <a:solidFill>
                  <a:srgbClr val="FFFFFF"/>
                </a:solidFill>
                <a:effectLst/>
                <a:uLnTx/>
                <a:uFillTx/>
                <a:latin typeface="Libre Baskerville"/>
                <a:ea typeface="Libre Baskerville"/>
                <a:cs typeface="Libre Baskerville"/>
                <a:sym typeface="Libre Baskerville"/>
              </a:rPr>
              <a:t>The Vienna Convention - 1985</a:t>
            </a:r>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a:p>
            <a:pPr marL="518164" marR="0" lvl="1" indent="-246380" algn="just" rtl="0">
              <a:lnSpc>
                <a:spcPct val="140000"/>
              </a:lnSpc>
              <a:spcBef>
                <a:spcPts val="0"/>
              </a:spcBef>
              <a:spcAft>
                <a:spcPts val="0"/>
              </a:spcAft>
              <a:buClr>
                <a:srgbClr val="FFFFFF"/>
              </a:buClr>
              <a:buSzPts val="2200"/>
              <a:buFont typeface="Arial"/>
              <a:buChar char="•"/>
            </a:pPr>
            <a:r>
              <a:rPr lang="en-US" sz="2200" b="0" i="0" u="none" strike="noStrike" cap="none" dirty="0">
                <a:solidFill>
                  <a:srgbClr val="FFFFFF"/>
                </a:solidFill>
                <a:latin typeface="Libre Baskerville"/>
                <a:ea typeface="Libre Baskerville"/>
                <a:cs typeface="Libre Baskerville"/>
                <a:sym typeface="Libre Baskerville"/>
              </a:rPr>
              <a:t>The Montreal Protocol - 1987</a:t>
            </a:r>
            <a:endParaRPr sz="120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200"/>
              <a:buFont typeface="Arial"/>
              <a:buNone/>
            </a:pPr>
            <a:endParaRPr sz="2200" b="0" i="0" u="none" strike="noStrike" cap="none" dirty="0">
              <a:solidFill>
                <a:srgbClr val="FFFFFF"/>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200"/>
              <a:buFont typeface="Arial"/>
              <a:buNone/>
            </a:pPr>
            <a:endParaRPr sz="2200" b="0" i="0" u="none" strike="noStrike" cap="none" dirty="0">
              <a:solidFill>
                <a:srgbClr val="FFFFFF"/>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200"/>
              <a:buFont typeface="Arial"/>
              <a:buNone/>
            </a:pPr>
            <a:endParaRPr sz="2200" b="0" i="0" u="none" strike="noStrike" cap="none" dirty="0">
              <a:solidFill>
                <a:srgbClr val="FFFFFF"/>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200"/>
              <a:buFont typeface="Arial"/>
              <a:buNone/>
            </a:pPr>
            <a:endParaRPr sz="2200" b="0" i="0" u="none" strike="noStrike" cap="none" dirty="0">
              <a:solidFill>
                <a:srgbClr val="FFFFFF"/>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200"/>
              <a:buFont typeface="Arial"/>
              <a:buNone/>
            </a:pPr>
            <a:endParaRPr sz="2200" b="0" i="0" u="none" strike="noStrike" cap="none" dirty="0">
              <a:solidFill>
                <a:srgbClr val="FFFFFF"/>
              </a:solidFill>
              <a:latin typeface="Libre Baskerville"/>
              <a:ea typeface="Libre Baskerville"/>
              <a:cs typeface="Libre Baskerville"/>
              <a:sym typeface="Libre Baskerville"/>
            </a:endParaRPr>
          </a:p>
        </p:txBody>
      </p:sp>
      <p:sp>
        <p:nvSpPr>
          <p:cNvPr id="431" name="Google Shape;431;p18"/>
          <p:cNvSpPr txBox="1"/>
          <p:nvPr/>
        </p:nvSpPr>
        <p:spPr>
          <a:xfrm rot="10800000" flipV="1">
            <a:off x="1389888" y="6740949"/>
            <a:ext cx="6857207" cy="48904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270"/>
              <a:buFont typeface="Arial"/>
              <a:buNone/>
            </a:pPr>
            <a:r>
              <a:rPr lang="en-US" sz="2270" b="1" i="0" u="none" strike="noStrike" cap="none" dirty="0">
                <a:solidFill>
                  <a:srgbClr val="FFFFFF"/>
                </a:solidFill>
                <a:latin typeface="Libre Baskerville"/>
                <a:ea typeface="Libre Baskerville"/>
                <a:cs typeface="Libre Baskerville"/>
                <a:sym typeface="Libre Baskerville"/>
              </a:rPr>
              <a:t>Amendments to the  Montreal Protocols:</a:t>
            </a:r>
            <a:endParaRPr sz="1400" b="0" i="0" u="none" strike="noStrike" cap="none" dirty="0">
              <a:solidFill>
                <a:srgbClr val="000000"/>
              </a:solidFill>
              <a:latin typeface="Arial"/>
              <a:ea typeface="Arial"/>
              <a:cs typeface="Arial"/>
              <a:sym typeface="Arial"/>
            </a:endParaRPr>
          </a:p>
        </p:txBody>
      </p:sp>
      <p:sp>
        <p:nvSpPr>
          <p:cNvPr id="432" name="Google Shape;432;p18"/>
          <p:cNvSpPr txBox="1"/>
          <p:nvPr/>
        </p:nvSpPr>
        <p:spPr>
          <a:xfrm>
            <a:off x="2926803" y="7284242"/>
            <a:ext cx="6680493" cy="1808508"/>
          </a:xfrm>
          <a:prstGeom prst="rect">
            <a:avLst/>
          </a:prstGeom>
          <a:noFill/>
          <a:ln>
            <a:noFill/>
          </a:ln>
        </p:spPr>
        <p:txBody>
          <a:bodyPr spcFirstLastPara="1" wrap="square" lIns="0" tIns="0" rIns="0" bIns="0" anchor="t" anchorCtr="0">
            <a:spAutoFit/>
          </a:bodyPr>
          <a:lstStyle/>
          <a:p>
            <a:pPr marL="434279" marR="0" lvl="1" indent="-204439" algn="just" rtl="0">
              <a:lnSpc>
                <a:spcPct val="123023"/>
              </a:lnSpc>
              <a:spcBef>
                <a:spcPts val="0"/>
              </a:spcBef>
              <a:spcAft>
                <a:spcPts val="0"/>
              </a:spcAft>
              <a:buClr>
                <a:srgbClr val="FFFFFF"/>
              </a:buClr>
              <a:buSzPts val="1811"/>
              <a:buFont typeface="Arial"/>
              <a:buChar char="•"/>
            </a:pPr>
            <a:r>
              <a:rPr lang="en-US" sz="1911" b="1" i="0" u="none" strike="noStrike" cap="none" dirty="0">
                <a:solidFill>
                  <a:srgbClr val="FFFFFF"/>
                </a:solidFill>
                <a:latin typeface="Libre Baskerville"/>
                <a:ea typeface="Libre Baskerville"/>
                <a:cs typeface="Libre Baskerville"/>
                <a:sym typeface="Libre Baskerville"/>
              </a:rPr>
              <a:t>The London Amendment -  1990</a:t>
            </a:r>
            <a:endParaRPr sz="1300" b="0" i="0" u="none" strike="noStrike" cap="none" dirty="0">
              <a:solidFill>
                <a:srgbClr val="000000"/>
              </a:solidFill>
              <a:latin typeface="Arial"/>
              <a:ea typeface="Arial"/>
              <a:cs typeface="Arial"/>
              <a:sym typeface="Arial"/>
            </a:endParaRPr>
          </a:p>
          <a:p>
            <a:pPr marL="434279" marR="0" lvl="1" indent="-210789" algn="just" rtl="0">
              <a:lnSpc>
                <a:spcPct val="123023"/>
              </a:lnSpc>
              <a:spcBef>
                <a:spcPts val="0"/>
              </a:spcBef>
              <a:spcAft>
                <a:spcPts val="0"/>
              </a:spcAft>
              <a:buClr>
                <a:srgbClr val="FFFFFF"/>
              </a:buClr>
              <a:buSzPts val="1911"/>
              <a:buFont typeface="Arial"/>
              <a:buChar char="•"/>
            </a:pPr>
            <a:r>
              <a:rPr lang="en-US" sz="1911" b="1" i="0" u="none" strike="noStrike" cap="none" dirty="0">
                <a:solidFill>
                  <a:srgbClr val="FFFFFF"/>
                </a:solidFill>
                <a:latin typeface="Libre Baskerville"/>
                <a:ea typeface="Libre Baskerville"/>
                <a:cs typeface="Libre Baskerville"/>
                <a:sym typeface="Libre Baskerville"/>
              </a:rPr>
              <a:t>The Copenhagen Amendment -  1992</a:t>
            </a:r>
            <a:endParaRPr sz="1300" b="0" i="0" u="none" strike="noStrike" cap="none" dirty="0">
              <a:solidFill>
                <a:srgbClr val="000000"/>
              </a:solidFill>
              <a:latin typeface="Arial"/>
              <a:ea typeface="Arial"/>
              <a:cs typeface="Arial"/>
              <a:sym typeface="Arial"/>
            </a:endParaRPr>
          </a:p>
          <a:p>
            <a:pPr marL="434279" marR="0" lvl="1" indent="-210789" algn="just" rtl="0">
              <a:lnSpc>
                <a:spcPct val="123023"/>
              </a:lnSpc>
              <a:spcBef>
                <a:spcPts val="0"/>
              </a:spcBef>
              <a:spcAft>
                <a:spcPts val="0"/>
              </a:spcAft>
              <a:buClr>
                <a:srgbClr val="FFFFFF"/>
              </a:buClr>
              <a:buSzPts val="1911"/>
              <a:buFont typeface="Arial"/>
              <a:buChar char="•"/>
            </a:pPr>
            <a:r>
              <a:rPr lang="en-US" sz="1911" b="1" i="0" u="none" strike="noStrike" cap="none" dirty="0">
                <a:solidFill>
                  <a:srgbClr val="FFFFFF"/>
                </a:solidFill>
                <a:latin typeface="Libre Baskerville"/>
                <a:ea typeface="Libre Baskerville"/>
                <a:cs typeface="Libre Baskerville"/>
                <a:sym typeface="Libre Baskerville"/>
              </a:rPr>
              <a:t>The Montreal Amendment -  1997</a:t>
            </a:r>
            <a:endParaRPr sz="1300" b="0" i="0" u="none" strike="noStrike" cap="none" dirty="0">
              <a:solidFill>
                <a:srgbClr val="000000"/>
              </a:solidFill>
              <a:latin typeface="Arial"/>
              <a:ea typeface="Arial"/>
              <a:cs typeface="Arial"/>
              <a:sym typeface="Arial"/>
            </a:endParaRPr>
          </a:p>
          <a:p>
            <a:pPr marL="434279" marR="0" lvl="1" indent="-210789" algn="just" rtl="0">
              <a:lnSpc>
                <a:spcPct val="123023"/>
              </a:lnSpc>
              <a:spcBef>
                <a:spcPts val="0"/>
              </a:spcBef>
              <a:spcAft>
                <a:spcPts val="0"/>
              </a:spcAft>
              <a:buClr>
                <a:srgbClr val="FFFFFF"/>
              </a:buClr>
              <a:buSzPts val="1911"/>
              <a:buFont typeface="Arial"/>
              <a:buChar char="•"/>
            </a:pPr>
            <a:r>
              <a:rPr lang="en-US" sz="1911" b="1" i="0" u="none" strike="noStrike" cap="none" dirty="0">
                <a:solidFill>
                  <a:srgbClr val="FFFFFF"/>
                </a:solidFill>
                <a:latin typeface="Libre Baskerville"/>
                <a:ea typeface="Libre Baskerville"/>
                <a:cs typeface="Libre Baskerville"/>
                <a:sym typeface="Libre Baskerville"/>
              </a:rPr>
              <a:t>The Beijing Amendment -  1999</a:t>
            </a:r>
            <a:endParaRPr sz="1300" b="0" i="0" u="none" strike="noStrike" cap="none" dirty="0">
              <a:solidFill>
                <a:srgbClr val="000000"/>
              </a:solidFill>
              <a:latin typeface="Arial"/>
              <a:ea typeface="Arial"/>
              <a:cs typeface="Arial"/>
              <a:sym typeface="Arial"/>
            </a:endParaRPr>
          </a:p>
          <a:p>
            <a:pPr marL="434279" marR="0" lvl="1" indent="-210789" algn="just" rtl="0">
              <a:lnSpc>
                <a:spcPct val="123023"/>
              </a:lnSpc>
              <a:spcBef>
                <a:spcPts val="0"/>
              </a:spcBef>
              <a:spcAft>
                <a:spcPts val="0"/>
              </a:spcAft>
              <a:buClr>
                <a:srgbClr val="FFFFFF"/>
              </a:buClr>
              <a:buSzPts val="1911"/>
              <a:buFont typeface="Arial"/>
              <a:buChar char="•"/>
            </a:pPr>
            <a:r>
              <a:rPr lang="en-US" sz="1911" b="1" i="0" u="none" strike="noStrike" cap="none" dirty="0">
                <a:solidFill>
                  <a:srgbClr val="FFFFFF"/>
                </a:solidFill>
                <a:latin typeface="Libre Baskerville"/>
                <a:ea typeface="Libre Baskerville"/>
                <a:cs typeface="Libre Baskerville"/>
                <a:sym typeface="Libre Baskerville"/>
              </a:rPr>
              <a:t>The Kigali Amendment -  2016</a:t>
            </a:r>
            <a:endParaRPr sz="1300" b="0" i="0" u="none" strike="noStrike" cap="none" dirty="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8B6C4B"/>
        </a:solidFill>
        <a:effectLst/>
      </p:bgPr>
    </p:bg>
    <p:spTree>
      <p:nvGrpSpPr>
        <p:cNvPr id="1" name="Shape 436"/>
        <p:cNvGrpSpPr/>
        <p:nvPr/>
      </p:nvGrpSpPr>
      <p:grpSpPr>
        <a:xfrm>
          <a:off x="0" y="0"/>
          <a:ext cx="0" cy="0"/>
          <a:chOff x="0" y="0"/>
          <a:chExt cx="0" cy="0"/>
        </a:xfrm>
      </p:grpSpPr>
      <p:pic>
        <p:nvPicPr>
          <p:cNvPr id="437" name="Google Shape;437;p19"/>
          <p:cNvPicPr preferRelativeResize="0"/>
          <p:nvPr/>
        </p:nvPicPr>
        <p:blipFill rotWithShape="1">
          <a:blip r:embed="rId3">
            <a:alphaModFix/>
          </a:blip>
          <a:srcRect/>
          <a:stretch/>
        </p:blipFill>
        <p:spPr>
          <a:xfrm>
            <a:off x="1028700" y="2529855"/>
            <a:ext cx="5880870" cy="6728445"/>
          </a:xfrm>
          <a:prstGeom prst="rect">
            <a:avLst/>
          </a:prstGeom>
          <a:noFill/>
          <a:ln>
            <a:noFill/>
          </a:ln>
        </p:spPr>
      </p:pic>
      <p:sp>
        <p:nvSpPr>
          <p:cNvPr id="438" name="Google Shape;438;p19"/>
          <p:cNvSpPr txBox="1"/>
          <p:nvPr/>
        </p:nvSpPr>
        <p:spPr>
          <a:xfrm>
            <a:off x="7107936" y="2767584"/>
            <a:ext cx="10151260" cy="6877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600"/>
              <a:buFont typeface="Arial"/>
              <a:buNone/>
            </a:pPr>
            <a:r>
              <a:rPr lang="en-US" sz="2600" b="1" i="0" u="none" strike="noStrike" cap="none" dirty="0">
                <a:solidFill>
                  <a:srgbClr val="000000"/>
                </a:solidFill>
                <a:latin typeface="Libre Baskerville"/>
                <a:ea typeface="Libre Baskerville"/>
                <a:cs typeface="Libre Baskerville"/>
                <a:sym typeface="Libre Baskerville"/>
              </a:rPr>
              <a:t>I</a:t>
            </a:r>
            <a:r>
              <a:rPr lang="en-US" sz="2400" b="1" i="0" u="none" strike="noStrike" cap="none" dirty="0">
                <a:solidFill>
                  <a:srgbClr val="000000"/>
                </a:solidFill>
                <a:latin typeface="Libre Baskerville"/>
                <a:ea typeface="Libre Baskerville"/>
                <a:cs typeface="Libre Baskerville"/>
                <a:sym typeface="Libre Baskerville"/>
              </a:rPr>
              <a:t>n the chart besides,</a:t>
            </a:r>
            <a:endParaRPr sz="120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400"/>
              <a:buFont typeface="Arial"/>
              <a:buNone/>
            </a:pPr>
            <a:r>
              <a:rPr lang="en-US" sz="2400" b="1" i="0" u="none" strike="noStrike" cap="none" dirty="0">
                <a:solidFill>
                  <a:srgbClr val="000000"/>
                </a:solidFill>
                <a:latin typeface="Libre Baskerville"/>
                <a:ea typeface="Libre Baskerville"/>
                <a:cs typeface="Libre Baskerville"/>
                <a:sym typeface="Libre Baskerville"/>
              </a:rPr>
              <a:t>emissions of Ozone-depleting substances are seen </a:t>
            </a:r>
            <a:r>
              <a:rPr lang="en-US" sz="2400" b="1" i="0" u="none" strike="noStrike" cap="none" dirty="0">
                <a:solidFill>
                  <a:srgbClr val="FFFFFF"/>
                </a:solidFill>
                <a:latin typeface="Libre Baskerville"/>
                <a:ea typeface="Libre Baskerville"/>
                <a:cs typeface="Libre Baskerville"/>
                <a:sym typeface="Libre Baskerville"/>
              </a:rPr>
              <a:t>from 1960 onwards</a:t>
            </a:r>
            <a:r>
              <a:rPr lang="en-US" sz="2400" b="1" i="0" u="none" strike="noStrike" cap="none" dirty="0">
                <a:solidFill>
                  <a:srgbClr val="000000"/>
                </a:solidFill>
                <a:latin typeface="Libre Baskerville"/>
                <a:ea typeface="Libre Baskerville"/>
                <a:cs typeface="Libre Baskerville"/>
                <a:sym typeface="Libre Baskerville"/>
              </a:rPr>
              <a:t>, measured in </a:t>
            </a:r>
            <a:r>
              <a:rPr lang="en-US" sz="2400" b="1" i="0" u="none" strike="noStrike" cap="none" dirty="0">
                <a:solidFill>
                  <a:srgbClr val="FFFFFF"/>
                </a:solidFill>
                <a:latin typeface="Libre Baskerville"/>
                <a:ea typeface="Libre Baskerville"/>
                <a:cs typeface="Libre Baskerville"/>
                <a:sym typeface="Libre Baskerville"/>
              </a:rPr>
              <a:t>tons of CFC-11 equivalents</a:t>
            </a:r>
            <a:r>
              <a:rPr lang="en-US" sz="2400" b="1" i="0" u="none" strike="noStrike" cap="none" dirty="0">
                <a:solidFill>
                  <a:srgbClr val="000000"/>
                </a:solidFill>
                <a:latin typeface="Libre Baskerville"/>
                <a:ea typeface="Libre Baskerville"/>
                <a:cs typeface="Libre Baskerville"/>
                <a:sym typeface="Libre Baskerville"/>
              </a:rPr>
              <a:t>.</a:t>
            </a:r>
            <a:endParaRPr sz="120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400"/>
              <a:buFont typeface="Arial"/>
              <a:buNone/>
            </a:pPr>
            <a:endParaRPr sz="2400" b="1" i="0" u="none" strike="noStrike" cap="none" dirty="0">
              <a:solidFill>
                <a:srgbClr val="000000"/>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500"/>
              <a:buFont typeface="Arial"/>
              <a:buNone/>
            </a:pPr>
            <a:r>
              <a:rPr lang="en-US" sz="2500" b="1" i="0" u="none" strike="noStrike" cap="none" dirty="0">
                <a:solidFill>
                  <a:srgbClr val="FFFFFF"/>
                </a:solidFill>
                <a:latin typeface="Libre Baskerville"/>
                <a:ea typeface="Libre Baskerville"/>
                <a:cs typeface="Libre Baskerville"/>
                <a:sym typeface="Libre Baskerville"/>
              </a:rPr>
              <a:t>CFC-11 is a standardized measure to normalize the sum of a range of ozone-depleting substances, to a value equivalent to their potential to deplete ozone.</a:t>
            </a:r>
            <a:endParaRPr sz="1200" b="0" i="0" u="none" strike="noStrike" cap="none" dirty="0">
              <a:solidFill>
                <a:srgbClr val="000000"/>
              </a:solidFill>
              <a:latin typeface="Arial"/>
              <a:ea typeface="Arial"/>
              <a:cs typeface="Arial"/>
              <a:sym typeface="Arial"/>
            </a:endParaRPr>
          </a:p>
          <a:p>
            <a:pPr marL="0" marR="0" lvl="0" indent="0" algn="just" rtl="0">
              <a:lnSpc>
                <a:spcPct val="134814"/>
              </a:lnSpc>
              <a:spcBef>
                <a:spcPts val="0"/>
              </a:spcBef>
              <a:spcAft>
                <a:spcPts val="0"/>
              </a:spcAft>
              <a:buClr>
                <a:srgbClr val="000000"/>
              </a:buClr>
              <a:buSzPts val="2500"/>
              <a:buFont typeface="Arial"/>
              <a:buNone/>
            </a:pPr>
            <a:endParaRPr sz="2500" b="1" i="0" u="none" strike="noStrike" cap="none" dirty="0">
              <a:solidFill>
                <a:srgbClr val="FFFFFF"/>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500"/>
              <a:buFont typeface="Arial"/>
              <a:buNone/>
            </a:pPr>
            <a:r>
              <a:rPr lang="en-US" sz="2500" b="1" i="0" u="none" strike="noStrike" cap="none" dirty="0">
                <a:solidFill>
                  <a:srgbClr val="000000"/>
                </a:solidFill>
                <a:latin typeface="Libre Baskerville"/>
                <a:ea typeface="Libre Baskerville"/>
                <a:cs typeface="Libre Baskerville"/>
                <a:sym typeface="Libre Baskerville"/>
              </a:rPr>
              <a:t>Here, </a:t>
            </a:r>
            <a:r>
              <a:rPr lang="en-US" sz="2500" b="1" i="0" u="none" strike="noStrike" cap="none" dirty="0">
                <a:solidFill>
                  <a:srgbClr val="FFFFFF"/>
                </a:solidFill>
                <a:latin typeface="Libre Baskerville"/>
                <a:ea typeface="Libre Baskerville"/>
                <a:cs typeface="Libre Baskerville"/>
                <a:sym typeface="Libre Baskerville"/>
              </a:rPr>
              <a:t>a clear growth-peak-reduction </a:t>
            </a:r>
            <a:r>
              <a:rPr lang="en-US" sz="2500" b="1" i="0" u="none" strike="noStrike" cap="none" dirty="0">
                <a:solidFill>
                  <a:srgbClr val="000000"/>
                </a:solidFill>
                <a:latin typeface="Libre Baskerville"/>
                <a:ea typeface="Libre Baskerville"/>
                <a:cs typeface="Libre Baskerville"/>
                <a:sym typeface="Libre Baskerville"/>
              </a:rPr>
              <a:t>is seen with also a rapid rise by </a:t>
            </a:r>
            <a:r>
              <a:rPr lang="en-US" sz="2500" b="1" i="0" u="none" strike="noStrike" cap="none" dirty="0">
                <a:solidFill>
                  <a:srgbClr val="FFFFFF"/>
                </a:solidFill>
                <a:latin typeface="Libre Baskerville"/>
                <a:ea typeface="Libre Baskerville"/>
                <a:cs typeface="Libre Baskerville"/>
                <a:sym typeface="Libre Baskerville"/>
              </a:rPr>
              <a:t>3 folds from 1960s to 1980s.</a:t>
            </a:r>
            <a:endParaRPr sz="1200" b="0" i="0" u="none" strike="noStrike" cap="none" dirty="0">
              <a:solidFill>
                <a:srgbClr val="000000"/>
              </a:solidFill>
              <a:latin typeface="Arial"/>
              <a:ea typeface="Arial"/>
              <a:cs typeface="Arial"/>
              <a:sym typeface="Arial"/>
            </a:endParaRPr>
          </a:p>
          <a:p>
            <a:pPr marL="0" marR="0" lvl="0" indent="0" algn="just" rtl="0">
              <a:lnSpc>
                <a:spcPct val="134814"/>
              </a:lnSpc>
              <a:spcBef>
                <a:spcPts val="0"/>
              </a:spcBef>
              <a:spcAft>
                <a:spcPts val="0"/>
              </a:spcAft>
              <a:buClr>
                <a:srgbClr val="000000"/>
              </a:buClr>
              <a:buSzPts val="2500"/>
              <a:buFont typeface="Arial"/>
              <a:buNone/>
            </a:pPr>
            <a:endParaRPr sz="2500" b="1" i="0" u="none" strike="noStrike" cap="none" dirty="0">
              <a:solidFill>
                <a:srgbClr val="FFFFFF"/>
              </a:solidFill>
              <a:latin typeface="Libre Baskerville"/>
              <a:ea typeface="Libre Baskerville"/>
              <a:cs typeface="Libre Baskerville"/>
              <a:sym typeface="Libre Baskerville"/>
            </a:endParaRPr>
          </a:p>
          <a:p>
            <a:pPr marL="0" marR="0" lvl="0" indent="0" algn="just" rtl="0">
              <a:lnSpc>
                <a:spcPct val="140000"/>
              </a:lnSpc>
              <a:spcBef>
                <a:spcPts val="0"/>
              </a:spcBef>
              <a:spcAft>
                <a:spcPts val="0"/>
              </a:spcAft>
              <a:buClr>
                <a:srgbClr val="000000"/>
              </a:buClr>
              <a:buSzPts val="2400"/>
              <a:buFont typeface="Arial"/>
              <a:buNone/>
            </a:pPr>
            <a:r>
              <a:rPr lang="en-US" sz="2400" b="1" i="0" u="none" strike="noStrike" cap="none" dirty="0">
                <a:solidFill>
                  <a:srgbClr val="FFFFFF"/>
                </a:solidFill>
                <a:latin typeface="Libre Baskerville"/>
                <a:ea typeface="Libre Baskerville"/>
                <a:cs typeface="Libre Baskerville"/>
                <a:sym typeface="Libre Baskerville"/>
              </a:rPr>
              <a:t>By 2010</a:t>
            </a:r>
            <a:r>
              <a:rPr lang="en-US" sz="2400" b="1" i="0" u="none" strike="noStrike" cap="none" dirty="0">
                <a:solidFill>
                  <a:srgbClr val="000000"/>
                </a:solidFill>
                <a:latin typeface="Libre Baskerville"/>
                <a:ea typeface="Libre Baskerville"/>
                <a:cs typeface="Libre Baskerville"/>
                <a:sym typeface="Libre Baskerville"/>
              </a:rPr>
              <a:t>, emissions </a:t>
            </a:r>
            <a:r>
              <a:rPr lang="en-US" sz="2400" b="1" i="0" u="none" strike="noStrike" cap="none" dirty="0">
                <a:solidFill>
                  <a:srgbClr val="FFFFFF"/>
                </a:solidFill>
                <a:latin typeface="Libre Baskerville"/>
                <a:ea typeface="Libre Baskerville"/>
                <a:cs typeface="Libre Baskerville"/>
                <a:sym typeface="Libre Baskerville"/>
              </a:rPr>
              <a:t>returned to 1960</a:t>
            </a:r>
            <a:r>
              <a:rPr lang="en-US" sz="2400" b="1" i="0" u="none" strike="noStrike" cap="none" dirty="0">
                <a:solidFill>
                  <a:srgbClr val="000000"/>
                </a:solidFill>
                <a:latin typeface="Libre Baskerville"/>
                <a:ea typeface="Libre Baskerville"/>
                <a:cs typeface="Libre Baskerville"/>
                <a:sym typeface="Libre Baskerville"/>
              </a:rPr>
              <a:t> levels a result of various strict international regulatory agreements</a:t>
            </a:r>
            <a:endParaRPr sz="1200" b="0" i="0" u="none" strike="noStrike" cap="none" dirty="0">
              <a:solidFill>
                <a:srgbClr val="000000"/>
              </a:solidFill>
              <a:latin typeface="Arial"/>
              <a:ea typeface="Arial"/>
              <a:cs typeface="Arial"/>
              <a:sym typeface="Arial"/>
            </a:endParaRPr>
          </a:p>
        </p:txBody>
      </p:sp>
      <p:grpSp>
        <p:nvGrpSpPr>
          <p:cNvPr id="439" name="Google Shape;439;p19"/>
          <p:cNvGrpSpPr/>
          <p:nvPr/>
        </p:nvGrpSpPr>
        <p:grpSpPr>
          <a:xfrm>
            <a:off x="1028700" y="920204"/>
            <a:ext cx="16230600" cy="3194599"/>
            <a:chOff x="0" y="-28575"/>
            <a:chExt cx="4274726" cy="841375"/>
          </a:xfrm>
        </p:grpSpPr>
        <p:sp>
          <p:nvSpPr>
            <p:cNvPr id="440" name="Google Shape;440;p19"/>
            <p:cNvSpPr/>
            <p:nvPr/>
          </p:nvSpPr>
          <p:spPr>
            <a:xfrm>
              <a:off x="0" y="0"/>
              <a:ext cx="4274726" cy="336499"/>
            </a:xfrm>
            <a:custGeom>
              <a:avLst/>
              <a:gdLst/>
              <a:ahLst/>
              <a:cxnLst/>
              <a:rect l="l" t="t" r="r" b="b"/>
              <a:pathLst>
                <a:path w="4274726" h="336499" extrusionOk="0">
                  <a:moveTo>
                    <a:pt x="24327" y="0"/>
                  </a:moveTo>
                  <a:lnTo>
                    <a:pt x="4250399" y="0"/>
                  </a:lnTo>
                  <a:cubicBezTo>
                    <a:pt x="4263834" y="0"/>
                    <a:pt x="4274726" y="10891"/>
                    <a:pt x="4274726" y="24327"/>
                  </a:cubicBezTo>
                  <a:lnTo>
                    <a:pt x="4274726" y="312173"/>
                  </a:lnTo>
                  <a:cubicBezTo>
                    <a:pt x="4274726" y="325608"/>
                    <a:pt x="4263834" y="336499"/>
                    <a:pt x="4250399" y="336499"/>
                  </a:cubicBezTo>
                  <a:lnTo>
                    <a:pt x="24327" y="336499"/>
                  </a:lnTo>
                  <a:cubicBezTo>
                    <a:pt x="10891" y="336499"/>
                    <a:pt x="0" y="325608"/>
                    <a:pt x="0" y="312173"/>
                  </a:cubicBezTo>
                  <a:lnTo>
                    <a:pt x="0" y="24327"/>
                  </a:lnTo>
                  <a:cubicBezTo>
                    <a:pt x="0" y="10891"/>
                    <a:pt x="10891" y="0"/>
                    <a:pt x="24327" y="0"/>
                  </a:cubicBezTo>
                  <a:close/>
                </a:path>
              </a:pathLst>
            </a:custGeom>
            <a:solidFill>
              <a:srgbClr val="524B45">
                <a:alpha val="7137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19"/>
            <p:cNvSpPr txBox="1"/>
            <p:nvPr/>
          </p:nvSpPr>
          <p:spPr>
            <a:xfrm>
              <a:off x="0" y="-28575"/>
              <a:ext cx="812800" cy="841375"/>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442" name="Google Shape;442;p19"/>
          <p:cNvSpPr txBox="1"/>
          <p:nvPr/>
        </p:nvSpPr>
        <p:spPr>
          <a:xfrm>
            <a:off x="2517900" y="1189826"/>
            <a:ext cx="13252200" cy="1000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6500"/>
              <a:buFont typeface="Arial"/>
              <a:buNone/>
            </a:pPr>
            <a:r>
              <a:rPr lang="en-US" sz="6500" b="0" i="0" u="none" strike="noStrike" cap="none" dirty="0">
                <a:solidFill>
                  <a:srgbClr val="FFFFFF"/>
                </a:solidFill>
                <a:latin typeface="Libre Baskerville"/>
                <a:ea typeface="Libre Baskerville"/>
                <a:cs typeface="Libre Baskerville"/>
                <a:sym typeface="Libre Baskerville"/>
              </a:rPr>
              <a:t>EMISSIONS :  RISE &amp; FALL</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2E08"/>
        </a:solidFill>
        <a:effectLst/>
      </p:bgPr>
    </p:bg>
    <p:spTree>
      <p:nvGrpSpPr>
        <p:cNvPr id="1" name="Shape 446"/>
        <p:cNvGrpSpPr/>
        <p:nvPr/>
      </p:nvGrpSpPr>
      <p:grpSpPr>
        <a:xfrm>
          <a:off x="0" y="0"/>
          <a:ext cx="0" cy="0"/>
          <a:chOff x="0" y="0"/>
          <a:chExt cx="0" cy="0"/>
        </a:xfrm>
      </p:grpSpPr>
      <p:sp>
        <p:nvSpPr>
          <p:cNvPr id="447" name="Google Shape;447;p20"/>
          <p:cNvSpPr/>
          <p:nvPr/>
        </p:nvSpPr>
        <p:spPr>
          <a:xfrm>
            <a:off x="3211373" y="-1"/>
            <a:ext cx="12252959" cy="5839969"/>
          </a:xfrm>
          <a:custGeom>
            <a:avLst/>
            <a:gdLst/>
            <a:ahLst/>
            <a:cxnLst/>
            <a:rect l="l" t="t" r="r" b="b"/>
            <a:pathLst>
              <a:path w="6662420" h="3331210" extrusionOk="0">
                <a:moveTo>
                  <a:pt x="3331210" y="0"/>
                </a:moveTo>
                <a:lnTo>
                  <a:pt x="6662420" y="0"/>
                </a:lnTo>
                <a:cubicBezTo>
                  <a:pt x="6662420" y="1840230"/>
                  <a:pt x="5171440" y="3331210"/>
                  <a:pt x="3331210" y="3331210"/>
                </a:cubicBezTo>
                <a:cubicBezTo>
                  <a:pt x="1490980" y="3331210"/>
                  <a:pt x="0" y="1840230"/>
                  <a:pt x="0" y="0"/>
                </a:cubicBezTo>
                <a:lnTo>
                  <a:pt x="3331210" y="0"/>
                </a:lnTo>
                <a:close/>
              </a:path>
            </a:pathLst>
          </a:custGeom>
          <a:blipFill rotWithShape="1">
            <a:blip r:embed="rId3">
              <a:alphaModFix/>
            </a:blip>
            <a:stretch>
              <a:fillRect t="-33497"/>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20"/>
          <p:cNvSpPr/>
          <p:nvPr/>
        </p:nvSpPr>
        <p:spPr>
          <a:xfrm>
            <a:off x="2823666" y="4797272"/>
            <a:ext cx="12640666" cy="12697324"/>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20"/>
          <p:cNvSpPr/>
          <p:nvPr/>
        </p:nvSpPr>
        <p:spPr>
          <a:xfrm rot="10800000">
            <a:off x="1845201" y="2966313"/>
            <a:ext cx="618530" cy="621302"/>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20"/>
          <p:cNvSpPr/>
          <p:nvPr/>
        </p:nvSpPr>
        <p:spPr>
          <a:xfrm rot="10800000">
            <a:off x="2509657" y="4566992"/>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20"/>
          <p:cNvSpPr/>
          <p:nvPr/>
        </p:nvSpPr>
        <p:spPr>
          <a:xfrm rot="10800000">
            <a:off x="14630473" y="4566992"/>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20"/>
          <p:cNvSpPr/>
          <p:nvPr/>
        </p:nvSpPr>
        <p:spPr>
          <a:xfrm rot="10800000">
            <a:off x="15824269" y="2966313"/>
            <a:ext cx="618530" cy="621302"/>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20"/>
          <p:cNvSpPr txBox="1"/>
          <p:nvPr/>
        </p:nvSpPr>
        <p:spPr>
          <a:xfrm>
            <a:off x="2509656" y="6547495"/>
            <a:ext cx="13271260" cy="2563779"/>
          </a:xfrm>
          <a:prstGeom prst="rect">
            <a:avLst/>
          </a:prstGeom>
          <a:noFill/>
          <a:ln>
            <a:noFill/>
          </a:ln>
        </p:spPr>
        <p:txBody>
          <a:bodyPr spcFirstLastPara="1" wrap="square" lIns="0" tIns="0" rIns="0" bIns="0" anchor="t" anchorCtr="0">
            <a:spAutoFit/>
          </a:bodyPr>
          <a:lstStyle/>
          <a:p>
            <a:pPr marL="453393" marR="0" lvl="1" indent="-226697" algn="just" rtl="0">
              <a:lnSpc>
                <a:spcPct val="140000"/>
              </a:lnSpc>
              <a:spcBef>
                <a:spcPts val="0"/>
              </a:spcBef>
              <a:spcAft>
                <a:spcPts val="0"/>
              </a:spcAft>
              <a:buClr>
                <a:srgbClr val="FFFFFF"/>
              </a:buClr>
              <a:buSzPts val="2100"/>
              <a:buFont typeface="Arial"/>
              <a:buChar char="•"/>
            </a:pPr>
            <a:r>
              <a:rPr lang="en-US" sz="2100" b="1" i="0" u="none" strike="noStrike" cap="none" dirty="0">
                <a:solidFill>
                  <a:srgbClr val="FFFFFF"/>
                </a:solidFill>
                <a:latin typeface="Libre Baskerville"/>
                <a:ea typeface="Libre Baskerville"/>
                <a:cs typeface="Libre Baskerville"/>
                <a:sym typeface="Libre Baskerville"/>
                <a:hlinkClick r:id="rId4"/>
              </a:rPr>
              <a:t>https://en.m.wikipedia.org/wiki/Ozone</a:t>
            </a:r>
            <a:endParaRPr lang="en-US" sz="2100" b="1" dirty="0">
              <a:solidFill>
                <a:srgbClr val="FFFFFF"/>
              </a:solidFill>
              <a:latin typeface="Libre Baskerville"/>
              <a:ea typeface="Libre Baskerville"/>
              <a:cs typeface="Libre Baskerville"/>
              <a:sym typeface="Libre Baskerville"/>
            </a:endParaRPr>
          </a:p>
          <a:p>
            <a:pPr marL="453393" marR="0" lvl="1" indent="-226697" algn="just" rtl="0">
              <a:lnSpc>
                <a:spcPct val="140000"/>
              </a:lnSpc>
              <a:spcBef>
                <a:spcPts val="0"/>
              </a:spcBef>
              <a:spcAft>
                <a:spcPts val="0"/>
              </a:spcAft>
              <a:buClr>
                <a:srgbClr val="FFFFFF"/>
              </a:buClr>
              <a:buSzPts val="2100"/>
              <a:buFont typeface="Arial"/>
              <a:buChar char="•"/>
            </a:pPr>
            <a:r>
              <a:rPr lang="en-US" sz="2100" b="1" i="0" u="none" strike="noStrike" cap="none" dirty="0">
                <a:solidFill>
                  <a:srgbClr val="FFFFFF"/>
                </a:solidFill>
                <a:latin typeface="Libre Baskerville"/>
                <a:ea typeface="Libre Baskerville"/>
                <a:cs typeface="Libre Baskerville"/>
                <a:sym typeface="Libre Baskerville"/>
                <a:hlinkClick r:id="rId5"/>
              </a:rPr>
              <a:t>https://www.nasa.gov/feature/ipl/local-lockdowns-brought-fast-global-ozone-</a:t>
            </a:r>
            <a:endParaRPr sz="1400" b="0" i="0" u="none" strike="noStrike" cap="none" dirty="0">
              <a:solidFill>
                <a:srgbClr val="000000"/>
              </a:solidFill>
              <a:latin typeface="Arial"/>
              <a:ea typeface="Arial"/>
              <a:cs typeface="Arial"/>
              <a:sym typeface="Arial"/>
            </a:endParaRPr>
          </a:p>
          <a:p>
            <a:pPr marL="453393" marR="0" lvl="1" indent="-226697" algn="just" rtl="0">
              <a:lnSpc>
                <a:spcPct val="140000"/>
              </a:lnSpc>
              <a:spcBef>
                <a:spcPts val="0"/>
              </a:spcBef>
              <a:spcAft>
                <a:spcPts val="0"/>
              </a:spcAft>
              <a:buClr>
                <a:srgbClr val="FFFFFF"/>
              </a:buClr>
              <a:buSzPts val="2100"/>
              <a:buFont typeface="Arial"/>
              <a:buChar char="•"/>
            </a:pPr>
            <a:r>
              <a:rPr lang="en-US" sz="2100" b="1" i="0" u="none" strike="noStrike" cap="none" dirty="0">
                <a:solidFill>
                  <a:srgbClr val="FFFFFF"/>
                </a:solidFill>
                <a:latin typeface="Libre Baskerville"/>
                <a:ea typeface="Libre Baskerville"/>
                <a:cs typeface="Libre Baskerville"/>
                <a:sym typeface="Libre Baskerville"/>
                <a:hlinkClick r:id="rId6"/>
              </a:rPr>
              <a:t>https://ww2.arb.ca.gov/resoucesozone-and-health</a:t>
            </a:r>
            <a:endParaRPr sz="1400" b="0" i="0" u="none" strike="noStrike" cap="none" dirty="0">
              <a:solidFill>
                <a:srgbClr val="000000"/>
              </a:solidFill>
              <a:latin typeface="Arial"/>
              <a:ea typeface="Arial"/>
              <a:cs typeface="Arial"/>
              <a:sym typeface="Arial"/>
            </a:endParaRPr>
          </a:p>
          <a:p>
            <a:pPr marL="453393" marR="0" lvl="1" indent="-226697" algn="just" rtl="0">
              <a:lnSpc>
                <a:spcPct val="140000"/>
              </a:lnSpc>
              <a:spcBef>
                <a:spcPts val="0"/>
              </a:spcBef>
              <a:spcAft>
                <a:spcPts val="0"/>
              </a:spcAft>
              <a:buClr>
                <a:srgbClr val="FFFFFF"/>
              </a:buClr>
              <a:buSzPts val="2100"/>
              <a:buFont typeface="Arial"/>
              <a:buChar char="•"/>
            </a:pPr>
            <a:r>
              <a:rPr lang="en-US" sz="2100" b="1" i="0" u="none" strike="noStrike" cap="none" dirty="0">
                <a:solidFill>
                  <a:srgbClr val="FFFFFF"/>
                </a:solidFill>
                <a:latin typeface="Libre Baskerville"/>
                <a:ea typeface="Libre Baskerville"/>
                <a:cs typeface="Libre Baskerville"/>
                <a:sym typeface="Libre Baskerville"/>
                <a:hlinkClick r:id="rId7"/>
              </a:rPr>
              <a:t>https://www.e-education.psu.edu/rocco/node/2034</a:t>
            </a:r>
            <a:endParaRPr lang="en-US" sz="2100" b="1" dirty="0">
              <a:solidFill>
                <a:srgbClr val="FFFFFF"/>
              </a:solidFill>
              <a:latin typeface="Libre Baskerville"/>
              <a:ea typeface="Libre Baskerville"/>
              <a:cs typeface="Libre Baskerville"/>
              <a:sym typeface="Libre Baskerville"/>
            </a:endParaRPr>
          </a:p>
          <a:p>
            <a:pPr marL="453393" marR="0" lvl="1" indent="-226697" algn="just" rtl="0">
              <a:lnSpc>
                <a:spcPct val="140000"/>
              </a:lnSpc>
              <a:spcBef>
                <a:spcPts val="0"/>
              </a:spcBef>
              <a:spcAft>
                <a:spcPts val="0"/>
              </a:spcAft>
              <a:buClr>
                <a:srgbClr val="FFFFFF"/>
              </a:buClr>
              <a:buSzPts val="2100"/>
              <a:buFont typeface="Arial"/>
              <a:buChar char="•"/>
            </a:pPr>
            <a:r>
              <a:rPr lang="en-US" sz="2100" b="1" i="0" u="none" strike="noStrike" cap="none" dirty="0">
                <a:solidFill>
                  <a:srgbClr val="FFFFFF"/>
                </a:solidFill>
                <a:latin typeface="Libre Baskerville"/>
                <a:ea typeface="Libre Baskerville"/>
                <a:cs typeface="Libre Baskerville"/>
                <a:sym typeface="Libre Baskerville"/>
                <a:hlinkClick r:id="rId8"/>
              </a:rPr>
              <a:t>https://ourworldindata.org/grapher/ozone-depleting-substance-emissions</a:t>
            </a:r>
            <a:endParaRPr lang="en-US" sz="2100" b="1" i="0" u="none" strike="noStrike" cap="none" dirty="0">
              <a:solidFill>
                <a:srgbClr val="FFFFFF"/>
              </a:solidFill>
              <a:latin typeface="Libre Baskerville"/>
              <a:ea typeface="Libre Baskerville"/>
              <a:cs typeface="Libre Baskerville"/>
              <a:sym typeface="Libre Baskerville"/>
            </a:endParaRPr>
          </a:p>
          <a:p>
            <a:pPr marL="453393" marR="0" lvl="1" indent="-226697" algn="just" rtl="0">
              <a:lnSpc>
                <a:spcPct val="140000"/>
              </a:lnSpc>
              <a:spcBef>
                <a:spcPts val="0"/>
              </a:spcBef>
              <a:spcAft>
                <a:spcPts val="0"/>
              </a:spcAft>
              <a:buClr>
                <a:srgbClr val="FFFFFF"/>
              </a:buClr>
              <a:buSzPts val="2100"/>
              <a:buFont typeface="Arial"/>
              <a:buChar char="•"/>
            </a:pPr>
            <a:endParaRPr sz="1400" b="0" i="0" u="none" strike="noStrike" cap="none" dirty="0">
              <a:solidFill>
                <a:srgbClr val="000000"/>
              </a:solidFill>
              <a:latin typeface="Arial"/>
              <a:ea typeface="Arial"/>
              <a:cs typeface="Arial"/>
              <a:sym typeface="Arial"/>
            </a:endParaRPr>
          </a:p>
        </p:txBody>
      </p:sp>
      <p:sp>
        <p:nvSpPr>
          <p:cNvPr id="454" name="Google Shape;454;p20"/>
          <p:cNvSpPr txBox="1"/>
          <p:nvPr/>
        </p:nvSpPr>
        <p:spPr>
          <a:xfrm>
            <a:off x="3285943" y="5624758"/>
            <a:ext cx="5579566" cy="887095"/>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Clr>
                <a:srgbClr val="000000"/>
              </a:buClr>
              <a:buSzPts val="5199"/>
              <a:buFont typeface="Arial"/>
              <a:buNone/>
            </a:pPr>
            <a:r>
              <a:rPr lang="en-US" sz="5199" b="0" i="0" u="none" strike="noStrike" cap="none">
                <a:solidFill>
                  <a:srgbClr val="FFFFFF"/>
                </a:solidFill>
                <a:latin typeface="Libre Baskerville"/>
                <a:ea typeface="Libre Baskerville"/>
                <a:cs typeface="Libre Baskerville"/>
                <a:sym typeface="Libre Baskerville"/>
              </a:rPr>
              <a:t>REFERENCES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459" name="Google Shape;459;p21"/>
          <p:cNvPicPr preferRelativeResize="0"/>
          <p:nvPr/>
        </p:nvPicPr>
        <p:blipFill rotWithShape="1">
          <a:blip r:embed="rId3">
            <a:alphaModFix/>
          </a:blip>
          <a:srcRect t="6892" b="8838"/>
          <a:stretch/>
        </p:blipFill>
        <p:spPr>
          <a:xfrm>
            <a:off x="309264" y="0"/>
            <a:ext cx="18288001" cy="10287000"/>
          </a:xfrm>
          <a:prstGeom prst="rect">
            <a:avLst/>
          </a:prstGeom>
          <a:noFill/>
          <a:ln>
            <a:noFill/>
          </a:ln>
        </p:spPr>
      </p:pic>
      <p:sp>
        <p:nvSpPr>
          <p:cNvPr id="460" name="Google Shape;460;p21"/>
          <p:cNvSpPr/>
          <p:nvPr/>
        </p:nvSpPr>
        <p:spPr>
          <a:xfrm>
            <a:off x="0" y="0"/>
            <a:ext cx="10287000" cy="10287000"/>
          </a:xfrm>
          <a:custGeom>
            <a:avLst/>
            <a:gdLst/>
            <a:ahLst/>
            <a:cxnLst/>
            <a:rect l="l" t="t" r="r" b="b"/>
            <a:pathLst>
              <a:path w="6350000" h="6350000" extrusionOk="0">
                <a:moveTo>
                  <a:pt x="0" y="0"/>
                </a:moveTo>
                <a:lnTo>
                  <a:pt x="0" y="6350000"/>
                </a:lnTo>
                <a:cubicBezTo>
                  <a:pt x="3506470" y="6350000"/>
                  <a:pt x="6350000" y="3506470"/>
                  <a:pt x="6350000" y="0"/>
                </a:cubicBezTo>
                <a:lnTo>
                  <a:pt x="0" y="0"/>
                </a:lnTo>
                <a:close/>
              </a:path>
            </a:pathLst>
          </a:custGeom>
          <a:blipFill rotWithShape="1">
            <a:blip r:embed="rId4">
              <a:alphaModFix/>
            </a:blip>
            <a:stretch>
              <a:fillRect l="-64197" r="-13561"/>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21"/>
          <p:cNvSpPr/>
          <p:nvPr/>
        </p:nvSpPr>
        <p:spPr>
          <a:xfrm rot="10800000">
            <a:off x="8834735" y="4288270"/>
            <a:ext cx="618530" cy="621302"/>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21"/>
          <p:cNvSpPr/>
          <p:nvPr/>
        </p:nvSpPr>
        <p:spPr>
          <a:xfrm rot="10800000">
            <a:off x="3993057" y="8681792"/>
            <a:ext cx="1147871" cy="1153016"/>
          </a:xfrm>
          <a:custGeom>
            <a:avLst/>
            <a:gdLst/>
            <a:ahLst/>
            <a:cxnLst/>
            <a:rect l="l" t="t" r="r" b="b"/>
            <a:pathLst>
              <a:path w="6321665" h="6350000" extrusionOk="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5EDB12">
              <a:alpha val="6941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21"/>
          <p:cNvSpPr/>
          <p:nvPr/>
        </p:nvSpPr>
        <p:spPr>
          <a:xfrm>
            <a:off x="10234990" y="953070"/>
            <a:ext cx="7913005" cy="7913005"/>
          </a:xfrm>
          <a:custGeom>
            <a:avLst/>
            <a:gdLst/>
            <a:ahLst/>
            <a:cxnLst/>
            <a:rect l="l" t="t" r="r" b="b"/>
            <a:pathLst>
              <a:path w="1708150" h="1708150" extrusionOk="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5EDB12">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21"/>
          <p:cNvSpPr txBox="1"/>
          <p:nvPr/>
        </p:nvSpPr>
        <p:spPr>
          <a:xfrm>
            <a:off x="9910725" y="4446525"/>
            <a:ext cx="7788000" cy="1166700"/>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Clr>
                <a:srgbClr val="000000"/>
              </a:buClr>
              <a:buSzPts val="7579"/>
              <a:buFont typeface="Arial"/>
              <a:buNone/>
            </a:pPr>
            <a:r>
              <a:rPr lang="en-US" sz="7579" b="1" i="0" u="none" strike="noStrike" cap="none">
                <a:solidFill>
                  <a:srgbClr val="FFFFFF"/>
                </a:solidFill>
                <a:latin typeface="Libre Baskerville"/>
                <a:ea typeface="Libre Baskerville"/>
                <a:cs typeface="Libre Baskerville"/>
                <a:sym typeface="Libre Baskerville"/>
              </a:rPr>
              <a:t>THANK YOU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TotalTime>
  <Words>1570</Words>
  <Application>Microsoft Office PowerPoint</Application>
  <PresentationFormat>Custom</PresentationFormat>
  <Paragraphs>142</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Open Sans</vt:lpstr>
      <vt:lpstr>Libre Baskerville</vt:lpstr>
      <vt:lpstr>EB Garamond</vt:lpstr>
      <vt:lpstr>Roboto</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Abdullahi Binta Suleiman, Assistant Professor, TVE</cp:lastModifiedBy>
  <cp:revision>65</cp:revision>
  <dcterms:created xsi:type="dcterms:W3CDTF">2006-08-16T00:00:00Z</dcterms:created>
  <dcterms:modified xsi:type="dcterms:W3CDTF">2025-12-20T05:00:40Z</dcterms:modified>
</cp:coreProperties>
</file>