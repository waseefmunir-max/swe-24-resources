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33"/>
  </p:notesMasterIdLst>
  <p:handoutMasterIdLst>
    <p:handoutMasterId r:id="rId34"/>
  </p:handoutMasterIdLst>
  <p:sldIdLst>
    <p:sldId id="311" r:id="rId2"/>
    <p:sldId id="686" r:id="rId3"/>
    <p:sldId id="646" r:id="rId4"/>
    <p:sldId id="648" r:id="rId5"/>
    <p:sldId id="697" r:id="rId6"/>
    <p:sldId id="698" r:id="rId7"/>
    <p:sldId id="699" r:id="rId8"/>
    <p:sldId id="647" r:id="rId9"/>
    <p:sldId id="700" r:id="rId10"/>
    <p:sldId id="701" r:id="rId11"/>
    <p:sldId id="702" r:id="rId12"/>
    <p:sldId id="703" r:id="rId13"/>
    <p:sldId id="704" r:id="rId14"/>
    <p:sldId id="615" r:id="rId15"/>
    <p:sldId id="616" r:id="rId16"/>
    <p:sldId id="666" r:id="rId17"/>
    <p:sldId id="658" r:id="rId18"/>
    <p:sldId id="659" r:id="rId19"/>
    <p:sldId id="689" r:id="rId20"/>
    <p:sldId id="690" r:id="rId21"/>
    <p:sldId id="691" r:id="rId22"/>
    <p:sldId id="258" r:id="rId23"/>
    <p:sldId id="692" r:id="rId24"/>
    <p:sldId id="259" r:id="rId25"/>
    <p:sldId id="694" r:id="rId26"/>
    <p:sldId id="663" r:id="rId27"/>
    <p:sldId id="665" r:id="rId28"/>
    <p:sldId id="695" r:id="rId29"/>
    <p:sldId id="667" r:id="rId30"/>
    <p:sldId id="705" r:id="rId31"/>
    <p:sldId id="706" r:id="rId32"/>
  </p:sldIdLst>
  <p:sldSz cx="12190413" cy="6859588"/>
  <p:notesSz cx="6858000" cy="9144000"/>
  <p:custDataLst>
    <p:tags r:id="rId35"/>
  </p:custDataLst>
  <p:defaultTextStyle>
    <a:defPPr>
      <a:defRPr lang="de-DE"/>
    </a:defPPr>
    <a:lvl1pPr marL="0" algn="l" defTabSz="914447" rtl="0" eaLnBrk="1" latinLnBrk="0" hangingPunct="1">
      <a:defRPr sz="1800" kern="1200">
        <a:solidFill>
          <a:schemeClr val="tx1"/>
        </a:solidFill>
        <a:latin typeface="+mn-lt"/>
        <a:ea typeface="+mn-ea"/>
        <a:cs typeface="+mn-cs"/>
      </a:defRPr>
    </a:lvl1pPr>
    <a:lvl2pPr marL="457224" algn="l" defTabSz="914447" rtl="0" eaLnBrk="1" latinLnBrk="0" hangingPunct="1">
      <a:defRPr sz="1800" kern="1200">
        <a:solidFill>
          <a:schemeClr val="tx1"/>
        </a:solidFill>
        <a:latin typeface="+mn-lt"/>
        <a:ea typeface="+mn-ea"/>
        <a:cs typeface="+mn-cs"/>
      </a:defRPr>
    </a:lvl2pPr>
    <a:lvl3pPr marL="914447" algn="l" defTabSz="914447" rtl="0" eaLnBrk="1" latinLnBrk="0" hangingPunct="1">
      <a:defRPr sz="1800" kern="1200">
        <a:solidFill>
          <a:schemeClr val="tx1"/>
        </a:solidFill>
        <a:latin typeface="+mn-lt"/>
        <a:ea typeface="+mn-ea"/>
        <a:cs typeface="+mn-cs"/>
      </a:defRPr>
    </a:lvl3pPr>
    <a:lvl4pPr marL="1371671" algn="l" defTabSz="914447" rtl="0" eaLnBrk="1" latinLnBrk="0" hangingPunct="1">
      <a:defRPr sz="1800" kern="1200">
        <a:solidFill>
          <a:schemeClr val="tx1"/>
        </a:solidFill>
        <a:latin typeface="+mn-lt"/>
        <a:ea typeface="+mn-ea"/>
        <a:cs typeface="+mn-cs"/>
      </a:defRPr>
    </a:lvl4pPr>
    <a:lvl5pPr marL="1828894" algn="l" defTabSz="914447" rtl="0" eaLnBrk="1" latinLnBrk="0" hangingPunct="1">
      <a:defRPr sz="1800" kern="1200">
        <a:solidFill>
          <a:schemeClr val="tx1"/>
        </a:solidFill>
        <a:latin typeface="+mn-lt"/>
        <a:ea typeface="+mn-ea"/>
        <a:cs typeface="+mn-cs"/>
      </a:defRPr>
    </a:lvl5pPr>
    <a:lvl6pPr marL="2286118" algn="l" defTabSz="914447" rtl="0" eaLnBrk="1" latinLnBrk="0" hangingPunct="1">
      <a:defRPr sz="1800" kern="1200">
        <a:solidFill>
          <a:schemeClr val="tx1"/>
        </a:solidFill>
        <a:latin typeface="+mn-lt"/>
        <a:ea typeface="+mn-ea"/>
        <a:cs typeface="+mn-cs"/>
      </a:defRPr>
    </a:lvl6pPr>
    <a:lvl7pPr marL="2743342" algn="l" defTabSz="914447" rtl="0" eaLnBrk="1" latinLnBrk="0" hangingPunct="1">
      <a:defRPr sz="1800" kern="1200">
        <a:solidFill>
          <a:schemeClr val="tx1"/>
        </a:solidFill>
        <a:latin typeface="+mn-lt"/>
        <a:ea typeface="+mn-ea"/>
        <a:cs typeface="+mn-cs"/>
      </a:defRPr>
    </a:lvl7pPr>
    <a:lvl8pPr marL="3200565" algn="l" defTabSz="914447" rtl="0" eaLnBrk="1" latinLnBrk="0" hangingPunct="1">
      <a:defRPr sz="1800" kern="1200">
        <a:solidFill>
          <a:schemeClr val="tx1"/>
        </a:solidFill>
        <a:latin typeface="+mn-lt"/>
        <a:ea typeface="+mn-ea"/>
        <a:cs typeface="+mn-cs"/>
      </a:defRPr>
    </a:lvl8pPr>
    <a:lvl9pPr marL="3657789" algn="l" defTabSz="914447"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1B04E86-246D-4782-9F4F-064A46A85945}">
          <p14:sldIdLst>
            <p14:sldId id="311"/>
            <p14:sldId id="686"/>
            <p14:sldId id="646"/>
            <p14:sldId id="648"/>
            <p14:sldId id="697"/>
            <p14:sldId id="698"/>
            <p14:sldId id="699"/>
            <p14:sldId id="647"/>
            <p14:sldId id="700"/>
            <p14:sldId id="701"/>
            <p14:sldId id="702"/>
            <p14:sldId id="703"/>
            <p14:sldId id="704"/>
            <p14:sldId id="615"/>
            <p14:sldId id="616"/>
            <p14:sldId id="666"/>
            <p14:sldId id="658"/>
            <p14:sldId id="659"/>
            <p14:sldId id="689"/>
            <p14:sldId id="690"/>
            <p14:sldId id="691"/>
            <p14:sldId id="258"/>
            <p14:sldId id="692"/>
            <p14:sldId id="259"/>
            <p14:sldId id="694"/>
            <p14:sldId id="663"/>
            <p14:sldId id="665"/>
            <p14:sldId id="695"/>
            <p14:sldId id="667"/>
            <p14:sldId id="705"/>
            <p14:sldId id="706"/>
          </p14:sldIdLst>
        </p14:section>
      </p14:sectionLst>
    </p:ext>
    <p:ext uri="{EFAFB233-063F-42B5-8137-9DF3F51BA10A}">
      <p15:sldGuideLst xmlns:p15="http://schemas.microsoft.com/office/powerpoint/2012/main">
        <p15:guide id="2" orient="horz" pos="4020" userDrawn="1">
          <p15:clr>
            <a:srgbClr val="A4A3A4"/>
          </p15:clr>
        </p15:guide>
        <p15:guide id="3" pos="3840" userDrawn="1">
          <p15:clr>
            <a:srgbClr val="A4A3A4"/>
          </p15:clr>
        </p15:guide>
        <p15:guide id="4" pos="7291">
          <p15:clr>
            <a:srgbClr val="A4A3A4"/>
          </p15:clr>
        </p15:guide>
        <p15:guide id="5" pos="3726" userDrawn="1">
          <p15:clr>
            <a:srgbClr val="A4A3A4"/>
          </p15:clr>
        </p15:guide>
        <p15:guide id="6" pos="3953" userDrawn="1">
          <p15:clr>
            <a:srgbClr val="A4A3A4"/>
          </p15:clr>
        </p15:guide>
      </p15:sldGuideLst>
    </p:ext>
    <p:ext uri="{2D200454-40CA-4A62-9FC3-DE9A4176ACB9}">
      <p15:notesGuideLst xmlns:p15="http://schemas.microsoft.com/office/powerpoint/2012/main">
        <p15:guide id="1" orient="horz" pos="2761">
          <p15:clr>
            <a:srgbClr val="A4A3A4"/>
          </p15:clr>
        </p15:guide>
        <p15:guide id="2" orient="horz" pos="5330">
          <p15:clr>
            <a:srgbClr val="A4A3A4"/>
          </p15:clr>
        </p15:guide>
        <p15:guide id="3" pos="234">
          <p15:clr>
            <a:srgbClr val="A4A3A4"/>
          </p15:clr>
        </p15:guide>
        <p15:guide id="4" pos="405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61A38"/>
    <a:srgbClr val="009CDA"/>
    <a:srgbClr val="09244C"/>
    <a:srgbClr val="AED8EF"/>
    <a:srgbClr val="08335F"/>
    <a:srgbClr val="B3E900"/>
    <a:srgbClr val="34B399"/>
    <a:srgbClr val="D9ECF8"/>
    <a:srgbClr val="2EB0A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50" autoAdjust="0"/>
    <p:restoredTop sz="94605" autoAdjust="0"/>
  </p:normalViewPr>
  <p:slideViewPr>
    <p:cSldViewPr snapToGrid="0" snapToObjects="1" showGuides="1">
      <p:cViewPr varScale="1">
        <p:scale>
          <a:sx n="113" d="100"/>
          <a:sy n="113" d="100"/>
        </p:scale>
        <p:origin x="486" y="108"/>
      </p:cViewPr>
      <p:guideLst>
        <p:guide orient="horz" pos="4020"/>
        <p:guide pos="3840"/>
        <p:guide pos="7291"/>
        <p:guide pos="3726"/>
        <p:guide pos="3953"/>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200" d="100"/>
        <a:sy n="200" d="100"/>
      </p:scale>
      <p:origin x="0" y="0"/>
    </p:cViewPr>
  </p:sorterViewPr>
  <p:notesViewPr>
    <p:cSldViewPr snapToGrid="0" snapToObjects="1" showGuides="1">
      <p:cViewPr>
        <p:scale>
          <a:sx n="100" d="100"/>
          <a:sy n="100" d="100"/>
        </p:scale>
        <p:origin x="582" y="-426"/>
      </p:cViewPr>
      <p:guideLst>
        <p:guide orient="horz" pos="2761"/>
        <p:guide orient="horz" pos="5330"/>
        <p:guide pos="234"/>
        <p:guide pos="405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CD5FEC-63A2-9D4D-81EE-BFF0139871ED}" type="doc">
      <dgm:prSet loTypeId="urn:microsoft.com/office/officeart/2005/8/layout/matrix2" loCatId="" qsTypeId="urn:microsoft.com/office/officeart/2005/8/quickstyle/simple4" qsCatId="simple" csTypeId="urn:microsoft.com/office/officeart/2005/8/colors/accent1_2" csCatId="accent1" phldr="1"/>
      <dgm:spPr/>
      <dgm:t>
        <a:bodyPr/>
        <a:lstStyle/>
        <a:p>
          <a:endParaRPr lang="en-US"/>
        </a:p>
      </dgm:t>
    </dgm:pt>
    <dgm:pt modelId="{94E8BF00-AB4E-F948-9A47-993CC24BBA91}">
      <dgm:prSet phldrT="[Text]" custT="1"/>
      <dgm:spPr>
        <a:xfrm>
          <a:off x="1834515" y="248285"/>
          <a:ext cx="1371600" cy="1371600"/>
        </a:xfrm>
        <a:prstGeom prst="rect">
          <a:avLst/>
        </a:prstGeom>
        <a:gradFill flip="none" rotWithShape="1">
          <a:gsLst>
            <a:gs pos="0">
              <a:srgbClr val="97AEA0"/>
            </a:gs>
            <a:gs pos="100000">
              <a:srgbClr val="688687"/>
            </a:gs>
          </a:gsLst>
          <a:lin ang="5400000" scaled="0"/>
          <a:tileRect/>
        </a:gradFill>
        <a:ln>
          <a:noFill/>
        </a:ln>
        <a:effectLst/>
      </dgm:spPr>
      <dgm:t>
        <a:bodyPr/>
        <a:lstStyle/>
        <a:p>
          <a:pPr>
            <a:buNone/>
          </a:pPr>
          <a:br>
            <a:rPr lang="en-US" sz="1200" dirty="0">
              <a:solidFill>
                <a:srgbClr val="FFFFFF"/>
              </a:solidFill>
              <a:latin typeface="Open Sans Light"/>
              <a:ea typeface="+mn-ea"/>
              <a:cs typeface="+mn-cs"/>
            </a:rPr>
          </a:br>
          <a:br>
            <a:rPr lang="en-US" sz="1200" dirty="0">
              <a:solidFill>
                <a:srgbClr val="FFFFFF"/>
              </a:solidFill>
              <a:latin typeface="Open Sans Light"/>
              <a:ea typeface="+mn-ea"/>
              <a:cs typeface="+mn-cs"/>
            </a:rPr>
          </a:br>
          <a:br>
            <a:rPr lang="en-US" sz="1200" dirty="0">
              <a:solidFill>
                <a:srgbClr val="FFFFFF"/>
              </a:solidFill>
              <a:latin typeface="Open Sans Light"/>
              <a:ea typeface="+mn-ea"/>
              <a:cs typeface="+mn-cs"/>
            </a:rPr>
          </a:br>
          <a:br>
            <a:rPr lang="en-US" sz="1200" dirty="0">
              <a:solidFill>
                <a:srgbClr val="FFFFFF"/>
              </a:solidFill>
              <a:latin typeface="Open Sans Light"/>
              <a:ea typeface="+mn-ea"/>
              <a:cs typeface="+mn-cs"/>
            </a:rPr>
          </a:br>
          <a:endParaRPr lang="en-US" sz="1200" dirty="0">
            <a:solidFill>
              <a:srgbClr val="FFFFFF"/>
            </a:solidFill>
            <a:latin typeface="Open Sans Light"/>
            <a:ea typeface="+mn-ea"/>
            <a:cs typeface="+mn-cs"/>
          </a:endParaRPr>
        </a:p>
      </dgm:t>
    </dgm:pt>
    <dgm:pt modelId="{90D791A2-C980-C748-BABC-B07CD36AD28B}" type="parTrans" cxnId="{6DFD6117-CFBB-D941-8E40-E9C2F9B78605}">
      <dgm:prSet/>
      <dgm:spPr/>
      <dgm:t>
        <a:bodyPr/>
        <a:lstStyle/>
        <a:p>
          <a:endParaRPr lang="en-US"/>
        </a:p>
      </dgm:t>
    </dgm:pt>
    <dgm:pt modelId="{1D18B10C-52CC-734A-BFAE-CDBA17B4215F}" type="sibTrans" cxnId="{6DFD6117-CFBB-D941-8E40-E9C2F9B78605}">
      <dgm:prSet/>
      <dgm:spPr/>
      <dgm:t>
        <a:bodyPr/>
        <a:lstStyle/>
        <a:p>
          <a:endParaRPr lang="en-US"/>
        </a:p>
      </dgm:t>
    </dgm:pt>
    <dgm:pt modelId="{67CF41B4-33FA-2047-BF0F-004FEC6D6678}">
      <dgm:prSet phldrT="[Text]" custT="1"/>
      <dgm:spPr>
        <a:xfrm>
          <a:off x="222885" y="248285"/>
          <a:ext cx="1371600" cy="1371600"/>
        </a:xfrm>
        <a:prstGeom prst="rect">
          <a:avLst/>
        </a:prstGeom>
        <a:gradFill flip="none" rotWithShape="1">
          <a:gsLst>
            <a:gs pos="0">
              <a:srgbClr val="97AEA0"/>
            </a:gs>
            <a:gs pos="100000">
              <a:srgbClr val="688687"/>
            </a:gs>
          </a:gsLst>
          <a:lin ang="5400000" scaled="0"/>
          <a:tileRect/>
        </a:gradFill>
        <a:ln>
          <a:noFill/>
        </a:ln>
        <a:effectLst/>
      </dgm:spPr>
      <dgm:t>
        <a:bodyPr/>
        <a:lstStyle/>
        <a:p>
          <a:pPr>
            <a:buNone/>
          </a:pPr>
          <a:br>
            <a:rPr lang="en-US" sz="1200" dirty="0">
              <a:solidFill>
                <a:srgbClr val="FFFFFF"/>
              </a:solidFill>
              <a:latin typeface="Open Sans Light"/>
              <a:ea typeface="+mn-ea"/>
              <a:cs typeface="+mn-cs"/>
            </a:rPr>
          </a:br>
          <a:br>
            <a:rPr lang="en-US" sz="1200" dirty="0">
              <a:solidFill>
                <a:srgbClr val="FFFFFF"/>
              </a:solidFill>
              <a:latin typeface="Open Sans Light"/>
              <a:ea typeface="+mn-ea"/>
              <a:cs typeface="+mn-cs"/>
            </a:rPr>
          </a:br>
          <a:br>
            <a:rPr lang="en-US" sz="1200" dirty="0">
              <a:solidFill>
                <a:srgbClr val="FFFFFF"/>
              </a:solidFill>
              <a:latin typeface="Open Sans Light"/>
              <a:ea typeface="+mn-ea"/>
              <a:cs typeface="+mn-cs"/>
            </a:rPr>
          </a:br>
          <a:br>
            <a:rPr lang="en-US" sz="1200" dirty="0">
              <a:solidFill>
                <a:srgbClr val="FFFFFF"/>
              </a:solidFill>
              <a:latin typeface="Open Sans Light"/>
              <a:ea typeface="+mn-ea"/>
              <a:cs typeface="+mn-cs"/>
            </a:rPr>
          </a:br>
          <a:endParaRPr lang="en-US" sz="1200" dirty="0">
            <a:solidFill>
              <a:srgbClr val="FFFFFF"/>
            </a:solidFill>
            <a:latin typeface="Open Sans Light"/>
            <a:ea typeface="+mn-ea"/>
            <a:cs typeface="+mn-cs"/>
          </a:endParaRPr>
        </a:p>
      </dgm:t>
    </dgm:pt>
    <dgm:pt modelId="{372E4411-D332-5549-8359-29D05D38B148}" type="parTrans" cxnId="{5DD034AB-69C6-B94A-934B-E2FD6823FFEA}">
      <dgm:prSet/>
      <dgm:spPr/>
      <dgm:t>
        <a:bodyPr/>
        <a:lstStyle/>
        <a:p>
          <a:endParaRPr lang="en-US"/>
        </a:p>
      </dgm:t>
    </dgm:pt>
    <dgm:pt modelId="{12BBBEC7-7988-0647-8698-0C338D0677E8}" type="sibTrans" cxnId="{5DD034AB-69C6-B94A-934B-E2FD6823FFEA}">
      <dgm:prSet/>
      <dgm:spPr/>
      <dgm:t>
        <a:bodyPr/>
        <a:lstStyle/>
        <a:p>
          <a:endParaRPr lang="en-US"/>
        </a:p>
      </dgm:t>
    </dgm:pt>
    <dgm:pt modelId="{B3878C2E-FC7B-8D4B-88BE-BA929347E9F7}">
      <dgm:prSet phldrT="[Text]" custT="1"/>
      <dgm:spPr>
        <a:xfrm>
          <a:off x="222885" y="1859915"/>
          <a:ext cx="1371600" cy="1371600"/>
        </a:xfrm>
        <a:prstGeom prst="rect">
          <a:avLst/>
        </a:prstGeom>
        <a:gradFill flip="none" rotWithShape="1">
          <a:gsLst>
            <a:gs pos="0">
              <a:srgbClr val="53737B"/>
            </a:gs>
            <a:gs pos="100000">
              <a:srgbClr val="496A75"/>
            </a:gs>
          </a:gsLst>
          <a:lin ang="5400000" scaled="0"/>
          <a:tileRect/>
        </a:gradFill>
        <a:ln>
          <a:noFill/>
        </a:ln>
        <a:effectLst/>
      </dgm:spPr>
      <dgm:t>
        <a:bodyPr/>
        <a:lstStyle/>
        <a:p>
          <a:pPr>
            <a:buNone/>
          </a:pPr>
          <a:br>
            <a:rPr lang="en-US" sz="1200" dirty="0">
              <a:solidFill>
                <a:srgbClr val="FFFFFF"/>
              </a:solidFill>
              <a:latin typeface="Open Sans Light"/>
              <a:ea typeface="+mn-ea"/>
              <a:cs typeface="+mn-cs"/>
            </a:rPr>
          </a:br>
          <a:br>
            <a:rPr lang="en-US" sz="1200" dirty="0">
              <a:solidFill>
                <a:srgbClr val="FFFFFF"/>
              </a:solidFill>
              <a:latin typeface="Open Sans Light"/>
              <a:ea typeface="+mn-ea"/>
              <a:cs typeface="+mn-cs"/>
            </a:rPr>
          </a:br>
          <a:br>
            <a:rPr lang="en-US" sz="1200" dirty="0">
              <a:solidFill>
                <a:srgbClr val="FFFFFF"/>
              </a:solidFill>
              <a:latin typeface="Open Sans Light"/>
              <a:ea typeface="+mn-ea"/>
              <a:cs typeface="+mn-cs"/>
            </a:rPr>
          </a:br>
          <a:br>
            <a:rPr lang="en-US" sz="1200" dirty="0">
              <a:solidFill>
                <a:srgbClr val="FFFFFF"/>
              </a:solidFill>
              <a:latin typeface="Open Sans Light"/>
              <a:ea typeface="+mn-ea"/>
              <a:cs typeface="+mn-cs"/>
            </a:rPr>
          </a:br>
          <a:endParaRPr lang="en-US" sz="1200" dirty="0">
            <a:solidFill>
              <a:srgbClr val="FFFFFF"/>
            </a:solidFill>
            <a:latin typeface="Open Sans Light"/>
            <a:ea typeface="+mn-ea"/>
            <a:cs typeface="+mn-cs"/>
          </a:endParaRPr>
        </a:p>
      </dgm:t>
    </dgm:pt>
    <dgm:pt modelId="{654B6E24-65BD-7245-85A1-79E348C10C66}" type="parTrans" cxnId="{4B1639A1-CDFC-B64F-B42A-5909E50F967C}">
      <dgm:prSet/>
      <dgm:spPr/>
      <dgm:t>
        <a:bodyPr/>
        <a:lstStyle/>
        <a:p>
          <a:endParaRPr lang="en-US"/>
        </a:p>
      </dgm:t>
    </dgm:pt>
    <dgm:pt modelId="{E77E004E-453E-EF4E-A310-74A70CE32FD6}" type="sibTrans" cxnId="{4B1639A1-CDFC-B64F-B42A-5909E50F967C}">
      <dgm:prSet/>
      <dgm:spPr/>
      <dgm:t>
        <a:bodyPr/>
        <a:lstStyle/>
        <a:p>
          <a:endParaRPr lang="en-US"/>
        </a:p>
      </dgm:t>
    </dgm:pt>
    <dgm:pt modelId="{A011FD10-AB94-1D44-9D12-142619B2F0E5}">
      <dgm:prSet phldrT="[Text]" custT="1"/>
      <dgm:spPr>
        <a:xfrm>
          <a:off x="1834515" y="1859915"/>
          <a:ext cx="1371600" cy="1371600"/>
        </a:xfrm>
        <a:prstGeom prst="rect">
          <a:avLst/>
        </a:prstGeom>
        <a:gradFill flip="none" rotWithShape="1">
          <a:gsLst>
            <a:gs pos="0">
              <a:srgbClr val="53737B"/>
            </a:gs>
            <a:gs pos="100000">
              <a:srgbClr val="496A75"/>
            </a:gs>
          </a:gsLst>
          <a:lin ang="5400000" scaled="0"/>
          <a:tileRect/>
        </a:gradFill>
        <a:ln>
          <a:noFill/>
        </a:ln>
        <a:effectLst/>
      </dgm:spPr>
      <dgm:t>
        <a:bodyPr/>
        <a:lstStyle/>
        <a:p>
          <a:pPr>
            <a:buNone/>
          </a:pPr>
          <a:br>
            <a:rPr lang="en-US" sz="1200" dirty="0">
              <a:solidFill>
                <a:srgbClr val="FFFFFF"/>
              </a:solidFill>
              <a:latin typeface="Open Sans Light"/>
              <a:ea typeface="+mn-ea"/>
              <a:cs typeface="+mn-cs"/>
            </a:rPr>
          </a:br>
          <a:br>
            <a:rPr lang="en-US" sz="1200" dirty="0">
              <a:solidFill>
                <a:srgbClr val="FFFFFF"/>
              </a:solidFill>
              <a:latin typeface="Open Sans Light"/>
              <a:ea typeface="+mn-ea"/>
              <a:cs typeface="+mn-cs"/>
            </a:rPr>
          </a:br>
          <a:br>
            <a:rPr lang="en-US" sz="1200" dirty="0">
              <a:solidFill>
                <a:srgbClr val="FFFFFF"/>
              </a:solidFill>
              <a:latin typeface="Open Sans Light"/>
              <a:ea typeface="+mn-ea"/>
              <a:cs typeface="+mn-cs"/>
            </a:rPr>
          </a:br>
          <a:br>
            <a:rPr lang="en-US" sz="1200" dirty="0">
              <a:solidFill>
                <a:srgbClr val="FFFFFF"/>
              </a:solidFill>
              <a:latin typeface="Open Sans Light"/>
              <a:ea typeface="+mn-ea"/>
              <a:cs typeface="+mn-cs"/>
            </a:rPr>
          </a:br>
          <a:endParaRPr lang="en-US" sz="1200" dirty="0">
            <a:solidFill>
              <a:srgbClr val="FFFFFF"/>
            </a:solidFill>
            <a:latin typeface="Open Sans Light"/>
            <a:ea typeface="+mn-ea"/>
            <a:cs typeface="+mn-cs"/>
          </a:endParaRPr>
        </a:p>
      </dgm:t>
    </dgm:pt>
    <dgm:pt modelId="{E38718DC-9268-2949-87E7-FABCF874360D}" type="parTrans" cxnId="{92C5084D-9DA2-9E48-AB55-4780F7435ECC}">
      <dgm:prSet/>
      <dgm:spPr/>
      <dgm:t>
        <a:bodyPr/>
        <a:lstStyle/>
        <a:p>
          <a:endParaRPr lang="en-US"/>
        </a:p>
      </dgm:t>
    </dgm:pt>
    <dgm:pt modelId="{0C61320D-F79A-6D4E-82C0-B1E94E5B3F46}" type="sibTrans" cxnId="{92C5084D-9DA2-9E48-AB55-4780F7435ECC}">
      <dgm:prSet/>
      <dgm:spPr/>
      <dgm:t>
        <a:bodyPr/>
        <a:lstStyle/>
        <a:p>
          <a:endParaRPr lang="en-US"/>
        </a:p>
      </dgm:t>
    </dgm:pt>
    <dgm:pt modelId="{DF15AC77-6654-8945-BE1C-91B52A045688}" type="pres">
      <dgm:prSet presAssocID="{44CD5FEC-63A2-9D4D-81EE-BFF0139871ED}" presName="matrix" presStyleCnt="0">
        <dgm:presLayoutVars>
          <dgm:chMax val="1"/>
          <dgm:dir/>
          <dgm:resizeHandles val="exact"/>
        </dgm:presLayoutVars>
      </dgm:prSet>
      <dgm:spPr/>
    </dgm:pt>
    <dgm:pt modelId="{CCF46950-3CC7-1647-8986-D66AF0C30036}" type="pres">
      <dgm:prSet presAssocID="{44CD5FEC-63A2-9D4D-81EE-BFF0139871ED}" presName="axisShape" presStyleLbl="bgShp" presStyleIdx="0" presStyleCnt="1"/>
      <dgm:spPr>
        <a:xfrm>
          <a:off x="0" y="25400"/>
          <a:ext cx="3429000" cy="3429000"/>
        </a:xfrm>
        <a:prstGeom prst="quadArrow">
          <a:avLst>
            <a:gd name="adj1" fmla="val 2000"/>
            <a:gd name="adj2" fmla="val 4000"/>
            <a:gd name="adj3" fmla="val 5000"/>
          </a:avLst>
        </a:prstGeom>
        <a:solidFill>
          <a:sysClr val="window" lastClr="FFFFFF">
            <a:lumMod val="65000"/>
          </a:sysClr>
        </a:solidFill>
        <a:ln>
          <a:noFill/>
        </a:ln>
        <a:effectLst/>
      </dgm:spPr>
    </dgm:pt>
    <dgm:pt modelId="{4869DAB9-E400-284B-BA17-D97171070EA6}" type="pres">
      <dgm:prSet presAssocID="{44CD5FEC-63A2-9D4D-81EE-BFF0139871ED}" presName="rect1" presStyleLbl="node1" presStyleIdx="0" presStyleCnt="4">
        <dgm:presLayoutVars>
          <dgm:chMax val="0"/>
          <dgm:chPref val="0"/>
          <dgm:bulletEnabled val="1"/>
        </dgm:presLayoutVars>
      </dgm:prSet>
      <dgm:spPr>
        <a:prstGeom prst="rect">
          <a:avLst/>
        </a:prstGeom>
      </dgm:spPr>
    </dgm:pt>
    <dgm:pt modelId="{02F97DDD-29D8-7341-870C-A0DFF4162F28}" type="pres">
      <dgm:prSet presAssocID="{44CD5FEC-63A2-9D4D-81EE-BFF0139871ED}" presName="rect2" presStyleLbl="node1" presStyleIdx="1" presStyleCnt="4">
        <dgm:presLayoutVars>
          <dgm:chMax val="0"/>
          <dgm:chPref val="0"/>
          <dgm:bulletEnabled val="1"/>
        </dgm:presLayoutVars>
      </dgm:prSet>
      <dgm:spPr>
        <a:prstGeom prst="rect">
          <a:avLst/>
        </a:prstGeom>
      </dgm:spPr>
    </dgm:pt>
    <dgm:pt modelId="{F28DA34A-3F78-2A49-9D10-DA63C4670857}" type="pres">
      <dgm:prSet presAssocID="{44CD5FEC-63A2-9D4D-81EE-BFF0139871ED}" presName="rect3" presStyleLbl="node1" presStyleIdx="2" presStyleCnt="4">
        <dgm:presLayoutVars>
          <dgm:chMax val="0"/>
          <dgm:chPref val="0"/>
          <dgm:bulletEnabled val="1"/>
        </dgm:presLayoutVars>
      </dgm:prSet>
      <dgm:spPr>
        <a:prstGeom prst="rect">
          <a:avLst/>
        </a:prstGeom>
      </dgm:spPr>
    </dgm:pt>
    <dgm:pt modelId="{B55C5231-3E17-204C-9BC9-20065CA52065}" type="pres">
      <dgm:prSet presAssocID="{44CD5FEC-63A2-9D4D-81EE-BFF0139871ED}" presName="rect4" presStyleLbl="node1" presStyleIdx="3" presStyleCnt="4">
        <dgm:presLayoutVars>
          <dgm:chMax val="0"/>
          <dgm:chPref val="0"/>
          <dgm:bulletEnabled val="1"/>
        </dgm:presLayoutVars>
      </dgm:prSet>
      <dgm:spPr>
        <a:prstGeom prst="rect">
          <a:avLst/>
        </a:prstGeom>
      </dgm:spPr>
    </dgm:pt>
  </dgm:ptLst>
  <dgm:cxnLst>
    <dgm:cxn modelId="{6DFD6117-CFBB-D941-8E40-E9C2F9B78605}" srcId="{44CD5FEC-63A2-9D4D-81EE-BFF0139871ED}" destId="{94E8BF00-AB4E-F948-9A47-993CC24BBA91}" srcOrd="1" destOrd="0" parTransId="{90D791A2-C980-C748-BABC-B07CD36AD28B}" sibTransId="{1D18B10C-52CC-734A-BFAE-CDBA17B4215F}"/>
    <dgm:cxn modelId="{4311D437-9706-41EE-A682-EA8A82D9CBAA}" type="presOf" srcId="{67CF41B4-33FA-2047-BF0F-004FEC6D6678}" destId="{4869DAB9-E400-284B-BA17-D97171070EA6}" srcOrd="0" destOrd="0" presId="urn:microsoft.com/office/officeart/2005/8/layout/matrix2"/>
    <dgm:cxn modelId="{B5AB4A4A-DB1E-4219-9D5A-3C0B68D98EFD}" type="presOf" srcId="{94E8BF00-AB4E-F948-9A47-993CC24BBA91}" destId="{02F97DDD-29D8-7341-870C-A0DFF4162F28}" srcOrd="0" destOrd="0" presId="urn:microsoft.com/office/officeart/2005/8/layout/matrix2"/>
    <dgm:cxn modelId="{92C5084D-9DA2-9E48-AB55-4780F7435ECC}" srcId="{44CD5FEC-63A2-9D4D-81EE-BFF0139871ED}" destId="{A011FD10-AB94-1D44-9D12-142619B2F0E5}" srcOrd="3" destOrd="0" parTransId="{E38718DC-9268-2949-87E7-FABCF874360D}" sibTransId="{0C61320D-F79A-6D4E-82C0-B1E94E5B3F46}"/>
    <dgm:cxn modelId="{9E3B7E55-7B88-418B-83E4-2C8554A00603}" type="presOf" srcId="{44CD5FEC-63A2-9D4D-81EE-BFF0139871ED}" destId="{DF15AC77-6654-8945-BE1C-91B52A045688}" srcOrd="0" destOrd="0" presId="urn:microsoft.com/office/officeart/2005/8/layout/matrix2"/>
    <dgm:cxn modelId="{4B1639A1-CDFC-B64F-B42A-5909E50F967C}" srcId="{44CD5FEC-63A2-9D4D-81EE-BFF0139871ED}" destId="{B3878C2E-FC7B-8D4B-88BE-BA929347E9F7}" srcOrd="2" destOrd="0" parTransId="{654B6E24-65BD-7245-85A1-79E348C10C66}" sibTransId="{E77E004E-453E-EF4E-A310-74A70CE32FD6}"/>
    <dgm:cxn modelId="{5DD034AB-69C6-B94A-934B-E2FD6823FFEA}" srcId="{44CD5FEC-63A2-9D4D-81EE-BFF0139871ED}" destId="{67CF41B4-33FA-2047-BF0F-004FEC6D6678}" srcOrd="0" destOrd="0" parTransId="{372E4411-D332-5549-8359-29D05D38B148}" sibTransId="{12BBBEC7-7988-0647-8698-0C338D0677E8}"/>
    <dgm:cxn modelId="{0F18C4D9-55A6-48FD-A288-C65088873DB5}" type="presOf" srcId="{A011FD10-AB94-1D44-9D12-142619B2F0E5}" destId="{B55C5231-3E17-204C-9BC9-20065CA52065}" srcOrd="0" destOrd="0" presId="urn:microsoft.com/office/officeart/2005/8/layout/matrix2"/>
    <dgm:cxn modelId="{109A69F6-EF3B-4B13-A863-064AB2FD098A}" type="presOf" srcId="{B3878C2E-FC7B-8D4B-88BE-BA929347E9F7}" destId="{F28DA34A-3F78-2A49-9D10-DA63C4670857}" srcOrd="0" destOrd="0" presId="urn:microsoft.com/office/officeart/2005/8/layout/matrix2"/>
    <dgm:cxn modelId="{B01DEDA3-235C-4E06-8B57-734FFFAB95D7}" type="presParOf" srcId="{DF15AC77-6654-8945-BE1C-91B52A045688}" destId="{CCF46950-3CC7-1647-8986-D66AF0C30036}" srcOrd="0" destOrd="0" presId="urn:microsoft.com/office/officeart/2005/8/layout/matrix2"/>
    <dgm:cxn modelId="{50C0D0F0-8B31-4B23-8CD8-42EE5BFE94B6}" type="presParOf" srcId="{DF15AC77-6654-8945-BE1C-91B52A045688}" destId="{4869DAB9-E400-284B-BA17-D97171070EA6}" srcOrd="1" destOrd="0" presId="urn:microsoft.com/office/officeart/2005/8/layout/matrix2"/>
    <dgm:cxn modelId="{9A4AD092-45F2-4637-A39C-CAD0C91034BD}" type="presParOf" srcId="{DF15AC77-6654-8945-BE1C-91B52A045688}" destId="{02F97DDD-29D8-7341-870C-A0DFF4162F28}" srcOrd="2" destOrd="0" presId="urn:microsoft.com/office/officeart/2005/8/layout/matrix2"/>
    <dgm:cxn modelId="{8738B5C8-BFB0-4C24-96BC-37B0D5855AB5}" type="presParOf" srcId="{DF15AC77-6654-8945-BE1C-91B52A045688}" destId="{F28DA34A-3F78-2A49-9D10-DA63C4670857}" srcOrd="3" destOrd="0" presId="urn:microsoft.com/office/officeart/2005/8/layout/matrix2"/>
    <dgm:cxn modelId="{CBE7AC03-CF4B-43F9-8F2B-CC39D96BB83B}" type="presParOf" srcId="{DF15AC77-6654-8945-BE1C-91B52A045688}" destId="{B55C5231-3E17-204C-9BC9-20065CA52065}"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F46950-3CC7-1647-8986-D66AF0C30036}">
      <dsp:nvSpPr>
        <dsp:cNvPr id="0" name=""/>
        <dsp:cNvSpPr/>
      </dsp:nvSpPr>
      <dsp:spPr>
        <a:xfrm>
          <a:off x="0" y="25400"/>
          <a:ext cx="3429000" cy="3429000"/>
        </a:xfrm>
        <a:prstGeom prst="quadArrow">
          <a:avLst>
            <a:gd name="adj1" fmla="val 2000"/>
            <a:gd name="adj2" fmla="val 4000"/>
            <a:gd name="adj3" fmla="val 5000"/>
          </a:avLst>
        </a:prstGeom>
        <a:solidFill>
          <a:sysClr val="window" lastClr="FFFFFF">
            <a:lumMod val="65000"/>
          </a:sysClr>
        </a:solidFill>
        <a:ln>
          <a:noFill/>
        </a:ln>
        <a:effectLst/>
      </dsp:spPr>
      <dsp:style>
        <a:lnRef idx="0">
          <a:scrgbClr r="0" g="0" b="0"/>
        </a:lnRef>
        <a:fillRef idx="1">
          <a:scrgbClr r="0" g="0" b="0"/>
        </a:fillRef>
        <a:effectRef idx="2">
          <a:scrgbClr r="0" g="0" b="0"/>
        </a:effectRef>
        <a:fontRef idx="minor"/>
      </dsp:style>
    </dsp:sp>
    <dsp:sp modelId="{4869DAB9-E400-284B-BA17-D97171070EA6}">
      <dsp:nvSpPr>
        <dsp:cNvPr id="0" name=""/>
        <dsp:cNvSpPr/>
      </dsp:nvSpPr>
      <dsp:spPr>
        <a:xfrm>
          <a:off x="222885" y="248285"/>
          <a:ext cx="1371600" cy="1371600"/>
        </a:xfrm>
        <a:prstGeom prst="rect">
          <a:avLst/>
        </a:prstGeom>
        <a:gradFill flip="none" rotWithShape="1">
          <a:gsLst>
            <a:gs pos="0">
              <a:srgbClr val="97AEA0"/>
            </a:gs>
            <a:gs pos="100000">
              <a:srgbClr val="688687"/>
            </a:gs>
          </a:gsLst>
          <a:lin ang="54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br>
            <a:rPr lang="en-US" sz="1200" kern="1200" dirty="0">
              <a:solidFill>
                <a:srgbClr val="FFFFFF"/>
              </a:solidFill>
              <a:latin typeface="Open Sans Light"/>
              <a:ea typeface="+mn-ea"/>
              <a:cs typeface="+mn-cs"/>
            </a:rPr>
          </a:br>
          <a:br>
            <a:rPr lang="en-US" sz="1200" kern="1200" dirty="0">
              <a:solidFill>
                <a:srgbClr val="FFFFFF"/>
              </a:solidFill>
              <a:latin typeface="Open Sans Light"/>
              <a:ea typeface="+mn-ea"/>
              <a:cs typeface="+mn-cs"/>
            </a:rPr>
          </a:br>
          <a:br>
            <a:rPr lang="en-US" sz="1200" kern="1200" dirty="0">
              <a:solidFill>
                <a:srgbClr val="FFFFFF"/>
              </a:solidFill>
              <a:latin typeface="Open Sans Light"/>
              <a:ea typeface="+mn-ea"/>
              <a:cs typeface="+mn-cs"/>
            </a:rPr>
          </a:br>
          <a:br>
            <a:rPr lang="en-US" sz="1200" kern="1200" dirty="0">
              <a:solidFill>
                <a:srgbClr val="FFFFFF"/>
              </a:solidFill>
              <a:latin typeface="Open Sans Light"/>
              <a:ea typeface="+mn-ea"/>
              <a:cs typeface="+mn-cs"/>
            </a:rPr>
          </a:br>
          <a:endParaRPr lang="en-US" sz="1200" kern="1200" dirty="0">
            <a:solidFill>
              <a:srgbClr val="FFFFFF"/>
            </a:solidFill>
            <a:latin typeface="Open Sans Light"/>
            <a:ea typeface="+mn-ea"/>
            <a:cs typeface="+mn-cs"/>
          </a:endParaRPr>
        </a:p>
      </dsp:txBody>
      <dsp:txXfrm>
        <a:off x="222885" y="248285"/>
        <a:ext cx="1371600" cy="1371600"/>
      </dsp:txXfrm>
    </dsp:sp>
    <dsp:sp modelId="{02F97DDD-29D8-7341-870C-A0DFF4162F28}">
      <dsp:nvSpPr>
        <dsp:cNvPr id="0" name=""/>
        <dsp:cNvSpPr/>
      </dsp:nvSpPr>
      <dsp:spPr>
        <a:xfrm>
          <a:off x="1834515" y="248285"/>
          <a:ext cx="1371600" cy="1371600"/>
        </a:xfrm>
        <a:prstGeom prst="rect">
          <a:avLst/>
        </a:prstGeom>
        <a:gradFill flip="none" rotWithShape="1">
          <a:gsLst>
            <a:gs pos="0">
              <a:srgbClr val="97AEA0"/>
            </a:gs>
            <a:gs pos="100000">
              <a:srgbClr val="688687"/>
            </a:gs>
          </a:gsLst>
          <a:lin ang="54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br>
            <a:rPr lang="en-US" sz="1200" kern="1200" dirty="0">
              <a:solidFill>
                <a:srgbClr val="FFFFFF"/>
              </a:solidFill>
              <a:latin typeface="Open Sans Light"/>
              <a:ea typeface="+mn-ea"/>
              <a:cs typeface="+mn-cs"/>
            </a:rPr>
          </a:br>
          <a:br>
            <a:rPr lang="en-US" sz="1200" kern="1200" dirty="0">
              <a:solidFill>
                <a:srgbClr val="FFFFFF"/>
              </a:solidFill>
              <a:latin typeface="Open Sans Light"/>
              <a:ea typeface="+mn-ea"/>
              <a:cs typeface="+mn-cs"/>
            </a:rPr>
          </a:br>
          <a:br>
            <a:rPr lang="en-US" sz="1200" kern="1200" dirty="0">
              <a:solidFill>
                <a:srgbClr val="FFFFFF"/>
              </a:solidFill>
              <a:latin typeface="Open Sans Light"/>
              <a:ea typeface="+mn-ea"/>
              <a:cs typeface="+mn-cs"/>
            </a:rPr>
          </a:br>
          <a:br>
            <a:rPr lang="en-US" sz="1200" kern="1200" dirty="0">
              <a:solidFill>
                <a:srgbClr val="FFFFFF"/>
              </a:solidFill>
              <a:latin typeface="Open Sans Light"/>
              <a:ea typeface="+mn-ea"/>
              <a:cs typeface="+mn-cs"/>
            </a:rPr>
          </a:br>
          <a:endParaRPr lang="en-US" sz="1200" kern="1200" dirty="0">
            <a:solidFill>
              <a:srgbClr val="FFFFFF"/>
            </a:solidFill>
            <a:latin typeface="Open Sans Light"/>
            <a:ea typeface="+mn-ea"/>
            <a:cs typeface="+mn-cs"/>
          </a:endParaRPr>
        </a:p>
      </dsp:txBody>
      <dsp:txXfrm>
        <a:off x="1834515" y="248285"/>
        <a:ext cx="1371600" cy="1371600"/>
      </dsp:txXfrm>
    </dsp:sp>
    <dsp:sp modelId="{F28DA34A-3F78-2A49-9D10-DA63C4670857}">
      <dsp:nvSpPr>
        <dsp:cNvPr id="0" name=""/>
        <dsp:cNvSpPr/>
      </dsp:nvSpPr>
      <dsp:spPr>
        <a:xfrm>
          <a:off x="222885" y="1859915"/>
          <a:ext cx="1371600" cy="1371600"/>
        </a:xfrm>
        <a:prstGeom prst="rect">
          <a:avLst/>
        </a:prstGeom>
        <a:gradFill flip="none" rotWithShape="1">
          <a:gsLst>
            <a:gs pos="0">
              <a:srgbClr val="53737B"/>
            </a:gs>
            <a:gs pos="100000">
              <a:srgbClr val="496A75"/>
            </a:gs>
          </a:gsLst>
          <a:lin ang="54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br>
            <a:rPr lang="en-US" sz="1200" kern="1200" dirty="0">
              <a:solidFill>
                <a:srgbClr val="FFFFFF"/>
              </a:solidFill>
              <a:latin typeface="Open Sans Light"/>
              <a:ea typeface="+mn-ea"/>
              <a:cs typeface="+mn-cs"/>
            </a:rPr>
          </a:br>
          <a:br>
            <a:rPr lang="en-US" sz="1200" kern="1200" dirty="0">
              <a:solidFill>
                <a:srgbClr val="FFFFFF"/>
              </a:solidFill>
              <a:latin typeface="Open Sans Light"/>
              <a:ea typeface="+mn-ea"/>
              <a:cs typeface="+mn-cs"/>
            </a:rPr>
          </a:br>
          <a:br>
            <a:rPr lang="en-US" sz="1200" kern="1200" dirty="0">
              <a:solidFill>
                <a:srgbClr val="FFFFFF"/>
              </a:solidFill>
              <a:latin typeface="Open Sans Light"/>
              <a:ea typeface="+mn-ea"/>
              <a:cs typeface="+mn-cs"/>
            </a:rPr>
          </a:br>
          <a:br>
            <a:rPr lang="en-US" sz="1200" kern="1200" dirty="0">
              <a:solidFill>
                <a:srgbClr val="FFFFFF"/>
              </a:solidFill>
              <a:latin typeface="Open Sans Light"/>
              <a:ea typeface="+mn-ea"/>
              <a:cs typeface="+mn-cs"/>
            </a:rPr>
          </a:br>
          <a:endParaRPr lang="en-US" sz="1200" kern="1200" dirty="0">
            <a:solidFill>
              <a:srgbClr val="FFFFFF"/>
            </a:solidFill>
            <a:latin typeface="Open Sans Light"/>
            <a:ea typeface="+mn-ea"/>
            <a:cs typeface="+mn-cs"/>
          </a:endParaRPr>
        </a:p>
      </dsp:txBody>
      <dsp:txXfrm>
        <a:off x="222885" y="1859915"/>
        <a:ext cx="1371600" cy="1371600"/>
      </dsp:txXfrm>
    </dsp:sp>
    <dsp:sp modelId="{B55C5231-3E17-204C-9BC9-20065CA52065}">
      <dsp:nvSpPr>
        <dsp:cNvPr id="0" name=""/>
        <dsp:cNvSpPr/>
      </dsp:nvSpPr>
      <dsp:spPr>
        <a:xfrm>
          <a:off x="1834515" y="1859915"/>
          <a:ext cx="1371600" cy="1371600"/>
        </a:xfrm>
        <a:prstGeom prst="rect">
          <a:avLst/>
        </a:prstGeom>
        <a:gradFill flip="none" rotWithShape="1">
          <a:gsLst>
            <a:gs pos="0">
              <a:srgbClr val="53737B"/>
            </a:gs>
            <a:gs pos="100000">
              <a:srgbClr val="496A75"/>
            </a:gs>
          </a:gsLst>
          <a:lin ang="5400000" scaled="0"/>
          <a:tileRect/>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br>
            <a:rPr lang="en-US" sz="1200" kern="1200" dirty="0">
              <a:solidFill>
                <a:srgbClr val="FFFFFF"/>
              </a:solidFill>
              <a:latin typeface="Open Sans Light"/>
              <a:ea typeface="+mn-ea"/>
              <a:cs typeface="+mn-cs"/>
            </a:rPr>
          </a:br>
          <a:br>
            <a:rPr lang="en-US" sz="1200" kern="1200" dirty="0">
              <a:solidFill>
                <a:srgbClr val="FFFFFF"/>
              </a:solidFill>
              <a:latin typeface="Open Sans Light"/>
              <a:ea typeface="+mn-ea"/>
              <a:cs typeface="+mn-cs"/>
            </a:rPr>
          </a:br>
          <a:br>
            <a:rPr lang="en-US" sz="1200" kern="1200" dirty="0">
              <a:solidFill>
                <a:srgbClr val="FFFFFF"/>
              </a:solidFill>
              <a:latin typeface="Open Sans Light"/>
              <a:ea typeface="+mn-ea"/>
              <a:cs typeface="+mn-cs"/>
            </a:rPr>
          </a:br>
          <a:br>
            <a:rPr lang="en-US" sz="1200" kern="1200" dirty="0">
              <a:solidFill>
                <a:srgbClr val="FFFFFF"/>
              </a:solidFill>
              <a:latin typeface="Open Sans Light"/>
              <a:ea typeface="+mn-ea"/>
              <a:cs typeface="+mn-cs"/>
            </a:rPr>
          </a:br>
          <a:endParaRPr lang="en-US" sz="1200" kern="1200" dirty="0">
            <a:solidFill>
              <a:srgbClr val="FFFFFF"/>
            </a:solidFill>
            <a:latin typeface="Open Sans Light"/>
            <a:ea typeface="+mn-ea"/>
            <a:cs typeface="+mn-cs"/>
          </a:endParaRPr>
        </a:p>
      </dsp:txBody>
      <dsp:txXfrm>
        <a:off x="1834515" y="1859915"/>
        <a:ext cx="1371600" cy="1371600"/>
      </dsp:txXfrm>
    </dsp:sp>
  </dsp:spTree>
</dsp:drawing>
</file>

<file path=ppt/diagrams/layout1.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bwMode="gray">
          <a:xfrm>
            <a:off x="0" y="0"/>
            <a:ext cx="2971800" cy="457200"/>
          </a:xfrm>
          <a:prstGeom prst="rect">
            <a:avLst/>
          </a:prstGeom>
        </p:spPr>
        <p:txBody>
          <a:bodyPr vert="horz" lIns="91440" tIns="45720" rIns="91440" bIns="45720" rtlCol="0"/>
          <a:lstStyle>
            <a:lvl1pPr algn="l">
              <a:defRPr sz="1200"/>
            </a:lvl1pPr>
          </a:lstStyle>
          <a:p>
            <a:endParaRPr lang="de-DE" dirty="0">
              <a:latin typeface="Arial" panose="020B0604020202020204" pitchFamily="34" charset="0"/>
              <a:cs typeface="Arial" panose="020B0604020202020204" pitchFamily="34" charset="0"/>
            </a:endParaRPr>
          </a:p>
        </p:txBody>
      </p:sp>
      <p:sp>
        <p:nvSpPr>
          <p:cNvPr id="3" name="Datumsplatzhalter 2"/>
          <p:cNvSpPr>
            <a:spLocks noGrp="1"/>
          </p:cNvSpPr>
          <p:nvPr>
            <p:ph type="dt" sz="quarter" idx="1"/>
          </p:nvPr>
        </p:nvSpPr>
        <p:spPr bwMode="gray">
          <a:xfrm>
            <a:off x="3884613" y="0"/>
            <a:ext cx="2971800" cy="457200"/>
          </a:xfrm>
          <a:prstGeom prst="rect">
            <a:avLst/>
          </a:prstGeom>
        </p:spPr>
        <p:txBody>
          <a:bodyPr vert="horz" lIns="91440" tIns="45720" rIns="91440" bIns="45720" rtlCol="0"/>
          <a:lstStyle>
            <a:lvl1pPr algn="r">
              <a:defRPr sz="1200"/>
            </a:lvl1pPr>
          </a:lstStyle>
          <a:p>
            <a:fld id="{EC72CCD9-6F01-4011-B571-3957A6F7E709}" type="datetimeFigureOut">
              <a:rPr lang="de-DE" smtClean="0">
                <a:latin typeface="Arial" panose="020B0604020202020204" pitchFamily="34" charset="0"/>
                <a:cs typeface="Arial" panose="020B0604020202020204" pitchFamily="34" charset="0"/>
              </a:rPr>
              <a:pPr/>
              <a:t>06.02.2026</a:t>
            </a:fld>
            <a:endParaRPr lang="de-DE" dirty="0">
              <a:latin typeface="Arial" panose="020B0604020202020204" pitchFamily="34" charset="0"/>
              <a:cs typeface="Arial" panose="020B0604020202020204" pitchFamily="34" charset="0"/>
            </a:endParaRPr>
          </a:p>
        </p:txBody>
      </p:sp>
      <p:sp>
        <p:nvSpPr>
          <p:cNvPr id="4" name="Fußzeilenplatzhalter 3"/>
          <p:cNvSpPr>
            <a:spLocks noGrp="1"/>
          </p:cNvSpPr>
          <p:nvPr>
            <p:ph type="ftr" sz="quarter" idx="2"/>
          </p:nvPr>
        </p:nvSpPr>
        <p:spPr bwMode="gray">
          <a:xfrm>
            <a:off x="0" y="8685213"/>
            <a:ext cx="2971800" cy="457200"/>
          </a:xfrm>
          <a:prstGeom prst="rect">
            <a:avLst/>
          </a:prstGeom>
        </p:spPr>
        <p:txBody>
          <a:bodyPr vert="horz" lIns="91440" tIns="45720" rIns="91440" bIns="45720" rtlCol="0" anchor="b"/>
          <a:lstStyle>
            <a:lvl1pPr algn="l">
              <a:defRPr sz="1200"/>
            </a:lvl1pPr>
          </a:lstStyle>
          <a:p>
            <a:endParaRPr lang="de-DE" dirty="0">
              <a:latin typeface="Arial" panose="020B0604020202020204" pitchFamily="34" charset="0"/>
              <a:cs typeface="Arial" panose="020B0604020202020204" pitchFamily="34" charset="0"/>
            </a:endParaRPr>
          </a:p>
        </p:txBody>
      </p:sp>
      <p:sp>
        <p:nvSpPr>
          <p:cNvPr id="5" name="Foliennummernplatzhalter 4"/>
          <p:cNvSpPr>
            <a:spLocks noGrp="1"/>
          </p:cNvSpPr>
          <p:nvPr>
            <p:ph type="sldNum" sz="quarter" idx="3"/>
          </p:nvPr>
        </p:nvSpPr>
        <p:spPr bwMode="gray">
          <a:xfrm>
            <a:off x="3884613" y="8685213"/>
            <a:ext cx="2971800" cy="457200"/>
          </a:xfrm>
          <a:prstGeom prst="rect">
            <a:avLst/>
          </a:prstGeom>
        </p:spPr>
        <p:txBody>
          <a:bodyPr vert="horz" lIns="91440" tIns="45720" rIns="91440" bIns="45720" rtlCol="0" anchor="b"/>
          <a:lstStyle>
            <a:lvl1pPr algn="r">
              <a:defRPr sz="1200"/>
            </a:lvl1pPr>
          </a:lstStyle>
          <a:p>
            <a:fld id="{65CC8460-34F5-425F-A0B5-7C13CBA5C2E3}" type="slidenum">
              <a:rPr lang="de-DE" smtClean="0">
                <a:latin typeface="Arial" panose="020B0604020202020204" pitchFamily="34" charset="0"/>
                <a:cs typeface="Arial" panose="020B0604020202020204" pitchFamily="34" charset="0"/>
              </a:rPr>
              <a:pPr/>
              <a:t>‹#›</a:t>
            </a:fld>
            <a:endParaRPr lang="de-D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12659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bwMode="gray">
          <a:xfrm>
            <a:off x="0" y="0"/>
            <a:ext cx="2971800" cy="457200"/>
          </a:xfrm>
          <a:prstGeom prst="rect">
            <a:avLst/>
          </a:prstGeom>
        </p:spPr>
        <p:txBody>
          <a:bodyPr vert="horz" lIns="91440" tIns="45720" rIns="91440" bIns="45720" rtlCol="0"/>
          <a:lstStyle>
            <a:lvl1pPr algn="l">
              <a:defRPr sz="1200">
                <a:latin typeface="Arial" panose="020B0604020202020204" pitchFamily="34" charset="0"/>
                <a:cs typeface="Arial" panose="020B0604020202020204" pitchFamily="34" charset="0"/>
              </a:defRPr>
            </a:lvl1pPr>
          </a:lstStyle>
          <a:p>
            <a:endParaRPr lang="de-DE" dirty="0"/>
          </a:p>
        </p:txBody>
      </p:sp>
      <p:sp>
        <p:nvSpPr>
          <p:cNvPr id="3" name="Datumsplatzhalter 2"/>
          <p:cNvSpPr>
            <a:spLocks noGrp="1"/>
          </p:cNvSpPr>
          <p:nvPr>
            <p:ph type="dt" idx="1"/>
          </p:nvPr>
        </p:nvSpPr>
        <p:spPr bwMode="gray">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cs typeface="Arial" panose="020B0604020202020204" pitchFamily="34" charset="0"/>
              </a:defRPr>
            </a:lvl1pPr>
          </a:lstStyle>
          <a:p>
            <a:fld id="{4C19A70C-7D1D-4F95-AA0A-6D0338EE8089}" type="datetimeFigureOut">
              <a:rPr lang="de-DE" smtClean="0"/>
              <a:pPr/>
              <a:t>06.02.2026</a:t>
            </a:fld>
            <a:endParaRPr lang="de-DE" dirty="0"/>
          </a:p>
        </p:txBody>
      </p:sp>
      <p:sp>
        <p:nvSpPr>
          <p:cNvPr id="4" name="Folienbildplatzhalter 3"/>
          <p:cNvSpPr>
            <a:spLocks noGrp="1" noRot="1" noChangeAspect="1"/>
          </p:cNvSpPr>
          <p:nvPr>
            <p:ph type="sldImg" idx="2"/>
          </p:nvPr>
        </p:nvSpPr>
        <p:spPr bwMode="gray">
          <a:xfrm>
            <a:off x="-252413" y="685800"/>
            <a:ext cx="6092826" cy="3429000"/>
          </a:xfrm>
          <a:prstGeom prst="rect">
            <a:avLst/>
          </a:prstGeom>
          <a:noFill/>
          <a:ln w="12700">
            <a:solidFill>
              <a:schemeClr val="accent4"/>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bwMode="gray">
          <a:xfrm>
            <a:off x="369711" y="4343400"/>
            <a:ext cx="6064956" cy="4114800"/>
          </a:xfrm>
          <a:prstGeom prst="rect">
            <a:avLst/>
          </a:prstGeom>
        </p:spPr>
        <p:txBody>
          <a:bodyPr vert="horz" lIns="0" tIns="0" rIns="0" bIns="0"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5"/>
          <p:cNvSpPr>
            <a:spLocks noGrp="1"/>
          </p:cNvSpPr>
          <p:nvPr>
            <p:ph type="ftr" sz="quarter" idx="4"/>
          </p:nvPr>
        </p:nvSpPr>
        <p:spPr bwMode="gray">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cs typeface="Arial" panose="020B0604020202020204" pitchFamily="34" charset="0"/>
              </a:defRPr>
            </a:lvl1pPr>
          </a:lstStyle>
          <a:p>
            <a:endParaRPr lang="de-DE" dirty="0"/>
          </a:p>
        </p:txBody>
      </p:sp>
      <p:sp>
        <p:nvSpPr>
          <p:cNvPr id="7" name="Foliennummernplatzhalter 6"/>
          <p:cNvSpPr>
            <a:spLocks noGrp="1"/>
          </p:cNvSpPr>
          <p:nvPr>
            <p:ph type="sldNum" sz="quarter" idx="5"/>
          </p:nvPr>
        </p:nvSpPr>
        <p:spPr bwMode="gray">
          <a:xfrm>
            <a:off x="3884613" y="8685213"/>
            <a:ext cx="2971800" cy="457200"/>
          </a:xfrm>
          <a:prstGeom prst="rect">
            <a:avLst/>
          </a:prstGeom>
        </p:spPr>
        <p:txBody>
          <a:bodyPr vert="horz" lIns="91440" tIns="45720" rIns="91440" bIns="45720" rtlCol="0" anchor="b"/>
          <a:lstStyle>
            <a:lvl1pPr algn="r">
              <a:defRPr sz="1200">
                <a:latin typeface="Arial" panose="020B0604020202020204" pitchFamily="34" charset="0"/>
                <a:cs typeface="Arial" panose="020B0604020202020204" pitchFamily="34" charset="0"/>
              </a:defRPr>
            </a:lvl1pPr>
          </a:lstStyle>
          <a:p>
            <a:fld id="{7372ADED-F3CA-41CF-9877-309ADD1D7348}" type="slidenum">
              <a:rPr lang="de-DE" smtClean="0"/>
              <a:pPr/>
              <a:t>‹#›</a:t>
            </a:fld>
            <a:endParaRPr lang="de-DE" dirty="0"/>
          </a:p>
        </p:txBody>
      </p:sp>
    </p:spTree>
    <p:extLst>
      <p:ext uri="{BB962C8B-B14F-4D97-AF65-F5344CB8AC3E}">
        <p14:creationId xmlns:p14="http://schemas.microsoft.com/office/powerpoint/2010/main" val="4020116570"/>
      </p:ext>
    </p:extLst>
  </p:cSld>
  <p:clrMap bg1="lt1" tx1="dk1" bg2="lt2" tx2="dk2" accent1="accent1" accent2="accent2" accent3="accent3" accent4="accent4" accent5="accent5" accent6="accent6" hlink="hlink" folHlink="folHlink"/>
  <p:notesStyle>
    <a:lvl1pPr marL="0" indent="0" algn="l" defTabSz="801654" rtl="0" eaLnBrk="1" latinLnBrk="0" hangingPunct="1">
      <a:defRPr sz="1100" kern="1200">
        <a:solidFill>
          <a:schemeClr val="tx1"/>
        </a:solidFill>
        <a:latin typeface="Arial" panose="020B0604020202020204" pitchFamily="34" charset="0"/>
        <a:ea typeface="+mn-ea"/>
        <a:cs typeface="Arial" panose="020B0604020202020204" pitchFamily="34" charset="0"/>
      </a:defRPr>
    </a:lvl1pPr>
    <a:lvl2pPr marL="157806" indent="-157806" algn="l" defTabSz="801654" rtl="0" eaLnBrk="1" latinLnBrk="0" hangingPunct="1">
      <a:buClr>
        <a:schemeClr val="bg2"/>
      </a:buClr>
      <a:buFont typeface="Symbol" panose="05050102010706020507" pitchFamily="18" charset="2"/>
      <a:buChar char="-"/>
      <a:defRPr sz="1100" kern="1200">
        <a:solidFill>
          <a:schemeClr val="tx1"/>
        </a:solidFill>
        <a:latin typeface="Arial" panose="020B0604020202020204" pitchFamily="34" charset="0"/>
        <a:ea typeface="+mn-ea"/>
        <a:cs typeface="Arial" panose="020B0604020202020204" pitchFamily="34" charset="0"/>
      </a:defRPr>
    </a:lvl2pPr>
    <a:lvl3pPr marL="315612" indent="-157806" algn="l" defTabSz="801654" rtl="0" eaLnBrk="1" latinLnBrk="0" hangingPunct="1">
      <a:buClr>
        <a:schemeClr val="bg2"/>
      </a:buClr>
      <a:buFont typeface="Symbol" panose="05050102010706020507" pitchFamily="18" charset="2"/>
      <a:buChar char="-"/>
      <a:defRPr sz="900" kern="1200">
        <a:solidFill>
          <a:schemeClr val="tx1"/>
        </a:solidFill>
        <a:latin typeface="Arial" panose="020B0604020202020204" pitchFamily="34" charset="0"/>
        <a:ea typeface="+mn-ea"/>
        <a:cs typeface="Arial" panose="020B0604020202020204" pitchFamily="34" charset="0"/>
      </a:defRPr>
    </a:lvl3pPr>
    <a:lvl4pPr marL="473418" indent="-157806" algn="l" defTabSz="801654" rtl="0" eaLnBrk="1" latinLnBrk="0" hangingPunct="1">
      <a:buClr>
        <a:schemeClr val="bg2"/>
      </a:buClr>
      <a:buFont typeface="Symbol" panose="05050102010706020507" pitchFamily="18" charset="2"/>
      <a:buChar char="-"/>
      <a:defRPr sz="900" kern="1200">
        <a:solidFill>
          <a:schemeClr val="tx1"/>
        </a:solidFill>
        <a:latin typeface="Arial" panose="020B0604020202020204" pitchFamily="34" charset="0"/>
        <a:ea typeface="+mn-ea"/>
        <a:cs typeface="Arial" panose="020B0604020202020204" pitchFamily="34" charset="0"/>
      </a:defRPr>
    </a:lvl4pPr>
    <a:lvl5pPr marL="631224" indent="-157806" algn="l" defTabSz="801654" rtl="0" eaLnBrk="1" latinLnBrk="0" hangingPunct="1">
      <a:buClr>
        <a:schemeClr val="bg2"/>
      </a:buClr>
      <a:buFont typeface="Symbol" panose="05050102010706020507" pitchFamily="18" charset="2"/>
      <a:buChar char="-"/>
      <a:defRPr sz="900" kern="1200">
        <a:solidFill>
          <a:schemeClr val="tx1"/>
        </a:solidFill>
        <a:latin typeface="Arial" panose="020B0604020202020204" pitchFamily="34" charset="0"/>
        <a:ea typeface="+mn-ea"/>
        <a:cs typeface="Arial" panose="020B0604020202020204" pitchFamily="34" charset="0"/>
      </a:defRPr>
    </a:lvl5pPr>
    <a:lvl6pPr marL="631224" indent="-157806" algn="l" defTabSz="801654" rtl="0" eaLnBrk="1" latinLnBrk="0" hangingPunct="1">
      <a:buClr>
        <a:schemeClr val="bg2"/>
      </a:buClr>
      <a:buFont typeface="Symbol" panose="05050102010706020507" pitchFamily="18" charset="2"/>
      <a:buChar char="-"/>
      <a:defRPr sz="900" kern="1200">
        <a:solidFill>
          <a:schemeClr val="tx1"/>
        </a:solidFill>
        <a:latin typeface="+mn-lt"/>
        <a:ea typeface="+mn-ea"/>
        <a:cs typeface="+mn-cs"/>
      </a:defRPr>
    </a:lvl6pPr>
    <a:lvl7pPr marL="631224" indent="-157806" algn="l" defTabSz="801654" rtl="0" eaLnBrk="1" latinLnBrk="0" hangingPunct="1">
      <a:buClr>
        <a:schemeClr val="bg2"/>
      </a:buClr>
      <a:buFont typeface="Symbol" panose="05050102010706020507" pitchFamily="18" charset="2"/>
      <a:buChar char="-"/>
      <a:defRPr sz="900" kern="1200">
        <a:solidFill>
          <a:schemeClr val="tx1"/>
        </a:solidFill>
        <a:latin typeface="+mn-lt"/>
        <a:ea typeface="+mn-ea"/>
        <a:cs typeface="+mn-cs"/>
      </a:defRPr>
    </a:lvl7pPr>
    <a:lvl8pPr marL="631224" indent="-157806" algn="l" defTabSz="801654" rtl="0" eaLnBrk="1" latinLnBrk="0" hangingPunct="1">
      <a:buClr>
        <a:schemeClr val="bg2"/>
      </a:buClr>
      <a:buFont typeface="Symbol" panose="05050102010706020507" pitchFamily="18" charset="2"/>
      <a:buChar char="-"/>
      <a:defRPr sz="900" kern="1200">
        <a:solidFill>
          <a:schemeClr val="tx1"/>
        </a:solidFill>
        <a:latin typeface="+mn-lt"/>
        <a:ea typeface="+mn-ea"/>
        <a:cs typeface="+mn-cs"/>
      </a:defRPr>
    </a:lvl8pPr>
    <a:lvl9pPr marL="631224" indent="-157806" algn="l" defTabSz="801654" rtl="0" eaLnBrk="1" latinLnBrk="0" hangingPunct="1">
      <a:buClr>
        <a:schemeClr val="bg2"/>
      </a:buClr>
      <a:buFont typeface="Symbol" panose="05050102010706020507" pitchFamily="18" charset="2"/>
      <a:buChar char="-"/>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802" y="1122623"/>
            <a:ext cx="9142810" cy="2388153"/>
          </a:xfrm>
        </p:spPr>
        <p:txBody>
          <a:bodyPr anchor="b"/>
          <a:lstStyle>
            <a:lvl1pPr algn="ctr">
              <a:defRPr sz="5999"/>
            </a:lvl1pPr>
          </a:lstStyle>
          <a:p>
            <a:r>
              <a:rPr lang="en-US"/>
              <a:t>Click to edit Master title style</a:t>
            </a:r>
          </a:p>
        </p:txBody>
      </p:sp>
      <p:sp>
        <p:nvSpPr>
          <p:cNvPr id="3" name="Subtitle 2"/>
          <p:cNvSpPr>
            <a:spLocks noGrp="1"/>
          </p:cNvSpPr>
          <p:nvPr>
            <p:ph type="subTitle" idx="1"/>
          </p:nvPr>
        </p:nvSpPr>
        <p:spPr>
          <a:xfrm>
            <a:off x="1523802" y="3602872"/>
            <a:ext cx="9142810" cy="1656145"/>
          </a:xfrm>
        </p:spPr>
        <p:txBody>
          <a:bodyPr/>
          <a:lstStyle>
            <a:lvl1pPr marL="0" indent="0" algn="ctr">
              <a:buNone/>
              <a:defRPr sz="2400"/>
            </a:lvl1pPr>
            <a:lvl2pPr marL="457154" indent="0" algn="ctr">
              <a:buNone/>
              <a:defRPr sz="2000"/>
            </a:lvl2pPr>
            <a:lvl3pPr marL="914309" indent="0" algn="ctr">
              <a:buNone/>
              <a:defRPr sz="1800"/>
            </a:lvl3pPr>
            <a:lvl4pPr marL="1371463" indent="0" algn="ctr">
              <a:buNone/>
              <a:defRPr sz="1600"/>
            </a:lvl4pPr>
            <a:lvl5pPr marL="1828617" indent="0" algn="ctr">
              <a:buNone/>
              <a:defRPr sz="1600"/>
            </a:lvl5pPr>
            <a:lvl6pPr marL="2285771" indent="0" algn="ctr">
              <a:buNone/>
              <a:defRPr sz="1600"/>
            </a:lvl6pPr>
            <a:lvl7pPr marL="2742926" indent="0" algn="ctr">
              <a:buNone/>
              <a:defRPr sz="1600"/>
            </a:lvl7pPr>
            <a:lvl8pPr marL="3200080" indent="0" algn="ctr">
              <a:buNone/>
              <a:defRPr sz="1600"/>
            </a:lvl8pPr>
            <a:lvl9pPr marL="3657234"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E49DFC4-1118-47B3-B607-F8F10BE374A4}" type="datetime1">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EEA229-0096-49BD-81C1-58B039421B74}" type="slidenum">
              <a:rPr lang="en-US" smtClean="0"/>
              <a:pPr/>
              <a:t>‹#›</a:t>
            </a:fld>
            <a:endParaRPr lang="en-US"/>
          </a:p>
        </p:txBody>
      </p:sp>
    </p:spTree>
    <p:extLst>
      <p:ext uri="{BB962C8B-B14F-4D97-AF65-F5344CB8AC3E}">
        <p14:creationId xmlns:p14="http://schemas.microsoft.com/office/powerpoint/2010/main" val="2227026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317575255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0" name="Picture 3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p:cNvSpPr/>
          <p:nvPr userDrawn="1"/>
        </p:nvSpPr>
        <p:spPr>
          <a:xfrm>
            <a:off x="0" y="6792686"/>
            <a:ext cx="12190413" cy="66902"/>
          </a:xfrm>
          <a:prstGeom prst="rect">
            <a:avLst/>
          </a:prstGeom>
          <a:gradFill>
            <a:gsLst>
              <a:gs pos="0">
                <a:schemeClr val="accent3"/>
              </a:gs>
              <a:gs pos="51000">
                <a:schemeClr val="accent4"/>
              </a:gs>
              <a:gs pos="10000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46208" y="243001"/>
            <a:ext cx="10229850" cy="498598"/>
          </a:xfrm>
        </p:spPr>
        <p:txBody>
          <a:bodyPr wrap="square" lIns="0" tIns="0" rIns="0" bIns="0" anchor="t" anchorCtr="0">
            <a:spAutoFit/>
          </a:bodyPr>
          <a:lstStyle>
            <a:lvl1pPr algn="l">
              <a:defRPr sz="3600" b="0" cap="small" baseline="0">
                <a:solidFill>
                  <a:schemeClr val="tx1">
                    <a:lumMod val="95000"/>
                    <a:lumOff val="5000"/>
                  </a:schemeClr>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3" name="Content Placeholder 2"/>
          <p:cNvSpPr>
            <a:spLocks noGrp="1"/>
          </p:cNvSpPr>
          <p:nvPr>
            <p:ph idx="1"/>
          </p:nvPr>
        </p:nvSpPr>
        <p:spPr>
          <a:xfrm>
            <a:off x="346208" y="1043531"/>
            <a:ext cx="11457930" cy="5369457"/>
          </a:xfrm>
        </p:spPr>
        <p:txBody>
          <a:bodyPr>
            <a:norm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a:xfrm>
            <a:off x="4038075" y="6453683"/>
            <a:ext cx="4114264" cy="365210"/>
          </a:xfrm>
        </p:spPr>
        <p:txBody>
          <a:bodyPr/>
          <a:lstStyle>
            <a:lvl1pPr>
              <a:defRPr sz="1000"/>
            </a:lvl1pPr>
          </a:lstStyle>
          <a:p>
            <a:endParaRPr lang="en-US" dirty="0"/>
          </a:p>
        </p:txBody>
      </p:sp>
      <p:cxnSp>
        <p:nvCxnSpPr>
          <p:cNvPr id="11" name="Straight Connector 10"/>
          <p:cNvCxnSpPr/>
          <p:nvPr userDrawn="1"/>
        </p:nvCxnSpPr>
        <p:spPr>
          <a:xfrm>
            <a:off x="335660" y="923934"/>
            <a:ext cx="11468477" cy="0"/>
          </a:xfrm>
          <a:prstGeom prst="line">
            <a:avLst/>
          </a:prstGeom>
          <a:ln w="57150">
            <a:solidFill>
              <a:srgbClr val="00B050"/>
            </a:solidFill>
          </a:ln>
        </p:spPr>
        <p:style>
          <a:lnRef idx="3">
            <a:schemeClr val="accent1"/>
          </a:lnRef>
          <a:fillRef idx="0">
            <a:schemeClr val="accent1"/>
          </a:fillRef>
          <a:effectRef idx="2">
            <a:schemeClr val="accent1"/>
          </a:effectRef>
          <a:fontRef idx="minor">
            <a:schemeClr val="tx1"/>
          </a:fontRef>
        </p:style>
      </p:cxnSp>
      <p:pic>
        <p:nvPicPr>
          <p:cNvPr id="2144" name="Picture 96" descr="IUT logo এর ছবির ফলাফল">
            <a:extLst>
              <a:ext uri="{FF2B5EF4-FFF2-40B4-BE49-F238E27FC236}">
                <a16:creationId xmlns:a16="http://schemas.microsoft.com/office/drawing/2014/main" id="{B6E8ED10-DF7E-45F1-B01E-97DE5783A245}"/>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1307851" y="20187"/>
            <a:ext cx="509755" cy="834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3170296"/>
      </p:ext>
    </p:extLst>
  </p:cSld>
  <p:clrMapOvr>
    <a:masterClrMapping/>
  </p:clrMapOvr>
  <p:extLst>
    <p:ext uri="{DCECCB84-F9BA-43D5-87BE-67443E8EF086}">
      <p15:sldGuideLst xmlns:p15="http://schemas.microsoft.com/office/powerpoint/2012/main">
        <p15:guide id="1" orient="horz" pos="686" userDrawn="1">
          <p15:clr>
            <a:srgbClr val="FBAE40"/>
          </p15:clr>
        </p15:guide>
        <p15:guide id="2" pos="211" userDrawn="1">
          <p15:clr>
            <a:srgbClr val="FBAE40"/>
          </p15:clr>
        </p15:guide>
        <p15:guide id="3" pos="7468" userDrawn="1">
          <p15:clr>
            <a:srgbClr val="FBAE40"/>
          </p15:clr>
        </p15:guide>
        <p15:guide id="4" orient="horz" pos="91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742" y="1710134"/>
            <a:ext cx="10514231" cy="2853398"/>
          </a:xfrm>
        </p:spPr>
        <p:txBody>
          <a:bodyPr anchor="b"/>
          <a:lstStyle>
            <a:lvl1pPr>
              <a:defRPr sz="5999"/>
            </a:lvl1pPr>
          </a:lstStyle>
          <a:p>
            <a:r>
              <a:rPr lang="en-US"/>
              <a:t>Click to edit Master title style</a:t>
            </a:r>
          </a:p>
        </p:txBody>
      </p:sp>
      <p:sp>
        <p:nvSpPr>
          <p:cNvPr id="3" name="Text Placeholder 2"/>
          <p:cNvSpPr>
            <a:spLocks noGrp="1"/>
          </p:cNvSpPr>
          <p:nvPr>
            <p:ph type="body" idx="1"/>
          </p:nvPr>
        </p:nvSpPr>
        <p:spPr>
          <a:xfrm>
            <a:off x="831742" y="4590526"/>
            <a:ext cx="10514231" cy="1500534"/>
          </a:xfrm>
        </p:spPr>
        <p:txBody>
          <a:bodyPr/>
          <a:lstStyle>
            <a:lvl1pPr marL="0" indent="0">
              <a:buNone/>
              <a:defRPr sz="2400">
                <a:solidFill>
                  <a:schemeClr val="tx1">
                    <a:tint val="75000"/>
                  </a:schemeClr>
                </a:solidFill>
              </a:defRPr>
            </a:lvl1pPr>
            <a:lvl2pPr marL="457154" indent="0">
              <a:buNone/>
              <a:defRPr sz="2000">
                <a:solidFill>
                  <a:schemeClr val="tx1">
                    <a:tint val="75000"/>
                  </a:schemeClr>
                </a:solidFill>
              </a:defRPr>
            </a:lvl2pPr>
            <a:lvl3pPr marL="914309" indent="0">
              <a:buNone/>
              <a:defRPr sz="1800">
                <a:solidFill>
                  <a:schemeClr val="tx1">
                    <a:tint val="75000"/>
                  </a:schemeClr>
                </a:solidFill>
              </a:defRPr>
            </a:lvl3pPr>
            <a:lvl4pPr marL="1371463" indent="0">
              <a:buNone/>
              <a:defRPr sz="1600">
                <a:solidFill>
                  <a:schemeClr val="tx1">
                    <a:tint val="75000"/>
                  </a:schemeClr>
                </a:solidFill>
              </a:defRPr>
            </a:lvl4pPr>
            <a:lvl5pPr marL="1828617" indent="0">
              <a:buNone/>
              <a:defRPr sz="1600">
                <a:solidFill>
                  <a:schemeClr val="tx1">
                    <a:tint val="75000"/>
                  </a:schemeClr>
                </a:solidFill>
              </a:defRPr>
            </a:lvl5pPr>
            <a:lvl6pPr marL="2285771" indent="0">
              <a:buNone/>
              <a:defRPr sz="1600">
                <a:solidFill>
                  <a:schemeClr val="tx1">
                    <a:tint val="75000"/>
                  </a:schemeClr>
                </a:solidFill>
              </a:defRPr>
            </a:lvl6pPr>
            <a:lvl7pPr marL="2742926" indent="0">
              <a:buNone/>
              <a:defRPr sz="1600">
                <a:solidFill>
                  <a:schemeClr val="tx1">
                    <a:tint val="75000"/>
                  </a:schemeClr>
                </a:solidFill>
              </a:defRPr>
            </a:lvl7pPr>
            <a:lvl8pPr marL="3200080" indent="0">
              <a:buNone/>
              <a:defRPr sz="1600">
                <a:solidFill>
                  <a:schemeClr val="tx1">
                    <a:tint val="75000"/>
                  </a:schemeClr>
                </a:solidFill>
              </a:defRPr>
            </a:lvl8pPr>
            <a:lvl9pPr marL="3657234" indent="0">
              <a:buNone/>
              <a:defRPr sz="16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0037789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091" y="1826048"/>
            <a:ext cx="5180926" cy="4352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1396" y="1826048"/>
            <a:ext cx="5180926" cy="4352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CF679DC-1CB2-4046-A797-EAD7F6282612}" type="datetime1">
              <a:rPr lang="en-US" smtClean="0"/>
              <a:pPr/>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EEA229-0096-49BD-81C1-58B039421B74}" type="slidenum">
              <a:rPr lang="en-US" smtClean="0"/>
              <a:pPr/>
              <a:t>‹#›</a:t>
            </a:fld>
            <a:endParaRPr lang="en-US"/>
          </a:p>
        </p:txBody>
      </p:sp>
    </p:spTree>
    <p:extLst>
      <p:ext uri="{BB962C8B-B14F-4D97-AF65-F5344CB8AC3E}">
        <p14:creationId xmlns:p14="http://schemas.microsoft.com/office/powerpoint/2010/main" val="4159354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679" y="365210"/>
            <a:ext cx="10514231" cy="1325870"/>
          </a:xfrm>
        </p:spPr>
        <p:txBody>
          <a:bodyPr/>
          <a:lstStyle/>
          <a:p>
            <a:r>
              <a:rPr lang="en-US"/>
              <a:t>Click to edit Master title style</a:t>
            </a:r>
          </a:p>
        </p:txBody>
      </p:sp>
      <p:sp>
        <p:nvSpPr>
          <p:cNvPr id="3" name="Text Placeholder 2"/>
          <p:cNvSpPr>
            <a:spLocks noGrp="1"/>
          </p:cNvSpPr>
          <p:nvPr>
            <p:ph type="body" idx="1"/>
          </p:nvPr>
        </p:nvSpPr>
        <p:spPr>
          <a:xfrm>
            <a:off x="839679" y="1681552"/>
            <a:ext cx="5157116" cy="824103"/>
          </a:xfrm>
        </p:spPr>
        <p:txBody>
          <a:bodyPr anchor="b"/>
          <a:lstStyle>
            <a:lvl1pPr marL="0" indent="0">
              <a:buNone/>
              <a:defRPr sz="2400" b="1"/>
            </a:lvl1pPr>
            <a:lvl2pPr marL="457154" indent="0">
              <a:buNone/>
              <a:defRPr sz="2000" b="1"/>
            </a:lvl2pPr>
            <a:lvl3pPr marL="914309" indent="0">
              <a:buNone/>
              <a:defRPr sz="1800" b="1"/>
            </a:lvl3pPr>
            <a:lvl4pPr marL="1371463" indent="0">
              <a:buNone/>
              <a:defRPr sz="1600" b="1"/>
            </a:lvl4pPr>
            <a:lvl5pPr marL="1828617" indent="0">
              <a:buNone/>
              <a:defRPr sz="1600" b="1"/>
            </a:lvl5pPr>
            <a:lvl6pPr marL="2285771" indent="0">
              <a:buNone/>
              <a:defRPr sz="1600" b="1"/>
            </a:lvl6pPr>
            <a:lvl7pPr marL="2742926" indent="0">
              <a:buNone/>
              <a:defRPr sz="1600" b="1"/>
            </a:lvl7pPr>
            <a:lvl8pPr marL="3200080" indent="0">
              <a:buNone/>
              <a:defRPr sz="1600" b="1"/>
            </a:lvl8pPr>
            <a:lvl9pPr marL="3657234" indent="0">
              <a:buNone/>
              <a:defRPr sz="1600" b="1"/>
            </a:lvl9pPr>
          </a:lstStyle>
          <a:p>
            <a:pPr lvl="0"/>
            <a:r>
              <a:rPr lang="en-US"/>
              <a:t>Click to edit Master text styles</a:t>
            </a:r>
          </a:p>
        </p:txBody>
      </p:sp>
      <p:sp>
        <p:nvSpPr>
          <p:cNvPr id="4" name="Content Placeholder 3"/>
          <p:cNvSpPr>
            <a:spLocks noGrp="1"/>
          </p:cNvSpPr>
          <p:nvPr>
            <p:ph sz="half" idx="2"/>
          </p:nvPr>
        </p:nvSpPr>
        <p:spPr>
          <a:xfrm>
            <a:off x="839679" y="2505655"/>
            <a:ext cx="5157116" cy="3685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1397" y="1681552"/>
            <a:ext cx="5182513" cy="824103"/>
          </a:xfrm>
        </p:spPr>
        <p:txBody>
          <a:bodyPr anchor="b"/>
          <a:lstStyle>
            <a:lvl1pPr marL="0" indent="0">
              <a:buNone/>
              <a:defRPr sz="2400" b="1"/>
            </a:lvl1pPr>
            <a:lvl2pPr marL="457154" indent="0">
              <a:buNone/>
              <a:defRPr sz="2000" b="1"/>
            </a:lvl2pPr>
            <a:lvl3pPr marL="914309" indent="0">
              <a:buNone/>
              <a:defRPr sz="1800" b="1"/>
            </a:lvl3pPr>
            <a:lvl4pPr marL="1371463" indent="0">
              <a:buNone/>
              <a:defRPr sz="1600" b="1"/>
            </a:lvl4pPr>
            <a:lvl5pPr marL="1828617" indent="0">
              <a:buNone/>
              <a:defRPr sz="1600" b="1"/>
            </a:lvl5pPr>
            <a:lvl6pPr marL="2285771" indent="0">
              <a:buNone/>
              <a:defRPr sz="1600" b="1"/>
            </a:lvl6pPr>
            <a:lvl7pPr marL="2742926" indent="0">
              <a:buNone/>
              <a:defRPr sz="1600" b="1"/>
            </a:lvl7pPr>
            <a:lvl8pPr marL="3200080" indent="0">
              <a:buNone/>
              <a:defRPr sz="1600" b="1"/>
            </a:lvl8pPr>
            <a:lvl9pPr marL="365723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1397" y="2505655"/>
            <a:ext cx="5182513" cy="3685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7F02CD7-7FBB-4A2A-8368-9DED15ED7385}" type="datetime1">
              <a:rPr lang="en-US" smtClean="0"/>
              <a:pPr/>
              <a:t>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EEA229-0096-49BD-81C1-58B039421B74}" type="slidenum">
              <a:rPr lang="en-US" smtClean="0"/>
              <a:pPr/>
              <a:t>‹#›</a:t>
            </a:fld>
            <a:endParaRPr lang="en-US"/>
          </a:p>
        </p:txBody>
      </p:sp>
    </p:spTree>
    <p:extLst>
      <p:ext uri="{BB962C8B-B14F-4D97-AF65-F5344CB8AC3E}">
        <p14:creationId xmlns:p14="http://schemas.microsoft.com/office/powerpoint/2010/main" val="3625588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6948A61-F122-4A38-8B2B-5605881FB769}" type="datetime1">
              <a:rPr lang="en-US" smtClean="0"/>
              <a:pPr/>
              <a:t>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EEA229-0096-49BD-81C1-58B039421B74}" type="slidenum">
              <a:rPr lang="en-US" smtClean="0"/>
              <a:pPr/>
              <a:t>‹#›</a:t>
            </a:fld>
            <a:endParaRPr lang="en-US"/>
          </a:p>
        </p:txBody>
      </p:sp>
    </p:spTree>
    <p:extLst>
      <p:ext uri="{BB962C8B-B14F-4D97-AF65-F5344CB8AC3E}">
        <p14:creationId xmlns:p14="http://schemas.microsoft.com/office/powerpoint/2010/main" val="2696106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51AD3F-A3B5-4A24-A448-7EAB2C16914A}" type="datetime1">
              <a:rPr lang="en-US" smtClean="0"/>
              <a:pPr/>
              <a:t>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EEA229-0096-49BD-81C1-58B039421B74}" type="slidenum">
              <a:rPr lang="en-US" smtClean="0"/>
              <a:pPr/>
              <a:t>‹#›</a:t>
            </a:fld>
            <a:endParaRPr lang="en-US"/>
          </a:p>
        </p:txBody>
      </p:sp>
    </p:spTree>
    <p:extLst>
      <p:ext uri="{BB962C8B-B14F-4D97-AF65-F5344CB8AC3E}">
        <p14:creationId xmlns:p14="http://schemas.microsoft.com/office/powerpoint/2010/main" val="3721870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679" y="457306"/>
            <a:ext cx="3931725" cy="1600571"/>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2513" y="987654"/>
            <a:ext cx="6171397" cy="487475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679" y="2057876"/>
            <a:ext cx="3931725" cy="3812471"/>
          </a:xfrm>
        </p:spPr>
        <p:txBody>
          <a:bodyPr/>
          <a:lstStyle>
            <a:lvl1pPr marL="0" indent="0">
              <a:buNone/>
              <a:defRPr sz="1600"/>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644894-21A8-4425-9305-E6D5793453B0}" type="datetime1">
              <a:rPr lang="en-US" smtClean="0"/>
              <a:pPr/>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EEA229-0096-49BD-81C1-58B039421B74}" type="slidenum">
              <a:rPr lang="en-US" smtClean="0"/>
              <a:pPr/>
              <a:t>‹#›</a:t>
            </a:fld>
            <a:endParaRPr lang="en-US"/>
          </a:p>
        </p:txBody>
      </p:sp>
    </p:spTree>
    <p:extLst>
      <p:ext uri="{BB962C8B-B14F-4D97-AF65-F5344CB8AC3E}">
        <p14:creationId xmlns:p14="http://schemas.microsoft.com/office/powerpoint/2010/main" val="1449603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679" y="457306"/>
            <a:ext cx="3931725" cy="1600571"/>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2513" y="987654"/>
            <a:ext cx="6171397" cy="4874754"/>
          </a:xfrm>
        </p:spPr>
        <p:txBody>
          <a:bodyPr/>
          <a:lstStyle>
            <a:lvl1pPr marL="0" indent="0">
              <a:buNone/>
              <a:defRPr sz="3200"/>
            </a:lvl1pPr>
            <a:lvl2pPr marL="457154" indent="0">
              <a:buNone/>
              <a:defRPr sz="2800"/>
            </a:lvl2pPr>
            <a:lvl3pPr marL="914309" indent="0">
              <a:buNone/>
              <a:defRPr sz="2400"/>
            </a:lvl3pPr>
            <a:lvl4pPr marL="1371463" indent="0">
              <a:buNone/>
              <a:defRPr sz="2000"/>
            </a:lvl4pPr>
            <a:lvl5pPr marL="1828617" indent="0">
              <a:buNone/>
              <a:defRPr sz="2000"/>
            </a:lvl5pPr>
            <a:lvl6pPr marL="2285771" indent="0">
              <a:buNone/>
              <a:defRPr sz="2000"/>
            </a:lvl6pPr>
            <a:lvl7pPr marL="2742926" indent="0">
              <a:buNone/>
              <a:defRPr sz="2000"/>
            </a:lvl7pPr>
            <a:lvl8pPr marL="3200080" indent="0">
              <a:buNone/>
              <a:defRPr sz="2000"/>
            </a:lvl8pPr>
            <a:lvl9pPr marL="3657234" indent="0">
              <a:buNone/>
              <a:defRPr sz="2000"/>
            </a:lvl9pPr>
          </a:lstStyle>
          <a:p>
            <a:r>
              <a:rPr lang="en-US"/>
              <a:t>Click icon to add picture</a:t>
            </a:r>
          </a:p>
        </p:txBody>
      </p:sp>
      <p:sp>
        <p:nvSpPr>
          <p:cNvPr id="4" name="Text Placeholder 3"/>
          <p:cNvSpPr>
            <a:spLocks noGrp="1"/>
          </p:cNvSpPr>
          <p:nvPr>
            <p:ph type="body" sz="half" idx="2"/>
          </p:nvPr>
        </p:nvSpPr>
        <p:spPr>
          <a:xfrm>
            <a:off x="839679" y="2057876"/>
            <a:ext cx="3931725" cy="3812471"/>
          </a:xfrm>
        </p:spPr>
        <p:txBody>
          <a:bodyPr/>
          <a:lstStyle>
            <a:lvl1pPr marL="0" indent="0">
              <a:buNone/>
              <a:defRPr sz="1600"/>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2896BE-36AB-4DB9-9468-435E24CA2B4A}" type="datetime1">
              <a:rPr lang="en-US" smtClean="0"/>
              <a:pPr/>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EEA229-0096-49BD-81C1-58B039421B74}" type="slidenum">
              <a:rPr lang="en-US" smtClean="0"/>
              <a:pPr/>
              <a:t>‹#›</a:t>
            </a:fld>
            <a:endParaRPr lang="en-US"/>
          </a:p>
        </p:txBody>
      </p:sp>
    </p:spTree>
    <p:extLst>
      <p:ext uri="{BB962C8B-B14F-4D97-AF65-F5344CB8AC3E}">
        <p14:creationId xmlns:p14="http://schemas.microsoft.com/office/powerpoint/2010/main" val="2065879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0BDDE4-5B29-46A6-8AF0-D6B98520D2F8}" type="datetime1">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EEA229-0096-49BD-81C1-58B039421B74}" type="slidenum">
              <a:rPr lang="en-US" smtClean="0"/>
              <a:pPr/>
              <a:t>‹#›</a:t>
            </a:fld>
            <a:endParaRPr lang="en-US"/>
          </a:p>
        </p:txBody>
      </p:sp>
    </p:spTree>
    <p:extLst>
      <p:ext uri="{BB962C8B-B14F-4D97-AF65-F5344CB8AC3E}">
        <p14:creationId xmlns:p14="http://schemas.microsoft.com/office/powerpoint/2010/main" val="4056102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3764" y="365209"/>
            <a:ext cx="2628558" cy="581318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091" y="365209"/>
            <a:ext cx="7733293" cy="58131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BCFEEFC-7C57-49C4-A7B9-6FD40B53D893}" type="datetime1">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EEA229-0096-49BD-81C1-58B039421B74}" type="slidenum">
              <a:rPr lang="en-US" smtClean="0"/>
              <a:pPr/>
              <a:t>‹#›</a:t>
            </a:fld>
            <a:endParaRPr lang="en-US"/>
          </a:p>
        </p:txBody>
      </p:sp>
    </p:spTree>
    <p:extLst>
      <p:ext uri="{BB962C8B-B14F-4D97-AF65-F5344CB8AC3E}">
        <p14:creationId xmlns:p14="http://schemas.microsoft.com/office/powerpoint/2010/main" val="3435863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091" y="365210"/>
            <a:ext cx="10514231" cy="1325870"/>
          </a:xfrm>
          <a:prstGeom prst="rect">
            <a:avLst/>
          </a:prstGeom>
        </p:spPr>
        <p:txBody>
          <a:bodyPr lIns="91438" tIns="45719" rIns="91438" bIns="45719"/>
          <a:lstStyle/>
          <a:p>
            <a:r>
              <a:rPr lang="en-US"/>
              <a:t>Click to edit Master title style</a:t>
            </a:r>
          </a:p>
        </p:txBody>
      </p:sp>
      <p:sp>
        <p:nvSpPr>
          <p:cNvPr id="3" name="Content Placeholder 2"/>
          <p:cNvSpPr>
            <a:spLocks noGrp="1"/>
          </p:cNvSpPr>
          <p:nvPr>
            <p:ph idx="1"/>
          </p:nvPr>
        </p:nvSpPr>
        <p:spPr>
          <a:xfrm>
            <a:off x="838091" y="1826048"/>
            <a:ext cx="10514231" cy="4352346"/>
          </a:xfrm>
          <a:prstGeom prst="rect">
            <a:avLst/>
          </a:prstGeom>
        </p:spPr>
        <p:txBody>
          <a:bodyPr lIns="91438" tIns="45719" rIns="91438" bIns="45719"/>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091" y="6357822"/>
            <a:ext cx="2742843" cy="365210"/>
          </a:xfrm>
          <a:prstGeom prst="rect">
            <a:avLst/>
          </a:prstGeom>
        </p:spPr>
        <p:txBody>
          <a:bodyPr lIns="91438" tIns="45719" rIns="91438" bIns="45719"/>
          <a:lstStyle/>
          <a:p>
            <a:fld id="{512873ED-DF3B-494D-BF99-2ECBFA96567C}" type="datetimeFigureOut">
              <a:rPr lang="en-US" smtClean="0"/>
              <a:pPr/>
              <a:t>2/6/2026</a:t>
            </a:fld>
            <a:endParaRPr lang="en-US"/>
          </a:p>
        </p:txBody>
      </p:sp>
      <p:sp>
        <p:nvSpPr>
          <p:cNvPr id="5" name="Footer Placeholder 4"/>
          <p:cNvSpPr>
            <a:spLocks noGrp="1"/>
          </p:cNvSpPr>
          <p:nvPr>
            <p:ph type="ftr" sz="quarter" idx="11"/>
          </p:nvPr>
        </p:nvSpPr>
        <p:spPr>
          <a:xfrm>
            <a:off x="4038075" y="6357822"/>
            <a:ext cx="4114264" cy="365210"/>
          </a:xfrm>
          <a:prstGeom prst="rect">
            <a:avLst/>
          </a:prstGeom>
        </p:spPr>
        <p:txBody>
          <a:bodyPr lIns="91438" tIns="45719" rIns="91438" bIns="45719"/>
          <a:lstStyle/>
          <a:p>
            <a:endParaRPr lang="en-US"/>
          </a:p>
        </p:txBody>
      </p:sp>
      <p:sp>
        <p:nvSpPr>
          <p:cNvPr id="6" name="Slide Number Placeholder 5"/>
          <p:cNvSpPr>
            <a:spLocks noGrp="1"/>
          </p:cNvSpPr>
          <p:nvPr>
            <p:ph type="sldNum" sz="quarter" idx="12"/>
          </p:nvPr>
        </p:nvSpPr>
        <p:spPr>
          <a:xfrm>
            <a:off x="8609479" y="6357822"/>
            <a:ext cx="2742843" cy="365210"/>
          </a:xfrm>
          <a:prstGeom prst="rect">
            <a:avLst/>
          </a:prstGeom>
        </p:spPr>
        <p:txBody>
          <a:bodyPr lIns="91438" tIns="45719" rIns="91438" bIns="45719"/>
          <a:lstStyle/>
          <a:p>
            <a:fld id="{AFAE7594-EF9C-41AE-8A37-1D24ED296AB7}" type="slidenum">
              <a:rPr lang="en-US" smtClean="0"/>
              <a:pPr/>
              <a:t>‹#›</a:t>
            </a:fld>
            <a:endParaRPr lang="en-US"/>
          </a:p>
        </p:txBody>
      </p:sp>
    </p:spTree>
    <p:extLst>
      <p:ext uri="{BB962C8B-B14F-4D97-AF65-F5344CB8AC3E}">
        <p14:creationId xmlns:p14="http://schemas.microsoft.com/office/powerpoint/2010/main" val="3950184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4"/>
            </p:custDataLst>
            <p:extLst>
              <p:ext uri="{D42A27DB-BD31-4B8C-83A1-F6EECF244321}">
                <p14:modId xmlns:p14="http://schemas.microsoft.com/office/powerpoint/2010/main" val="349546884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15" imgW="360" imgH="360" progId="">
                  <p:embed/>
                </p:oleObj>
              </mc:Choice>
              <mc:Fallback>
                <p:oleObj name="think-cell Slide" r:id="rId15" imgW="360" imgH="360" progId="">
                  <p:embed/>
                  <p:pic>
                    <p:nvPicPr>
                      <p:cNvPr id="0" name="Picture 32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nvPr>
        </p:nvSpPr>
        <p:spPr>
          <a:xfrm>
            <a:off x="838091" y="365210"/>
            <a:ext cx="10514231" cy="132587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091" y="1826048"/>
            <a:ext cx="10514231" cy="435234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091" y="6357822"/>
            <a:ext cx="2742843" cy="365210"/>
          </a:xfrm>
          <a:prstGeom prst="rect">
            <a:avLst/>
          </a:prstGeom>
        </p:spPr>
        <p:txBody>
          <a:bodyPr vert="horz" lIns="91440" tIns="45720" rIns="91440" bIns="45720" rtlCol="0" anchor="ctr"/>
          <a:lstStyle>
            <a:lvl1pPr algn="l">
              <a:defRPr sz="1200">
                <a:solidFill>
                  <a:schemeClr val="tx1">
                    <a:tint val="75000"/>
                  </a:schemeClr>
                </a:solidFill>
              </a:defRPr>
            </a:lvl1pPr>
          </a:lstStyle>
          <a:p>
            <a:fld id="{94182B25-0756-4DFE-9698-0F9202B8DC3F}" type="datetime1">
              <a:rPr lang="en-US" smtClean="0"/>
              <a:pPr/>
              <a:t>2/6/2026</a:t>
            </a:fld>
            <a:endParaRPr lang="en-US"/>
          </a:p>
        </p:txBody>
      </p:sp>
      <p:sp>
        <p:nvSpPr>
          <p:cNvPr id="5" name="Footer Placeholder 4"/>
          <p:cNvSpPr>
            <a:spLocks noGrp="1"/>
          </p:cNvSpPr>
          <p:nvPr>
            <p:ph type="ftr" sz="quarter" idx="3"/>
          </p:nvPr>
        </p:nvSpPr>
        <p:spPr>
          <a:xfrm>
            <a:off x="4038075" y="6357822"/>
            <a:ext cx="4114264" cy="36521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09479" y="6357822"/>
            <a:ext cx="2742843" cy="365210"/>
          </a:xfrm>
          <a:prstGeom prst="rect">
            <a:avLst/>
          </a:prstGeom>
        </p:spPr>
        <p:txBody>
          <a:bodyPr vert="horz" lIns="91440" tIns="45720" rIns="91440" bIns="45720" rtlCol="0" anchor="ctr"/>
          <a:lstStyle>
            <a:lvl1pPr algn="r">
              <a:defRPr sz="1200">
                <a:solidFill>
                  <a:schemeClr val="tx1">
                    <a:tint val="75000"/>
                  </a:schemeClr>
                </a:solidFill>
              </a:defRPr>
            </a:lvl1pPr>
          </a:lstStyle>
          <a:p>
            <a:fld id="{B1EEA229-0096-49BD-81C1-58B039421B74}" type="slidenum">
              <a:rPr lang="en-US" smtClean="0"/>
              <a:pPr/>
              <a:t>‹#›</a:t>
            </a:fld>
            <a:endParaRPr lang="en-US"/>
          </a:p>
        </p:txBody>
      </p:sp>
    </p:spTree>
    <p:extLst>
      <p:ext uri="{BB962C8B-B14F-4D97-AF65-F5344CB8AC3E}">
        <p14:creationId xmlns:p14="http://schemas.microsoft.com/office/powerpoint/2010/main" val="12943624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p:txStyles>
    <p:titleStyle>
      <a:lvl1pPr algn="l" defTabSz="914309"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77" indent="-228577" algn="l" defTabSz="914309"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31" indent="-228577" algn="l" defTabSz="914309"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886" indent="-228577" algn="l" defTabSz="914309"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40"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194"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349"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09" rtl="0" eaLnBrk="1" latinLnBrk="0" hangingPunct="1">
        <a:defRPr sz="1800" kern="1200">
          <a:solidFill>
            <a:schemeClr val="tx1"/>
          </a:solidFill>
          <a:latin typeface="+mn-lt"/>
          <a:ea typeface="+mn-ea"/>
          <a:cs typeface="+mn-cs"/>
        </a:defRPr>
      </a:lvl1pPr>
      <a:lvl2pPr marL="457154" algn="l" defTabSz="914309" rtl="0" eaLnBrk="1" latinLnBrk="0" hangingPunct="1">
        <a:defRPr sz="1800" kern="1200">
          <a:solidFill>
            <a:schemeClr val="tx1"/>
          </a:solidFill>
          <a:latin typeface="+mn-lt"/>
          <a:ea typeface="+mn-ea"/>
          <a:cs typeface="+mn-cs"/>
        </a:defRPr>
      </a:lvl2pPr>
      <a:lvl3pPr marL="914309" algn="l" defTabSz="914309" rtl="0" eaLnBrk="1" latinLnBrk="0" hangingPunct="1">
        <a:defRPr sz="1800" kern="1200">
          <a:solidFill>
            <a:schemeClr val="tx1"/>
          </a:solidFill>
          <a:latin typeface="+mn-lt"/>
          <a:ea typeface="+mn-ea"/>
          <a:cs typeface="+mn-cs"/>
        </a:defRPr>
      </a:lvl3pPr>
      <a:lvl4pPr marL="1371463" algn="l" defTabSz="914309" rtl="0" eaLnBrk="1" latinLnBrk="0" hangingPunct="1">
        <a:defRPr sz="1800" kern="1200">
          <a:solidFill>
            <a:schemeClr val="tx1"/>
          </a:solidFill>
          <a:latin typeface="+mn-lt"/>
          <a:ea typeface="+mn-ea"/>
          <a:cs typeface="+mn-cs"/>
        </a:defRPr>
      </a:lvl4pPr>
      <a:lvl5pPr marL="1828617" algn="l" defTabSz="914309" rtl="0" eaLnBrk="1" latinLnBrk="0" hangingPunct="1">
        <a:defRPr sz="1800" kern="1200">
          <a:solidFill>
            <a:schemeClr val="tx1"/>
          </a:solidFill>
          <a:latin typeface="+mn-lt"/>
          <a:ea typeface="+mn-ea"/>
          <a:cs typeface="+mn-cs"/>
        </a:defRPr>
      </a:lvl5pPr>
      <a:lvl6pPr marL="2285771" algn="l" defTabSz="914309" rtl="0" eaLnBrk="1" latinLnBrk="0" hangingPunct="1">
        <a:defRPr sz="1800" kern="1200">
          <a:solidFill>
            <a:schemeClr val="tx1"/>
          </a:solidFill>
          <a:latin typeface="+mn-lt"/>
          <a:ea typeface="+mn-ea"/>
          <a:cs typeface="+mn-cs"/>
        </a:defRPr>
      </a:lvl6pPr>
      <a:lvl7pPr marL="2742926" algn="l" defTabSz="914309" rtl="0" eaLnBrk="1" latinLnBrk="0" hangingPunct="1">
        <a:defRPr sz="1800" kern="1200">
          <a:solidFill>
            <a:schemeClr val="tx1"/>
          </a:solidFill>
          <a:latin typeface="+mn-lt"/>
          <a:ea typeface="+mn-ea"/>
          <a:cs typeface="+mn-cs"/>
        </a:defRPr>
      </a:lvl7pPr>
      <a:lvl8pPr marL="3200080" algn="l" defTabSz="914309" rtl="0" eaLnBrk="1" latinLnBrk="0" hangingPunct="1">
        <a:defRPr sz="1800" kern="1200">
          <a:solidFill>
            <a:schemeClr val="tx1"/>
          </a:solidFill>
          <a:latin typeface="+mn-lt"/>
          <a:ea typeface="+mn-ea"/>
          <a:cs typeface="+mn-cs"/>
        </a:defRPr>
      </a:lvl8pPr>
      <a:lvl9pPr marL="3657234" algn="l" defTabSz="91430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jpeg"/></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jpeg"/></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jpeg"/></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358"/>
            <a:ext cx="12190413" cy="6859588"/>
          </a:xfrm>
          <a:prstGeom prst="rect">
            <a:avLst/>
          </a:prstGeom>
          <a:solidFill>
            <a:schemeClr val="bg1">
              <a:lumMod val="75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en-US" dirty="0"/>
          </a:p>
        </p:txBody>
      </p:sp>
      <p:sp>
        <p:nvSpPr>
          <p:cNvPr id="42" name="Freeform 78"/>
          <p:cNvSpPr>
            <a:spLocks/>
          </p:cNvSpPr>
          <p:nvPr/>
        </p:nvSpPr>
        <p:spPr bwMode="auto">
          <a:xfrm rot="16200000" flipH="1" flipV="1">
            <a:off x="11737046" y="2823783"/>
            <a:ext cx="583288" cy="323449"/>
          </a:xfrm>
          <a:custGeom>
            <a:avLst/>
            <a:gdLst>
              <a:gd name="T0" fmla="*/ 0 w 402"/>
              <a:gd name="T1" fmla="*/ 0 h 223"/>
              <a:gd name="T2" fmla="*/ 402 w 402"/>
              <a:gd name="T3" fmla="*/ 223 h 223"/>
              <a:gd name="T4" fmla="*/ 402 w 402"/>
              <a:gd name="T5" fmla="*/ 0 h 223"/>
              <a:gd name="T6" fmla="*/ 0 w 402"/>
              <a:gd name="T7" fmla="*/ 0 h 223"/>
            </a:gdLst>
            <a:ahLst/>
            <a:cxnLst>
              <a:cxn ang="0">
                <a:pos x="T0" y="T1"/>
              </a:cxn>
              <a:cxn ang="0">
                <a:pos x="T2" y="T3"/>
              </a:cxn>
              <a:cxn ang="0">
                <a:pos x="T4" y="T5"/>
              </a:cxn>
              <a:cxn ang="0">
                <a:pos x="T6" y="T7"/>
              </a:cxn>
            </a:cxnLst>
            <a:rect l="0" t="0" r="r" b="b"/>
            <a:pathLst>
              <a:path w="402" h="223">
                <a:moveTo>
                  <a:pt x="0" y="0"/>
                </a:moveTo>
                <a:lnTo>
                  <a:pt x="402" y="223"/>
                </a:lnTo>
                <a:lnTo>
                  <a:pt x="402" y="0"/>
                </a:lnTo>
                <a:lnTo>
                  <a:pt x="0" y="0"/>
                </a:lnTo>
                <a:close/>
              </a:path>
            </a:pathLst>
          </a:custGeom>
          <a:solidFill>
            <a:srgbClr val="14405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43" name="Freeform 79"/>
          <p:cNvSpPr>
            <a:spLocks/>
          </p:cNvSpPr>
          <p:nvPr/>
        </p:nvSpPr>
        <p:spPr bwMode="auto">
          <a:xfrm rot="16200000" flipH="1" flipV="1">
            <a:off x="11562990" y="3247526"/>
            <a:ext cx="597798" cy="657050"/>
          </a:xfrm>
          <a:custGeom>
            <a:avLst/>
            <a:gdLst>
              <a:gd name="T0" fmla="*/ 402 w 412"/>
              <a:gd name="T1" fmla="*/ 0 h 453"/>
              <a:gd name="T2" fmla="*/ 0 w 412"/>
              <a:gd name="T3" fmla="*/ 223 h 453"/>
              <a:gd name="T4" fmla="*/ 412 w 412"/>
              <a:gd name="T5" fmla="*/ 453 h 453"/>
              <a:gd name="T6" fmla="*/ 412 w 412"/>
              <a:gd name="T7" fmla="*/ 0 h 453"/>
              <a:gd name="T8" fmla="*/ 402 w 412"/>
              <a:gd name="T9" fmla="*/ 0 h 453"/>
            </a:gdLst>
            <a:ahLst/>
            <a:cxnLst>
              <a:cxn ang="0">
                <a:pos x="T0" y="T1"/>
              </a:cxn>
              <a:cxn ang="0">
                <a:pos x="T2" y="T3"/>
              </a:cxn>
              <a:cxn ang="0">
                <a:pos x="T4" y="T5"/>
              </a:cxn>
              <a:cxn ang="0">
                <a:pos x="T6" y="T7"/>
              </a:cxn>
              <a:cxn ang="0">
                <a:pos x="T8" y="T9"/>
              </a:cxn>
            </a:cxnLst>
            <a:rect l="0" t="0" r="r" b="b"/>
            <a:pathLst>
              <a:path w="412" h="453">
                <a:moveTo>
                  <a:pt x="402" y="0"/>
                </a:moveTo>
                <a:lnTo>
                  <a:pt x="0" y="223"/>
                </a:lnTo>
                <a:lnTo>
                  <a:pt x="412" y="453"/>
                </a:lnTo>
                <a:lnTo>
                  <a:pt x="412" y="0"/>
                </a:lnTo>
                <a:lnTo>
                  <a:pt x="402" y="0"/>
                </a:lnTo>
                <a:close/>
              </a:path>
            </a:pathLst>
          </a:custGeom>
          <a:solidFill>
            <a:srgbClr val="14405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44" name="Freeform 80"/>
          <p:cNvSpPr>
            <a:spLocks/>
          </p:cNvSpPr>
          <p:nvPr/>
        </p:nvSpPr>
        <p:spPr bwMode="auto">
          <a:xfrm rot="16200000" flipH="1" flipV="1">
            <a:off x="11737046" y="3407071"/>
            <a:ext cx="583288" cy="323449"/>
          </a:xfrm>
          <a:custGeom>
            <a:avLst/>
            <a:gdLst>
              <a:gd name="T0" fmla="*/ 0 w 402"/>
              <a:gd name="T1" fmla="*/ 0 h 223"/>
              <a:gd name="T2" fmla="*/ 0 w 402"/>
              <a:gd name="T3" fmla="*/ 223 h 223"/>
              <a:gd name="T4" fmla="*/ 402 w 402"/>
              <a:gd name="T5" fmla="*/ 0 h 223"/>
              <a:gd name="T6" fmla="*/ 0 w 402"/>
              <a:gd name="T7" fmla="*/ 0 h 223"/>
            </a:gdLst>
            <a:ahLst/>
            <a:cxnLst>
              <a:cxn ang="0">
                <a:pos x="T0" y="T1"/>
              </a:cxn>
              <a:cxn ang="0">
                <a:pos x="T2" y="T3"/>
              </a:cxn>
              <a:cxn ang="0">
                <a:pos x="T4" y="T5"/>
              </a:cxn>
              <a:cxn ang="0">
                <a:pos x="T6" y="T7"/>
              </a:cxn>
            </a:cxnLst>
            <a:rect l="0" t="0" r="r" b="b"/>
            <a:pathLst>
              <a:path w="402" h="223">
                <a:moveTo>
                  <a:pt x="0" y="0"/>
                </a:moveTo>
                <a:lnTo>
                  <a:pt x="0" y="223"/>
                </a:lnTo>
                <a:lnTo>
                  <a:pt x="402" y="0"/>
                </a:lnTo>
                <a:lnTo>
                  <a:pt x="0" y="0"/>
                </a:lnTo>
                <a:close/>
              </a:path>
            </a:pathLst>
          </a:custGeom>
          <a:solidFill>
            <a:srgbClr val="2980B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45" name="Freeform 81"/>
          <p:cNvSpPr>
            <a:spLocks/>
          </p:cNvSpPr>
          <p:nvPr/>
        </p:nvSpPr>
        <p:spPr bwMode="auto">
          <a:xfrm rot="16200000" flipH="1" flipV="1">
            <a:off x="11563716" y="3844600"/>
            <a:ext cx="596347" cy="657050"/>
          </a:xfrm>
          <a:custGeom>
            <a:avLst/>
            <a:gdLst>
              <a:gd name="T0" fmla="*/ 0 w 411"/>
              <a:gd name="T1" fmla="*/ 0 h 453"/>
              <a:gd name="T2" fmla="*/ 0 w 411"/>
              <a:gd name="T3" fmla="*/ 453 h 453"/>
              <a:gd name="T4" fmla="*/ 411 w 411"/>
              <a:gd name="T5" fmla="*/ 223 h 453"/>
              <a:gd name="T6" fmla="*/ 9 w 411"/>
              <a:gd name="T7" fmla="*/ 0 h 453"/>
              <a:gd name="T8" fmla="*/ 0 w 411"/>
              <a:gd name="T9" fmla="*/ 0 h 453"/>
            </a:gdLst>
            <a:ahLst/>
            <a:cxnLst>
              <a:cxn ang="0">
                <a:pos x="T0" y="T1"/>
              </a:cxn>
              <a:cxn ang="0">
                <a:pos x="T2" y="T3"/>
              </a:cxn>
              <a:cxn ang="0">
                <a:pos x="T4" y="T5"/>
              </a:cxn>
              <a:cxn ang="0">
                <a:pos x="T6" y="T7"/>
              </a:cxn>
              <a:cxn ang="0">
                <a:pos x="T8" y="T9"/>
              </a:cxn>
            </a:cxnLst>
            <a:rect l="0" t="0" r="r" b="b"/>
            <a:pathLst>
              <a:path w="411" h="453">
                <a:moveTo>
                  <a:pt x="0" y="0"/>
                </a:moveTo>
                <a:lnTo>
                  <a:pt x="0" y="453"/>
                </a:lnTo>
                <a:lnTo>
                  <a:pt x="411" y="223"/>
                </a:lnTo>
                <a:lnTo>
                  <a:pt x="9" y="0"/>
                </a:lnTo>
                <a:lnTo>
                  <a:pt x="0" y="0"/>
                </a:lnTo>
                <a:close/>
              </a:path>
            </a:pathLst>
          </a:custGeom>
          <a:solidFill>
            <a:srgbClr val="2980B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46" name="Freeform 82"/>
          <p:cNvSpPr>
            <a:spLocks/>
          </p:cNvSpPr>
          <p:nvPr/>
        </p:nvSpPr>
        <p:spPr bwMode="auto">
          <a:xfrm rot="16200000" flipH="1" flipV="1">
            <a:off x="11236641" y="4438772"/>
            <a:ext cx="597798" cy="662852"/>
          </a:xfrm>
          <a:custGeom>
            <a:avLst/>
            <a:gdLst>
              <a:gd name="T0" fmla="*/ 0 w 412"/>
              <a:gd name="T1" fmla="*/ 0 h 457"/>
              <a:gd name="T2" fmla="*/ 412 w 412"/>
              <a:gd name="T3" fmla="*/ 230 h 457"/>
              <a:gd name="T4" fmla="*/ 0 w 412"/>
              <a:gd name="T5" fmla="*/ 457 h 457"/>
              <a:gd name="T6" fmla="*/ 0 w 412"/>
              <a:gd name="T7" fmla="*/ 0 h 457"/>
            </a:gdLst>
            <a:ahLst/>
            <a:cxnLst>
              <a:cxn ang="0">
                <a:pos x="T0" y="T1"/>
              </a:cxn>
              <a:cxn ang="0">
                <a:pos x="T2" y="T3"/>
              </a:cxn>
              <a:cxn ang="0">
                <a:pos x="T4" y="T5"/>
              </a:cxn>
              <a:cxn ang="0">
                <a:pos x="T6" y="T7"/>
              </a:cxn>
            </a:cxnLst>
            <a:rect l="0" t="0" r="r" b="b"/>
            <a:pathLst>
              <a:path w="412" h="457">
                <a:moveTo>
                  <a:pt x="0" y="0"/>
                </a:moveTo>
                <a:lnTo>
                  <a:pt x="412" y="230"/>
                </a:lnTo>
                <a:lnTo>
                  <a:pt x="0" y="457"/>
                </a:lnTo>
                <a:lnTo>
                  <a:pt x="0" y="0"/>
                </a:lnTo>
                <a:close/>
              </a:path>
            </a:pathLst>
          </a:custGeom>
          <a:solidFill>
            <a:schemeClr val="accent1">
              <a:lumMod val="20000"/>
              <a:lumOff val="80000"/>
            </a:scheme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47" name="Freeform 83"/>
          <p:cNvSpPr>
            <a:spLocks/>
          </p:cNvSpPr>
          <p:nvPr/>
        </p:nvSpPr>
        <p:spPr bwMode="auto">
          <a:xfrm rot="16200000" flipH="1" flipV="1">
            <a:off x="11562990" y="4441673"/>
            <a:ext cx="597798" cy="657050"/>
          </a:xfrm>
          <a:custGeom>
            <a:avLst/>
            <a:gdLst>
              <a:gd name="T0" fmla="*/ 402 w 412"/>
              <a:gd name="T1" fmla="*/ 0 h 453"/>
              <a:gd name="T2" fmla="*/ 0 w 412"/>
              <a:gd name="T3" fmla="*/ 223 h 453"/>
              <a:gd name="T4" fmla="*/ 412 w 412"/>
              <a:gd name="T5" fmla="*/ 453 h 453"/>
              <a:gd name="T6" fmla="*/ 412 w 412"/>
              <a:gd name="T7" fmla="*/ 0 h 453"/>
              <a:gd name="T8" fmla="*/ 402 w 412"/>
              <a:gd name="T9" fmla="*/ 0 h 453"/>
            </a:gdLst>
            <a:ahLst/>
            <a:cxnLst>
              <a:cxn ang="0">
                <a:pos x="T0" y="T1"/>
              </a:cxn>
              <a:cxn ang="0">
                <a:pos x="T2" y="T3"/>
              </a:cxn>
              <a:cxn ang="0">
                <a:pos x="T4" y="T5"/>
              </a:cxn>
              <a:cxn ang="0">
                <a:pos x="T6" y="T7"/>
              </a:cxn>
              <a:cxn ang="0">
                <a:pos x="T8" y="T9"/>
              </a:cxn>
            </a:cxnLst>
            <a:rect l="0" t="0" r="r" b="b"/>
            <a:pathLst>
              <a:path w="412" h="453">
                <a:moveTo>
                  <a:pt x="402" y="0"/>
                </a:moveTo>
                <a:lnTo>
                  <a:pt x="0" y="223"/>
                </a:lnTo>
                <a:lnTo>
                  <a:pt x="412" y="453"/>
                </a:lnTo>
                <a:lnTo>
                  <a:pt x="412" y="0"/>
                </a:lnTo>
                <a:lnTo>
                  <a:pt x="402" y="0"/>
                </a:lnTo>
                <a:close/>
              </a:path>
            </a:pathLst>
          </a:custGeom>
          <a:solidFill>
            <a:srgbClr val="A2CEE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48" name="Freeform 84"/>
          <p:cNvSpPr>
            <a:spLocks/>
          </p:cNvSpPr>
          <p:nvPr/>
        </p:nvSpPr>
        <p:spPr bwMode="auto">
          <a:xfrm rot="16200000" flipH="1" flipV="1">
            <a:off x="11737046" y="4601218"/>
            <a:ext cx="583288" cy="323449"/>
          </a:xfrm>
          <a:custGeom>
            <a:avLst/>
            <a:gdLst>
              <a:gd name="T0" fmla="*/ 0 w 402"/>
              <a:gd name="T1" fmla="*/ 0 h 223"/>
              <a:gd name="T2" fmla="*/ 0 w 402"/>
              <a:gd name="T3" fmla="*/ 223 h 223"/>
              <a:gd name="T4" fmla="*/ 402 w 402"/>
              <a:gd name="T5" fmla="*/ 0 h 223"/>
              <a:gd name="T6" fmla="*/ 0 w 402"/>
              <a:gd name="T7" fmla="*/ 0 h 223"/>
            </a:gdLst>
            <a:ahLst/>
            <a:cxnLst>
              <a:cxn ang="0">
                <a:pos x="T0" y="T1"/>
              </a:cxn>
              <a:cxn ang="0">
                <a:pos x="T2" y="T3"/>
              </a:cxn>
              <a:cxn ang="0">
                <a:pos x="T4" y="T5"/>
              </a:cxn>
              <a:cxn ang="0">
                <a:pos x="T6" y="T7"/>
              </a:cxn>
            </a:cxnLst>
            <a:rect l="0" t="0" r="r" b="b"/>
            <a:pathLst>
              <a:path w="402" h="223">
                <a:moveTo>
                  <a:pt x="0" y="0"/>
                </a:moveTo>
                <a:lnTo>
                  <a:pt x="0" y="223"/>
                </a:lnTo>
                <a:lnTo>
                  <a:pt x="402" y="0"/>
                </a:lnTo>
                <a:lnTo>
                  <a:pt x="0" y="0"/>
                </a:lnTo>
                <a:close/>
              </a:path>
            </a:pathLst>
          </a:custGeom>
          <a:solidFill>
            <a:srgbClr val="14405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49" name="Freeform 85"/>
          <p:cNvSpPr>
            <a:spLocks/>
          </p:cNvSpPr>
          <p:nvPr/>
        </p:nvSpPr>
        <p:spPr bwMode="auto">
          <a:xfrm rot="16200000" flipH="1" flipV="1">
            <a:off x="10573790" y="5035119"/>
            <a:ext cx="596347" cy="664303"/>
          </a:xfrm>
          <a:custGeom>
            <a:avLst/>
            <a:gdLst>
              <a:gd name="T0" fmla="*/ 411 w 411"/>
              <a:gd name="T1" fmla="*/ 458 h 458"/>
              <a:gd name="T2" fmla="*/ 0 w 411"/>
              <a:gd name="T3" fmla="*/ 230 h 458"/>
              <a:gd name="T4" fmla="*/ 411 w 411"/>
              <a:gd name="T5" fmla="*/ 0 h 458"/>
              <a:gd name="T6" fmla="*/ 411 w 411"/>
              <a:gd name="T7" fmla="*/ 458 h 458"/>
            </a:gdLst>
            <a:ahLst/>
            <a:cxnLst>
              <a:cxn ang="0">
                <a:pos x="T0" y="T1"/>
              </a:cxn>
              <a:cxn ang="0">
                <a:pos x="T2" y="T3"/>
              </a:cxn>
              <a:cxn ang="0">
                <a:pos x="T4" y="T5"/>
              </a:cxn>
              <a:cxn ang="0">
                <a:pos x="T6" y="T7"/>
              </a:cxn>
            </a:cxnLst>
            <a:rect l="0" t="0" r="r" b="b"/>
            <a:pathLst>
              <a:path w="411" h="458">
                <a:moveTo>
                  <a:pt x="411" y="458"/>
                </a:moveTo>
                <a:lnTo>
                  <a:pt x="0" y="230"/>
                </a:lnTo>
                <a:lnTo>
                  <a:pt x="411" y="0"/>
                </a:lnTo>
                <a:lnTo>
                  <a:pt x="411" y="458"/>
                </a:lnTo>
                <a:close/>
              </a:path>
            </a:pathLst>
          </a:custGeom>
          <a:solidFill>
            <a:srgbClr val="2980B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50" name="Freeform 86"/>
          <p:cNvSpPr>
            <a:spLocks/>
          </p:cNvSpPr>
          <p:nvPr/>
        </p:nvSpPr>
        <p:spPr bwMode="auto">
          <a:xfrm rot="16200000" flipH="1" flipV="1">
            <a:off x="10903764" y="5035845"/>
            <a:ext cx="596347" cy="662852"/>
          </a:xfrm>
          <a:custGeom>
            <a:avLst/>
            <a:gdLst>
              <a:gd name="T0" fmla="*/ 0 w 411"/>
              <a:gd name="T1" fmla="*/ 0 h 457"/>
              <a:gd name="T2" fmla="*/ 411 w 411"/>
              <a:gd name="T3" fmla="*/ 227 h 457"/>
              <a:gd name="T4" fmla="*/ 0 w 411"/>
              <a:gd name="T5" fmla="*/ 457 h 457"/>
              <a:gd name="T6" fmla="*/ 0 w 411"/>
              <a:gd name="T7" fmla="*/ 0 h 457"/>
            </a:gdLst>
            <a:ahLst/>
            <a:cxnLst>
              <a:cxn ang="0">
                <a:pos x="T0" y="T1"/>
              </a:cxn>
              <a:cxn ang="0">
                <a:pos x="T2" y="T3"/>
              </a:cxn>
              <a:cxn ang="0">
                <a:pos x="T4" y="T5"/>
              </a:cxn>
              <a:cxn ang="0">
                <a:pos x="T6" y="T7"/>
              </a:cxn>
            </a:cxnLst>
            <a:rect l="0" t="0" r="r" b="b"/>
            <a:pathLst>
              <a:path w="411" h="457">
                <a:moveTo>
                  <a:pt x="0" y="0"/>
                </a:moveTo>
                <a:lnTo>
                  <a:pt x="411" y="227"/>
                </a:lnTo>
                <a:lnTo>
                  <a:pt x="0" y="457"/>
                </a:lnTo>
                <a:lnTo>
                  <a:pt x="0" y="0"/>
                </a:lnTo>
                <a:close/>
              </a:path>
            </a:pathLst>
          </a:custGeom>
          <a:solidFill>
            <a:srgbClr val="14405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51" name="Freeform 87"/>
          <p:cNvSpPr>
            <a:spLocks/>
          </p:cNvSpPr>
          <p:nvPr/>
        </p:nvSpPr>
        <p:spPr bwMode="auto">
          <a:xfrm rot="16200000" flipH="1" flipV="1">
            <a:off x="11566890" y="5038744"/>
            <a:ext cx="596347" cy="657050"/>
          </a:xfrm>
          <a:custGeom>
            <a:avLst/>
            <a:gdLst>
              <a:gd name="T0" fmla="*/ 0 w 411"/>
              <a:gd name="T1" fmla="*/ 0 h 453"/>
              <a:gd name="T2" fmla="*/ 0 w 411"/>
              <a:gd name="T3" fmla="*/ 453 h 453"/>
              <a:gd name="T4" fmla="*/ 411 w 411"/>
              <a:gd name="T5" fmla="*/ 223 h 453"/>
              <a:gd name="T6" fmla="*/ 7 w 411"/>
              <a:gd name="T7" fmla="*/ 0 h 453"/>
              <a:gd name="T8" fmla="*/ 0 w 411"/>
              <a:gd name="T9" fmla="*/ 0 h 453"/>
            </a:gdLst>
            <a:ahLst/>
            <a:cxnLst>
              <a:cxn ang="0">
                <a:pos x="T0" y="T1"/>
              </a:cxn>
              <a:cxn ang="0">
                <a:pos x="T2" y="T3"/>
              </a:cxn>
              <a:cxn ang="0">
                <a:pos x="T4" y="T5"/>
              </a:cxn>
              <a:cxn ang="0">
                <a:pos x="T6" y="T7"/>
              </a:cxn>
              <a:cxn ang="0">
                <a:pos x="T8" y="T9"/>
              </a:cxn>
            </a:cxnLst>
            <a:rect l="0" t="0" r="r" b="b"/>
            <a:pathLst>
              <a:path w="411" h="453">
                <a:moveTo>
                  <a:pt x="0" y="0"/>
                </a:moveTo>
                <a:lnTo>
                  <a:pt x="0" y="453"/>
                </a:lnTo>
                <a:lnTo>
                  <a:pt x="411" y="223"/>
                </a:lnTo>
                <a:lnTo>
                  <a:pt x="7" y="0"/>
                </a:lnTo>
                <a:lnTo>
                  <a:pt x="0" y="0"/>
                </a:lnTo>
                <a:close/>
              </a:path>
            </a:pathLst>
          </a:custGeom>
          <a:solidFill>
            <a:srgbClr val="14405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52" name="Freeform 88"/>
          <p:cNvSpPr>
            <a:spLocks/>
          </p:cNvSpPr>
          <p:nvPr/>
        </p:nvSpPr>
        <p:spPr bwMode="auto">
          <a:xfrm rot="16200000" flipH="1" flipV="1">
            <a:off x="11736866" y="5214755"/>
            <a:ext cx="586190" cy="323449"/>
          </a:xfrm>
          <a:custGeom>
            <a:avLst/>
            <a:gdLst>
              <a:gd name="T0" fmla="*/ 0 w 404"/>
              <a:gd name="T1" fmla="*/ 0 h 223"/>
              <a:gd name="T2" fmla="*/ 404 w 404"/>
              <a:gd name="T3" fmla="*/ 223 h 223"/>
              <a:gd name="T4" fmla="*/ 404 w 404"/>
              <a:gd name="T5" fmla="*/ 0 h 223"/>
              <a:gd name="T6" fmla="*/ 0 w 404"/>
              <a:gd name="T7" fmla="*/ 0 h 223"/>
            </a:gdLst>
            <a:ahLst/>
            <a:cxnLst>
              <a:cxn ang="0">
                <a:pos x="T0" y="T1"/>
              </a:cxn>
              <a:cxn ang="0">
                <a:pos x="T2" y="T3"/>
              </a:cxn>
              <a:cxn ang="0">
                <a:pos x="T4" y="T5"/>
              </a:cxn>
              <a:cxn ang="0">
                <a:pos x="T6" y="T7"/>
              </a:cxn>
            </a:cxnLst>
            <a:rect l="0" t="0" r="r" b="b"/>
            <a:pathLst>
              <a:path w="404" h="223">
                <a:moveTo>
                  <a:pt x="0" y="0"/>
                </a:moveTo>
                <a:lnTo>
                  <a:pt x="404" y="223"/>
                </a:lnTo>
                <a:lnTo>
                  <a:pt x="404" y="0"/>
                </a:lnTo>
                <a:lnTo>
                  <a:pt x="0" y="0"/>
                </a:lnTo>
                <a:close/>
              </a:path>
            </a:pathLst>
          </a:custGeom>
          <a:solidFill>
            <a:srgbClr val="2980B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53" name="Freeform 89"/>
          <p:cNvSpPr>
            <a:spLocks/>
          </p:cNvSpPr>
          <p:nvPr/>
        </p:nvSpPr>
        <p:spPr bwMode="auto">
          <a:xfrm rot="16200000" flipH="1" flipV="1">
            <a:off x="9578784" y="5635817"/>
            <a:ext cx="597798" cy="657050"/>
          </a:xfrm>
          <a:custGeom>
            <a:avLst/>
            <a:gdLst>
              <a:gd name="T0" fmla="*/ 0 w 412"/>
              <a:gd name="T1" fmla="*/ 228 h 453"/>
              <a:gd name="T2" fmla="*/ 405 w 412"/>
              <a:gd name="T3" fmla="*/ 453 h 453"/>
              <a:gd name="T4" fmla="*/ 412 w 412"/>
              <a:gd name="T5" fmla="*/ 453 h 453"/>
              <a:gd name="T6" fmla="*/ 412 w 412"/>
              <a:gd name="T7" fmla="*/ 0 h 453"/>
              <a:gd name="T8" fmla="*/ 0 w 412"/>
              <a:gd name="T9" fmla="*/ 228 h 453"/>
            </a:gdLst>
            <a:ahLst/>
            <a:cxnLst>
              <a:cxn ang="0">
                <a:pos x="T0" y="T1"/>
              </a:cxn>
              <a:cxn ang="0">
                <a:pos x="T2" y="T3"/>
              </a:cxn>
              <a:cxn ang="0">
                <a:pos x="T4" y="T5"/>
              </a:cxn>
              <a:cxn ang="0">
                <a:pos x="T6" y="T7"/>
              </a:cxn>
              <a:cxn ang="0">
                <a:pos x="T8" y="T9"/>
              </a:cxn>
            </a:cxnLst>
            <a:rect l="0" t="0" r="r" b="b"/>
            <a:pathLst>
              <a:path w="412" h="453">
                <a:moveTo>
                  <a:pt x="0" y="228"/>
                </a:moveTo>
                <a:lnTo>
                  <a:pt x="405" y="453"/>
                </a:lnTo>
                <a:lnTo>
                  <a:pt x="412" y="453"/>
                </a:lnTo>
                <a:lnTo>
                  <a:pt x="412" y="0"/>
                </a:lnTo>
                <a:lnTo>
                  <a:pt x="0" y="228"/>
                </a:lnTo>
                <a:close/>
              </a:path>
            </a:pathLst>
          </a:custGeom>
          <a:solidFill>
            <a:srgbClr val="14405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54" name="Freeform 90"/>
          <p:cNvSpPr>
            <a:spLocks/>
          </p:cNvSpPr>
          <p:nvPr/>
        </p:nvSpPr>
        <p:spPr bwMode="auto">
          <a:xfrm rot="16200000" flipH="1" flipV="1">
            <a:off x="10573063" y="5632191"/>
            <a:ext cx="597798" cy="664303"/>
          </a:xfrm>
          <a:custGeom>
            <a:avLst/>
            <a:gdLst>
              <a:gd name="T0" fmla="*/ 0 w 412"/>
              <a:gd name="T1" fmla="*/ 0 h 458"/>
              <a:gd name="T2" fmla="*/ 412 w 412"/>
              <a:gd name="T3" fmla="*/ 230 h 458"/>
              <a:gd name="T4" fmla="*/ 0 w 412"/>
              <a:gd name="T5" fmla="*/ 458 h 458"/>
              <a:gd name="T6" fmla="*/ 0 w 412"/>
              <a:gd name="T7" fmla="*/ 0 h 458"/>
            </a:gdLst>
            <a:ahLst/>
            <a:cxnLst>
              <a:cxn ang="0">
                <a:pos x="T0" y="T1"/>
              </a:cxn>
              <a:cxn ang="0">
                <a:pos x="T2" y="T3"/>
              </a:cxn>
              <a:cxn ang="0">
                <a:pos x="T4" y="T5"/>
              </a:cxn>
              <a:cxn ang="0">
                <a:pos x="T6" y="T7"/>
              </a:cxn>
            </a:cxnLst>
            <a:rect l="0" t="0" r="r" b="b"/>
            <a:pathLst>
              <a:path w="412" h="458">
                <a:moveTo>
                  <a:pt x="0" y="0"/>
                </a:moveTo>
                <a:lnTo>
                  <a:pt x="412" y="230"/>
                </a:lnTo>
                <a:lnTo>
                  <a:pt x="0" y="458"/>
                </a:lnTo>
                <a:lnTo>
                  <a:pt x="0" y="0"/>
                </a:lnTo>
                <a:close/>
              </a:path>
            </a:pathLst>
          </a:custGeom>
          <a:solidFill>
            <a:srgbClr val="73B5E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55" name="Freeform 91"/>
          <p:cNvSpPr>
            <a:spLocks/>
          </p:cNvSpPr>
          <p:nvPr/>
        </p:nvSpPr>
        <p:spPr bwMode="auto">
          <a:xfrm rot="16200000" flipH="1" flipV="1">
            <a:off x="10903039" y="5632916"/>
            <a:ext cx="597798" cy="662852"/>
          </a:xfrm>
          <a:custGeom>
            <a:avLst/>
            <a:gdLst>
              <a:gd name="T0" fmla="*/ 412 w 412"/>
              <a:gd name="T1" fmla="*/ 457 h 457"/>
              <a:gd name="T2" fmla="*/ 0 w 412"/>
              <a:gd name="T3" fmla="*/ 227 h 457"/>
              <a:gd name="T4" fmla="*/ 412 w 412"/>
              <a:gd name="T5" fmla="*/ 0 h 457"/>
              <a:gd name="T6" fmla="*/ 412 w 412"/>
              <a:gd name="T7" fmla="*/ 457 h 457"/>
            </a:gdLst>
            <a:ahLst/>
            <a:cxnLst>
              <a:cxn ang="0">
                <a:pos x="T0" y="T1"/>
              </a:cxn>
              <a:cxn ang="0">
                <a:pos x="T2" y="T3"/>
              </a:cxn>
              <a:cxn ang="0">
                <a:pos x="T4" y="T5"/>
              </a:cxn>
              <a:cxn ang="0">
                <a:pos x="T6" y="T7"/>
              </a:cxn>
            </a:cxnLst>
            <a:rect l="0" t="0" r="r" b="b"/>
            <a:pathLst>
              <a:path w="412" h="457">
                <a:moveTo>
                  <a:pt x="412" y="457"/>
                </a:moveTo>
                <a:lnTo>
                  <a:pt x="0" y="227"/>
                </a:lnTo>
                <a:lnTo>
                  <a:pt x="412" y="0"/>
                </a:lnTo>
                <a:lnTo>
                  <a:pt x="412" y="457"/>
                </a:lnTo>
                <a:close/>
              </a:path>
            </a:pathLst>
          </a:custGeom>
          <a:solidFill>
            <a:schemeClr val="accent1">
              <a:lumMod val="20000"/>
              <a:lumOff val="80000"/>
            </a:scheme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56" name="Freeform 92"/>
          <p:cNvSpPr>
            <a:spLocks/>
          </p:cNvSpPr>
          <p:nvPr/>
        </p:nvSpPr>
        <p:spPr bwMode="auto">
          <a:xfrm rot="16200000" flipH="1" flipV="1">
            <a:off x="11562990" y="5635817"/>
            <a:ext cx="597798" cy="657050"/>
          </a:xfrm>
          <a:custGeom>
            <a:avLst/>
            <a:gdLst>
              <a:gd name="T0" fmla="*/ 402 w 412"/>
              <a:gd name="T1" fmla="*/ 0 h 453"/>
              <a:gd name="T2" fmla="*/ 0 w 412"/>
              <a:gd name="T3" fmla="*/ 223 h 453"/>
              <a:gd name="T4" fmla="*/ 412 w 412"/>
              <a:gd name="T5" fmla="*/ 453 h 453"/>
              <a:gd name="T6" fmla="*/ 412 w 412"/>
              <a:gd name="T7" fmla="*/ 0 h 453"/>
              <a:gd name="T8" fmla="*/ 402 w 412"/>
              <a:gd name="T9" fmla="*/ 0 h 453"/>
            </a:gdLst>
            <a:ahLst/>
            <a:cxnLst>
              <a:cxn ang="0">
                <a:pos x="T0" y="T1"/>
              </a:cxn>
              <a:cxn ang="0">
                <a:pos x="T2" y="T3"/>
              </a:cxn>
              <a:cxn ang="0">
                <a:pos x="T4" y="T5"/>
              </a:cxn>
              <a:cxn ang="0">
                <a:pos x="T6" y="T7"/>
              </a:cxn>
              <a:cxn ang="0">
                <a:pos x="T8" y="T9"/>
              </a:cxn>
            </a:cxnLst>
            <a:rect l="0" t="0" r="r" b="b"/>
            <a:pathLst>
              <a:path w="412" h="453">
                <a:moveTo>
                  <a:pt x="402" y="0"/>
                </a:moveTo>
                <a:lnTo>
                  <a:pt x="0" y="223"/>
                </a:lnTo>
                <a:lnTo>
                  <a:pt x="412" y="453"/>
                </a:lnTo>
                <a:lnTo>
                  <a:pt x="412" y="0"/>
                </a:lnTo>
                <a:lnTo>
                  <a:pt x="402" y="0"/>
                </a:lnTo>
                <a:close/>
              </a:path>
            </a:pathLst>
          </a:custGeom>
          <a:solidFill>
            <a:srgbClr val="A2CEE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57" name="Freeform 93"/>
          <p:cNvSpPr>
            <a:spLocks/>
          </p:cNvSpPr>
          <p:nvPr/>
        </p:nvSpPr>
        <p:spPr bwMode="auto">
          <a:xfrm rot="16200000" flipH="1" flipV="1">
            <a:off x="11737046" y="5795363"/>
            <a:ext cx="583288" cy="323449"/>
          </a:xfrm>
          <a:custGeom>
            <a:avLst/>
            <a:gdLst>
              <a:gd name="T0" fmla="*/ 0 w 402"/>
              <a:gd name="T1" fmla="*/ 0 h 223"/>
              <a:gd name="T2" fmla="*/ 0 w 402"/>
              <a:gd name="T3" fmla="*/ 223 h 223"/>
              <a:gd name="T4" fmla="*/ 402 w 402"/>
              <a:gd name="T5" fmla="*/ 0 h 223"/>
              <a:gd name="T6" fmla="*/ 0 w 402"/>
              <a:gd name="T7" fmla="*/ 0 h 223"/>
            </a:gdLst>
            <a:ahLst/>
            <a:cxnLst>
              <a:cxn ang="0">
                <a:pos x="T0" y="T1"/>
              </a:cxn>
              <a:cxn ang="0">
                <a:pos x="T2" y="T3"/>
              </a:cxn>
              <a:cxn ang="0">
                <a:pos x="T4" y="T5"/>
              </a:cxn>
              <a:cxn ang="0">
                <a:pos x="T6" y="T7"/>
              </a:cxn>
            </a:cxnLst>
            <a:rect l="0" t="0" r="r" b="b"/>
            <a:pathLst>
              <a:path w="402" h="223">
                <a:moveTo>
                  <a:pt x="0" y="0"/>
                </a:moveTo>
                <a:lnTo>
                  <a:pt x="0" y="223"/>
                </a:lnTo>
                <a:lnTo>
                  <a:pt x="402" y="0"/>
                </a:lnTo>
                <a:lnTo>
                  <a:pt x="0" y="0"/>
                </a:lnTo>
                <a:close/>
              </a:path>
            </a:pathLst>
          </a:custGeom>
          <a:solidFill>
            <a:srgbClr val="14405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58" name="Freeform 94"/>
          <p:cNvSpPr>
            <a:spLocks/>
          </p:cNvSpPr>
          <p:nvPr/>
        </p:nvSpPr>
        <p:spPr bwMode="auto">
          <a:xfrm rot="16200000" flipH="1" flipV="1">
            <a:off x="9909486" y="6229265"/>
            <a:ext cx="596347" cy="664303"/>
          </a:xfrm>
          <a:custGeom>
            <a:avLst/>
            <a:gdLst>
              <a:gd name="T0" fmla="*/ 411 w 411"/>
              <a:gd name="T1" fmla="*/ 458 h 458"/>
              <a:gd name="T2" fmla="*/ 0 w 411"/>
              <a:gd name="T3" fmla="*/ 230 h 458"/>
              <a:gd name="T4" fmla="*/ 411 w 411"/>
              <a:gd name="T5" fmla="*/ 0 h 458"/>
              <a:gd name="T6" fmla="*/ 411 w 411"/>
              <a:gd name="T7" fmla="*/ 458 h 458"/>
            </a:gdLst>
            <a:ahLst/>
            <a:cxnLst>
              <a:cxn ang="0">
                <a:pos x="T0" y="T1"/>
              </a:cxn>
              <a:cxn ang="0">
                <a:pos x="T2" y="T3"/>
              </a:cxn>
              <a:cxn ang="0">
                <a:pos x="T4" y="T5"/>
              </a:cxn>
              <a:cxn ang="0">
                <a:pos x="T6" y="T7"/>
              </a:cxn>
            </a:cxnLst>
            <a:rect l="0" t="0" r="r" b="b"/>
            <a:pathLst>
              <a:path w="411" h="458">
                <a:moveTo>
                  <a:pt x="411" y="458"/>
                </a:moveTo>
                <a:lnTo>
                  <a:pt x="0" y="230"/>
                </a:lnTo>
                <a:lnTo>
                  <a:pt x="411" y="0"/>
                </a:lnTo>
                <a:lnTo>
                  <a:pt x="411" y="458"/>
                </a:lnTo>
                <a:close/>
              </a:path>
            </a:pathLst>
          </a:custGeom>
          <a:solidFill>
            <a:schemeClr val="accent1">
              <a:lumMod val="20000"/>
              <a:lumOff val="80000"/>
            </a:scheme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59" name="Freeform 95"/>
          <p:cNvSpPr>
            <a:spLocks/>
          </p:cNvSpPr>
          <p:nvPr/>
        </p:nvSpPr>
        <p:spPr bwMode="auto">
          <a:xfrm rot="16200000" flipH="1" flipV="1">
            <a:off x="10573790" y="6229265"/>
            <a:ext cx="596347" cy="664303"/>
          </a:xfrm>
          <a:custGeom>
            <a:avLst/>
            <a:gdLst>
              <a:gd name="T0" fmla="*/ 411 w 411"/>
              <a:gd name="T1" fmla="*/ 458 h 458"/>
              <a:gd name="T2" fmla="*/ 0 w 411"/>
              <a:gd name="T3" fmla="*/ 230 h 458"/>
              <a:gd name="T4" fmla="*/ 411 w 411"/>
              <a:gd name="T5" fmla="*/ 0 h 458"/>
              <a:gd name="T6" fmla="*/ 411 w 411"/>
              <a:gd name="T7" fmla="*/ 458 h 458"/>
            </a:gdLst>
            <a:ahLst/>
            <a:cxnLst>
              <a:cxn ang="0">
                <a:pos x="T0" y="T1"/>
              </a:cxn>
              <a:cxn ang="0">
                <a:pos x="T2" y="T3"/>
              </a:cxn>
              <a:cxn ang="0">
                <a:pos x="T4" y="T5"/>
              </a:cxn>
              <a:cxn ang="0">
                <a:pos x="T6" y="T7"/>
              </a:cxn>
            </a:cxnLst>
            <a:rect l="0" t="0" r="r" b="b"/>
            <a:pathLst>
              <a:path w="411" h="458">
                <a:moveTo>
                  <a:pt x="411" y="458"/>
                </a:moveTo>
                <a:lnTo>
                  <a:pt x="0" y="230"/>
                </a:lnTo>
                <a:lnTo>
                  <a:pt x="411" y="0"/>
                </a:lnTo>
                <a:lnTo>
                  <a:pt x="411" y="458"/>
                </a:lnTo>
                <a:close/>
              </a:path>
            </a:pathLst>
          </a:custGeom>
          <a:solidFill>
            <a:srgbClr val="2980B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60" name="Freeform 96"/>
          <p:cNvSpPr>
            <a:spLocks/>
          </p:cNvSpPr>
          <p:nvPr/>
        </p:nvSpPr>
        <p:spPr bwMode="auto">
          <a:xfrm rot="16200000" flipH="1" flipV="1">
            <a:off x="10903764" y="6229989"/>
            <a:ext cx="596347" cy="662852"/>
          </a:xfrm>
          <a:custGeom>
            <a:avLst/>
            <a:gdLst>
              <a:gd name="T0" fmla="*/ 0 w 411"/>
              <a:gd name="T1" fmla="*/ 0 h 457"/>
              <a:gd name="T2" fmla="*/ 411 w 411"/>
              <a:gd name="T3" fmla="*/ 227 h 457"/>
              <a:gd name="T4" fmla="*/ 0 w 411"/>
              <a:gd name="T5" fmla="*/ 457 h 457"/>
              <a:gd name="T6" fmla="*/ 0 w 411"/>
              <a:gd name="T7" fmla="*/ 0 h 457"/>
            </a:gdLst>
            <a:ahLst/>
            <a:cxnLst>
              <a:cxn ang="0">
                <a:pos x="T0" y="T1"/>
              </a:cxn>
              <a:cxn ang="0">
                <a:pos x="T2" y="T3"/>
              </a:cxn>
              <a:cxn ang="0">
                <a:pos x="T4" y="T5"/>
              </a:cxn>
              <a:cxn ang="0">
                <a:pos x="T6" y="T7"/>
              </a:cxn>
            </a:cxnLst>
            <a:rect l="0" t="0" r="r" b="b"/>
            <a:pathLst>
              <a:path w="411" h="457">
                <a:moveTo>
                  <a:pt x="0" y="0"/>
                </a:moveTo>
                <a:lnTo>
                  <a:pt x="411" y="227"/>
                </a:lnTo>
                <a:lnTo>
                  <a:pt x="0" y="457"/>
                </a:lnTo>
                <a:lnTo>
                  <a:pt x="0" y="0"/>
                </a:lnTo>
                <a:close/>
              </a:path>
            </a:pathLst>
          </a:custGeom>
          <a:solidFill>
            <a:srgbClr val="A2CEE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61" name="Freeform 97"/>
          <p:cNvSpPr>
            <a:spLocks/>
          </p:cNvSpPr>
          <p:nvPr/>
        </p:nvSpPr>
        <p:spPr bwMode="auto">
          <a:xfrm rot="16200000" flipH="1" flipV="1">
            <a:off x="11735594" y="6404769"/>
            <a:ext cx="586190" cy="323449"/>
          </a:xfrm>
          <a:custGeom>
            <a:avLst/>
            <a:gdLst>
              <a:gd name="T0" fmla="*/ 0 w 404"/>
              <a:gd name="T1" fmla="*/ 0 h 223"/>
              <a:gd name="T2" fmla="*/ 404 w 404"/>
              <a:gd name="T3" fmla="*/ 223 h 223"/>
              <a:gd name="T4" fmla="*/ 404 w 404"/>
              <a:gd name="T5" fmla="*/ 0 h 223"/>
              <a:gd name="T6" fmla="*/ 0 w 404"/>
              <a:gd name="T7" fmla="*/ 0 h 223"/>
            </a:gdLst>
            <a:ahLst/>
            <a:cxnLst>
              <a:cxn ang="0">
                <a:pos x="T0" y="T1"/>
              </a:cxn>
              <a:cxn ang="0">
                <a:pos x="T2" y="T3"/>
              </a:cxn>
              <a:cxn ang="0">
                <a:pos x="T4" y="T5"/>
              </a:cxn>
              <a:cxn ang="0">
                <a:pos x="T6" y="T7"/>
              </a:cxn>
            </a:cxnLst>
            <a:rect l="0" t="0" r="r" b="b"/>
            <a:pathLst>
              <a:path w="404" h="223">
                <a:moveTo>
                  <a:pt x="0" y="0"/>
                </a:moveTo>
                <a:lnTo>
                  <a:pt x="404" y="223"/>
                </a:lnTo>
                <a:lnTo>
                  <a:pt x="404" y="0"/>
                </a:lnTo>
                <a:lnTo>
                  <a:pt x="0" y="0"/>
                </a:lnTo>
                <a:close/>
              </a:path>
            </a:pathLst>
          </a:custGeom>
          <a:solidFill>
            <a:srgbClr val="14405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06" name="Freeform 78"/>
          <p:cNvSpPr>
            <a:spLocks/>
          </p:cNvSpPr>
          <p:nvPr/>
        </p:nvSpPr>
        <p:spPr bwMode="auto">
          <a:xfrm rot="5400000" flipH="1" flipV="1">
            <a:off x="-129918" y="5499946"/>
            <a:ext cx="583288" cy="323449"/>
          </a:xfrm>
          <a:custGeom>
            <a:avLst/>
            <a:gdLst>
              <a:gd name="T0" fmla="*/ 0 w 402"/>
              <a:gd name="T1" fmla="*/ 0 h 223"/>
              <a:gd name="T2" fmla="*/ 402 w 402"/>
              <a:gd name="T3" fmla="*/ 223 h 223"/>
              <a:gd name="T4" fmla="*/ 402 w 402"/>
              <a:gd name="T5" fmla="*/ 0 h 223"/>
              <a:gd name="T6" fmla="*/ 0 w 402"/>
              <a:gd name="T7" fmla="*/ 0 h 223"/>
            </a:gdLst>
            <a:ahLst/>
            <a:cxnLst>
              <a:cxn ang="0">
                <a:pos x="T0" y="T1"/>
              </a:cxn>
              <a:cxn ang="0">
                <a:pos x="T2" y="T3"/>
              </a:cxn>
              <a:cxn ang="0">
                <a:pos x="T4" y="T5"/>
              </a:cxn>
              <a:cxn ang="0">
                <a:pos x="T6" y="T7"/>
              </a:cxn>
            </a:cxnLst>
            <a:rect l="0" t="0" r="r" b="b"/>
            <a:pathLst>
              <a:path w="402" h="223">
                <a:moveTo>
                  <a:pt x="0" y="0"/>
                </a:moveTo>
                <a:lnTo>
                  <a:pt x="402" y="223"/>
                </a:lnTo>
                <a:lnTo>
                  <a:pt x="402" y="0"/>
                </a:lnTo>
                <a:lnTo>
                  <a:pt x="0" y="0"/>
                </a:lnTo>
                <a:close/>
              </a:path>
            </a:pathLst>
          </a:custGeom>
          <a:solidFill>
            <a:srgbClr val="14405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07" name="Freeform 79"/>
          <p:cNvSpPr>
            <a:spLocks/>
          </p:cNvSpPr>
          <p:nvPr/>
        </p:nvSpPr>
        <p:spPr bwMode="auto">
          <a:xfrm rot="5400000" flipH="1" flipV="1">
            <a:off x="29628" y="4742604"/>
            <a:ext cx="597798" cy="657050"/>
          </a:xfrm>
          <a:custGeom>
            <a:avLst/>
            <a:gdLst>
              <a:gd name="T0" fmla="*/ 402 w 412"/>
              <a:gd name="T1" fmla="*/ 0 h 453"/>
              <a:gd name="T2" fmla="*/ 0 w 412"/>
              <a:gd name="T3" fmla="*/ 223 h 453"/>
              <a:gd name="T4" fmla="*/ 412 w 412"/>
              <a:gd name="T5" fmla="*/ 453 h 453"/>
              <a:gd name="T6" fmla="*/ 412 w 412"/>
              <a:gd name="T7" fmla="*/ 0 h 453"/>
              <a:gd name="T8" fmla="*/ 402 w 412"/>
              <a:gd name="T9" fmla="*/ 0 h 453"/>
            </a:gdLst>
            <a:ahLst/>
            <a:cxnLst>
              <a:cxn ang="0">
                <a:pos x="T0" y="T1"/>
              </a:cxn>
              <a:cxn ang="0">
                <a:pos x="T2" y="T3"/>
              </a:cxn>
              <a:cxn ang="0">
                <a:pos x="T4" y="T5"/>
              </a:cxn>
              <a:cxn ang="0">
                <a:pos x="T6" y="T7"/>
              </a:cxn>
              <a:cxn ang="0">
                <a:pos x="T8" y="T9"/>
              </a:cxn>
            </a:cxnLst>
            <a:rect l="0" t="0" r="r" b="b"/>
            <a:pathLst>
              <a:path w="412" h="453">
                <a:moveTo>
                  <a:pt x="402" y="0"/>
                </a:moveTo>
                <a:lnTo>
                  <a:pt x="0" y="223"/>
                </a:lnTo>
                <a:lnTo>
                  <a:pt x="412" y="453"/>
                </a:lnTo>
                <a:lnTo>
                  <a:pt x="412" y="0"/>
                </a:lnTo>
                <a:lnTo>
                  <a:pt x="402" y="0"/>
                </a:lnTo>
                <a:close/>
              </a:path>
            </a:pathLst>
          </a:custGeom>
          <a:solidFill>
            <a:srgbClr val="14405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08" name="Freeform 80"/>
          <p:cNvSpPr>
            <a:spLocks/>
          </p:cNvSpPr>
          <p:nvPr/>
        </p:nvSpPr>
        <p:spPr bwMode="auto">
          <a:xfrm rot="5400000" flipH="1" flipV="1">
            <a:off x="-129918" y="4916658"/>
            <a:ext cx="583288" cy="323449"/>
          </a:xfrm>
          <a:custGeom>
            <a:avLst/>
            <a:gdLst>
              <a:gd name="T0" fmla="*/ 0 w 402"/>
              <a:gd name="T1" fmla="*/ 0 h 223"/>
              <a:gd name="T2" fmla="*/ 0 w 402"/>
              <a:gd name="T3" fmla="*/ 223 h 223"/>
              <a:gd name="T4" fmla="*/ 402 w 402"/>
              <a:gd name="T5" fmla="*/ 0 h 223"/>
              <a:gd name="T6" fmla="*/ 0 w 402"/>
              <a:gd name="T7" fmla="*/ 0 h 223"/>
            </a:gdLst>
            <a:ahLst/>
            <a:cxnLst>
              <a:cxn ang="0">
                <a:pos x="T0" y="T1"/>
              </a:cxn>
              <a:cxn ang="0">
                <a:pos x="T2" y="T3"/>
              </a:cxn>
              <a:cxn ang="0">
                <a:pos x="T4" y="T5"/>
              </a:cxn>
              <a:cxn ang="0">
                <a:pos x="T6" y="T7"/>
              </a:cxn>
            </a:cxnLst>
            <a:rect l="0" t="0" r="r" b="b"/>
            <a:pathLst>
              <a:path w="402" h="223">
                <a:moveTo>
                  <a:pt x="0" y="0"/>
                </a:moveTo>
                <a:lnTo>
                  <a:pt x="0" y="223"/>
                </a:lnTo>
                <a:lnTo>
                  <a:pt x="402" y="0"/>
                </a:lnTo>
                <a:lnTo>
                  <a:pt x="0" y="0"/>
                </a:lnTo>
                <a:close/>
              </a:path>
            </a:pathLst>
          </a:custGeom>
          <a:solidFill>
            <a:srgbClr val="2980B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09" name="Freeform 81"/>
          <p:cNvSpPr>
            <a:spLocks/>
          </p:cNvSpPr>
          <p:nvPr/>
        </p:nvSpPr>
        <p:spPr bwMode="auto">
          <a:xfrm rot="5400000" flipH="1" flipV="1">
            <a:off x="30353" y="4145531"/>
            <a:ext cx="596347" cy="657050"/>
          </a:xfrm>
          <a:custGeom>
            <a:avLst/>
            <a:gdLst>
              <a:gd name="T0" fmla="*/ 0 w 411"/>
              <a:gd name="T1" fmla="*/ 0 h 453"/>
              <a:gd name="T2" fmla="*/ 0 w 411"/>
              <a:gd name="T3" fmla="*/ 453 h 453"/>
              <a:gd name="T4" fmla="*/ 411 w 411"/>
              <a:gd name="T5" fmla="*/ 223 h 453"/>
              <a:gd name="T6" fmla="*/ 9 w 411"/>
              <a:gd name="T7" fmla="*/ 0 h 453"/>
              <a:gd name="T8" fmla="*/ 0 w 411"/>
              <a:gd name="T9" fmla="*/ 0 h 453"/>
            </a:gdLst>
            <a:ahLst/>
            <a:cxnLst>
              <a:cxn ang="0">
                <a:pos x="T0" y="T1"/>
              </a:cxn>
              <a:cxn ang="0">
                <a:pos x="T2" y="T3"/>
              </a:cxn>
              <a:cxn ang="0">
                <a:pos x="T4" y="T5"/>
              </a:cxn>
              <a:cxn ang="0">
                <a:pos x="T6" y="T7"/>
              </a:cxn>
              <a:cxn ang="0">
                <a:pos x="T8" y="T9"/>
              </a:cxn>
            </a:cxnLst>
            <a:rect l="0" t="0" r="r" b="b"/>
            <a:pathLst>
              <a:path w="411" h="453">
                <a:moveTo>
                  <a:pt x="0" y="0"/>
                </a:moveTo>
                <a:lnTo>
                  <a:pt x="0" y="453"/>
                </a:lnTo>
                <a:lnTo>
                  <a:pt x="411" y="223"/>
                </a:lnTo>
                <a:lnTo>
                  <a:pt x="9" y="0"/>
                </a:lnTo>
                <a:lnTo>
                  <a:pt x="0" y="0"/>
                </a:lnTo>
                <a:close/>
              </a:path>
            </a:pathLst>
          </a:custGeom>
          <a:solidFill>
            <a:srgbClr val="2980B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10" name="Freeform 82"/>
          <p:cNvSpPr>
            <a:spLocks/>
          </p:cNvSpPr>
          <p:nvPr/>
        </p:nvSpPr>
        <p:spPr bwMode="auto">
          <a:xfrm rot="5400000" flipH="1" flipV="1">
            <a:off x="355977" y="3545556"/>
            <a:ext cx="597798" cy="662852"/>
          </a:xfrm>
          <a:custGeom>
            <a:avLst/>
            <a:gdLst>
              <a:gd name="T0" fmla="*/ 0 w 412"/>
              <a:gd name="T1" fmla="*/ 0 h 457"/>
              <a:gd name="T2" fmla="*/ 412 w 412"/>
              <a:gd name="T3" fmla="*/ 230 h 457"/>
              <a:gd name="T4" fmla="*/ 0 w 412"/>
              <a:gd name="T5" fmla="*/ 457 h 457"/>
              <a:gd name="T6" fmla="*/ 0 w 412"/>
              <a:gd name="T7" fmla="*/ 0 h 457"/>
            </a:gdLst>
            <a:ahLst/>
            <a:cxnLst>
              <a:cxn ang="0">
                <a:pos x="T0" y="T1"/>
              </a:cxn>
              <a:cxn ang="0">
                <a:pos x="T2" y="T3"/>
              </a:cxn>
              <a:cxn ang="0">
                <a:pos x="T4" y="T5"/>
              </a:cxn>
              <a:cxn ang="0">
                <a:pos x="T6" y="T7"/>
              </a:cxn>
            </a:cxnLst>
            <a:rect l="0" t="0" r="r" b="b"/>
            <a:pathLst>
              <a:path w="412" h="457">
                <a:moveTo>
                  <a:pt x="0" y="0"/>
                </a:moveTo>
                <a:lnTo>
                  <a:pt x="412" y="230"/>
                </a:lnTo>
                <a:lnTo>
                  <a:pt x="0" y="457"/>
                </a:lnTo>
                <a:lnTo>
                  <a:pt x="0" y="0"/>
                </a:lnTo>
                <a:close/>
              </a:path>
            </a:pathLst>
          </a:custGeom>
          <a:solidFill>
            <a:schemeClr val="accent1">
              <a:lumMod val="20000"/>
              <a:lumOff val="80000"/>
            </a:scheme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11" name="Freeform 83"/>
          <p:cNvSpPr>
            <a:spLocks/>
          </p:cNvSpPr>
          <p:nvPr/>
        </p:nvSpPr>
        <p:spPr bwMode="auto">
          <a:xfrm rot="5400000" flipH="1" flipV="1">
            <a:off x="29628" y="3548457"/>
            <a:ext cx="597798" cy="657050"/>
          </a:xfrm>
          <a:custGeom>
            <a:avLst/>
            <a:gdLst>
              <a:gd name="T0" fmla="*/ 402 w 412"/>
              <a:gd name="T1" fmla="*/ 0 h 453"/>
              <a:gd name="T2" fmla="*/ 0 w 412"/>
              <a:gd name="T3" fmla="*/ 223 h 453"/>
              <a:gd name="T4" fmla="*/ 412 w 412"/>
              <a:gd name="T5" fmla="*/ 453 h 453"/>
              <a:gd name="T6" fmla="*/ 412 w 412"/>
              <a:gd name="T7" fmla="*/ 0 h 453"/>
              <a:gd name="T8" fmla="*/ 402 w 412"/>
              <a:gd name="T9" fmla="*/ 0 h 453"/>
            </a:gdLst>
            <a:ahLst/>
            <a:cxnLst>
              <a:cxn ang="0">
                <a:pos x="T0" y="T1"/>
              </a:cxn>
              <a:cxn ang="0">
                <a:pos x="T2" y="T3"/>
              </a:cxn>
              <a:cxn ang="0">
                <a:pos x="T4" y="T5"/>
              </a:cxn>
              <a:cxn ang="0">
                <a:pos x="T6" y="T7"/>
              </a:cxn>
              <a:cxn ang="0">
                <a:pos x="T8" y="T9"/>
              </a:cxn>
            </a:cxnLst>
            <a:rect l="0" t="0" r="r" b="b"/>
            <a:pathLst>
              <a:path w="412" h="453">
                <a:moveTo>
                  <a:pt x="402" y="0"/>
                </a:moveTo>
                <a:lnTo>
                  <a:pt x="0" y="223"/>
                </a:lnTo>
                <a:lnTo>
                  <a:pt x="412" y="453"/>
                </a:lnTo>
                <a:lnTo>
                  <a:pt x="412" y="0"/>
                </a:lnTo>
                <a:lnTo>
                  <a:pt x="402" y="0"/>
                </a:lnTo>
                <a:close/>
              </a:path>
            </a:pathLst>
          </a:custGeom>
          <a:solidFill>
            <a:srgbClr val="A2CEE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12" name="Freeform 84"/>
          <p:cNvSpPr>
            <a:spLocks/>
          </p:cNvSpPr>
          <p:nvPr/>
        </p:nvSpPr>
        <p:spPr bwMode="auto">
          <a:xfrm rot="5400000" flipH="1" flipV="1">
            <a:off x="-129918" y="3722512"/>
            <a:ext cx="583288" cy="323449"/>
          </a:xfrm>
          <a:custGeom>
            <a:avLst/>
            <a:gdLst>
              <a:gd name="T0" fmla="*/ 0 w 402"/>
              <a:gd name="T1" fmla="*/ 0 h 223"/>
              <a:gd name="T2" fmla="*/ 0 w 402"/>
              <a:gd name="T3" fmla="*/ 223 h 223"/>
              <a:gd name="T4" fmla="*/ 402 w 402"/>
              <a:gd name="T5" fmla="*/ 0 h 223"/>
              <a:gd name="T6" fmla="*/ 0 w 402"/>
              <a:gd name="T7" fmla="*/ 0 h 223"/>
            </a:gdLst>
            <a:ahLst/>
            <a:cxnLst>
              <a:cxn ang="0">
                <a:pos x="T0" y="T1"/>
              </a:cxn>
              <a:cxn ang="0">
                <a:pos x="T2" y="T3"/>
              </a:cxn>
              <a:cxn ang="0">
                <a:pos x="T4" y="T5"/>
              </a:cxn>
              <a:cxn ang="0">
                <a:pos x="T6" y="T7"/>
              </a:cxn>
            </a:cxnLst>
            <a:rect l="0" t="0" r="r" b="b"/>
            <a:pathLst>
              <a:path w="402" h="223">
                <a:moveTo>
                  <a:pt x="0" y="0"/>
                </a:moveTo>
                <a:lnTo>
                  <a:pt x="0" y="223"/>
                </a:lnTo>
                <a:lnTo>
                  <a:pt x="402" y="0"/>
                </a:lnTo>
                <a:lnTo>
                  <a:pt x="0" y="0"/>
                </a:lnTo>
                <a:close/>
              </a:path>
            </a:pathLst>
          </a:custGeom>
          <a:solidFill>
            <a:srgbClr val="14405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13" name="Freeform 85"/>
          <p:cNvSpPr>
            <a:spLocks/>
          </p:cNvSpPr>
          <p:nvPr/>
        </p:nvSpPr>
        <p:spPr bwMode="auto">
          <a:xfrm rot="5400000" flipH="1" flipV="1">
            <a:off x="1020279" y="2947759"/>
            <a:ext cx="596347" cy="664302"/>
          </a:xfrm>
          <a:custGeom>
            <a:avLst/>
            <a:gdLst>
              <a:gd name="T0" fmla="*/ 411 w 411"/>
              <a:gd name="T1" fmla="*/ 458 h 458"/>
              <a:gd name="T2" fmla="*/ 0 w 411"/>
              <a:gd name="T3" fmla="*/ 230 h 458"/>
              <a:gd name="T4" fmla="*/ 411 w 411"/>
              <a:gd name="T5" fmla="*/ 0 h 458"/>
              <a:gd name="T6" fmla="*/ 411 w 411"/>
              <a:gd name="T7" fmla="*/ 458 h 458"/>
            </a:gdLst>
            <a:ahLst/>
            <a:cxnLst>
              <a:cxn ang="0">
                <a:pos x="T0" y="T1"/>
              </a:cxn>
              <a:cxn ang="0">
                <a:pos x="T2" y="T3"/>
              </a:cxn>
              <a:cxn ang="0">
                <a:pos x="T4" y="T5"/>
              </a:cxn>
              <a:cxn ang="0">
                <a:pos x="T6" y="T7"/>
              </a:cxn>
            </a:cxnLst>
            <a:rect l="0" t="0" r="r" b="b"/>
            <a:pathLst>
              <a:path w="411" h="458">
                <a:moveTo>
                  <a:pt x="411" y="458"/>
                </a:moveTo>
                <a:lnTo>
                  <a:pt x="0" y="230"/>
                </a:lnTo>
                <a:lnTo>
                  <a:pt x="411" y="0"/>
                </a:lnTo>
                <a:lnTo>
                  <a:pt x="411" y="458"/>
                </a:lnTo>
                <a:close/>
              </a:path>
            </a:pathLst>
          </a:custGeom>
          <a:solidFill>
            <a:srgbClr val="2980B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14" name="Freeform 86"/>
          <p:cNvSpPr>
            <a:spLocks/>
          </p:cNvSpPr>
          <p:nvPr/>
        </p:nvSpPr>
        <p:spPr bwMode="auto">
          <a:xfrm rot="5400000" flipH="1" flipV="1">
            <a:off x="690303" y="2948484"/>
            <a:ext cx="596347" cy="662852"/>
          </a:xfrm>
          <a:custGeom>
            <a:avLst/>
            <a:gdLst>
              <a:gd name="T0" fmla="*/ 0 w 411"/>
              <a:gd name="T1" fmla="*/ 0 h 457"/>
              <a:gd name="T2" fmla="*/ 411 w 411"/>
              <a:gd name="T3" fmla="*/ 227 h 457"/>
              <a:gd name="T4" fmla="*/ 0 w 411"/>
              <a:gd name="T5" fmla="*/ 457 h 457"/>
              <a:gd name="T6" fmla="*/ 0 w 411"/>
              <a:gd name="T7" fmla="*/ 0 h 457"/>
            </a:gdLst>
            <a:ahLst/>
            <a:cxnLst>
              <a:cxn ang="0">
                <a:pos x="T0" y="T1"/>
              </a:cxn>
              <a:cxn ang="0">
                <a:pos x="T2" y="T3"/>
              </a:cxn>
              <a:cxn ang="0">
                <a:pos x="T4" y="T5"/>
              </a:cxn>
              <a:cxn ang="0">
                <a:pos x="T6" y="T7"/>
              </a:cxn>
            </a:cxnLst>
            <a:rect l="0" t="0" r="r" b="b"/>
            <a:pathLst>
              <a:path w="411" h="457">
                <a:moveTo>
                  <a:pt x="0" y="0"/>
                </a:moveTo>
                <a:lnTo>
                  <a:pt x="411" y="227"/>
                </a:lnTo>
                <a:lnTo>
                  <a:pt x="0" y="457"/>
                </a:lnTo>
                <a:lnTo>
                  <a:pt x="0" y="0"/>
                </a:lnTo>
                <a:close/>
              </a:path>
            </a:pathLst>
          </a:custGeom>
          <a:solidFill>
            <a:srgbClr val="14405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15" name="Freeform 88"/>
          <p:cNvSpPr>
            <a:spLocks/>
          </p:cNvSpPr>
          <p:nvPr/>
        </p:nvSpPr>
        <p:spPr bwMode="auto">
          <a:xfrm rot="5400000" flipH="1" flipV="1">
            <a:off x="-131369" y="3113107"/>
            <a:ext cx="586190" cy="323449"/>
          </a:xfrm>
          <a:custGeom>
            <a:avLst/>
            <a:gdLst>
              <a:gd name="T0" fmla="*/ 0 w 404"/>
              <a:gd name="T1" fmla="*/ 0 h 223"/>
              <a:gd name="T2" fmla="*/ 404 w 404"/>
              <a:gd name="T3" fmla="*/ 223 h 223"/>
              <a:gd name="T4" fmla="*/ 404 w 404"/>
              <a:gd name="T5" fmla="*/ 0 h 223"/>
              <a:gd name="T6" fmla="*/ 0 w 404"/>
              <a:gd name="T7" fmla="*/ 0 h 223"/>
            </a:gdLst>
            <a:ahLst/>
            <a:cxnLst>
              <a:cxn ang="0">
                <a:pos x="T0" y="T1"/>
              </a:cxn>
              <a:cxn ang="0">
                <a:pos x="T2" y="T3"/>
              </a:cxn>
              <a:cxn ang="0">
                <a:pos x="T4" y="T5"/>
              </a:cxn>
              <a:cxn ang="0">
                <a:pos x="T6" y="T7"/>
              </a:cxn>
            </a:cxnLst>
            <a:rect l="0" t="0" r="r" b="b"/>
            <a:pathLst>
              <a:path w="404" h="223">
                <a:moveTo>
                  <a:pt x="0" y="0"/>
                </a:moveTo>
                <a:lnTo>
                  <a:pt x="404" y="223"/>
                </a:lnTo>
                <a:lnTo>
                  <a:pt x="404" y="0"/>
                </a:lnTo>
                <a:lnTo>
                  <a:pt x="0" y="0"/>
                </a:lnTo>
                <a:close/>
              </a:path>
            </a:pathLst>
          </a:custGeom>
          <a:solidFill>
            <a:srgbClr val="2980B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16" name="Freeform 89"/>
          <p:cNvSpPr>
            <a:spLocks/>
          </p:cNvSpPr>
          <p:nvPr/>
        </p:nvSpPr>
        <p:spPr bwMode="auto">
          <a:xfrm rot="5400000" flipH="1" flipV="1">
            <a:off x="2013832" y="2354312"/>
            <a:ext cx="597798" cy="657050"/>
          </a:xfrm>
          <a:custGeom>
            <a:avLst/>
            <a:gdLst>
              <a:gd name="T0" fmla="*/ 0 w 412"/>
              <a:gd name="T1" fmla="*/ 228 h 453"/>
              <a:gd name="T2" fmla="*/ 405 w 412"/>
              <a:gd name="T3" fmla="*/ 453 h 453"/>
              <a:gd name="T4" fmla="*/ 412 w 412"/>
              <a:gd name="T5" fmla="*/ 453 h 453"/>
              <a:gd name="T6" fmla="*/ 412 w 412"/>
              <a:gd name="T7" fmla="*/ 0 h 453"/>
              <a:gd name="T8" fmla="*/ 0 w 412"/>
              <a:gd name="T9" fmla="*/ 228 h 453"/>
            </a:gdLst>
            <a:ahLst/>
            <a:cxnLst>
              <a:cxn ang="0">
                <a:pos x="T0" y="T1"/>
              </a:cxn>
              <a:cxn ang="0">
                <a:pos x="T2" y="T3"/>
              </a:cxn>
              <a:cxn ang="0">
                <a:pos x="T4" y="T5"/>
              </a:cxn>
              <a:cxn ang="0">
                <a:pos x="T6" y="T7"/>
              </a:cxn>
              <a:cxn ang="0">
                <a:pos x="T8" y="T9"/>
              </a:cxn>
            </a:cxnLst>
            <a:rect l="0" t="0" r="r" b="b"/>
            <a:pathLst>
              <a:path w="412" h="453">
                <a:moveTo>
                  <a:pt x="0" y="228"/>
                </a:moveTo>
                <a:lnTo>
                  <a:pt x="405" y="453"/>
                </a:lnTo>
                <a:lnTo>
                  <a:pt x="412" y="453"/>
                </a:lnTo>
                <a:lnTo>
                  <a:pt x="412" y="0"/>
                </a:lnTo>
                <a:lnTo>
                  <a:pt x="0" y="228"/>
                </a:lnTo>
                <a:close/>
              </a:path>
            </a:pathLst>
          </a:custGeom>
          <a:solidFill>
            <a:srgbClr val="14405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17" name="Freeform 90"/>
          <p:cNvSpPr>
            <a:spLocks/>
          </p:cNvSpPr>
          <p:nvPr/>
        </p:nvSpPr>
        <p:spPr bwMode="auto">
          <a:xfrm rot="5400000" flipH="1" flipV="1">
            <a:off x="1019553" y="2350686"/>
            <a:ext cx="597798" cy="664302"/>
          </a:xfrm>
          <a:custGeom>
            <a:avLst/>
            <a:gdLst>
              <a:gd name="T0" fmla="*/ 0 w 412"/>
              <a:gd name="T1" fmla="*/ 0 h 458"/>
              <a:gd name="T2" fmla="*/ 412 w 412"/>
              <a:gd name="T3" fmla="*/ 230 h 458"/>
              <a:gd name="T4" fmla="*/ 0 w 412"/>
              <a:gd name="T5" fmla="*/ 458 h 458"/>
              <a:gd name="T6" fmla="*/ 0 w 412"/>
              <a:gd name="T7" fmla="*/ 0 h 458"/>
            </a:gdLst>
            <a:ahLst/>
            <a:cxnLst>
              <a:cxn ang="0">
                <a:pos x="T0" y="T1"/>
              </a:cxn>
              <a:cxn ang="0">
                <a:pos x="T2" y="T3"/>
              </a:cxn>
              <a:cxn ang="0">
                <a:pos x="T4" y="T5"/>
              </a:cxn>
              <a:cxn ang="0">
                <a:pos x="T6" y="T7"/>
              </a:cxn>
            </a:cxnLst>
            <a:rect l="0" t="0" r="r" b="b"/>
            <a:pathLst>
              <a:path w="412" h="458">
                <a:moveTo>
                  <a:pt x="0" y="0"/>
                </a:moveTo>
                <a:lnTo>
                  <a:pt x="412" y="230"/>
                </a:lnTo>
                <a:lnTo>
                  <a:pt x="0" y="458"/>
                </a:lnTo>
                <a:lnTo>
                  <a:pt x="0" y="0"/>
                </a:lnTo>
                <a:close/>
              </a:path>
            </a:pathLst>
          </a:custGeom>
          <a:solidFill>
            <a:srgbClr val="73B5E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18" name="Freeform 91"/>
          <p:cNvSpPr>
            <a:spLocks/>
          </p:cNvSpPr>
          <p:nvPr/>
        </p:nvSpPr>
        <p:spPr bwMode="auto">
          <a:xfrm rot="5400000" flipH="1" flipV="1">
            <a:off x="689578" y="2351411"/>
            <a:ext cx="597798" cy="662852"/>
          </a:xfrm>
          <a:custGeom>
            <a:avLst/>
            <a:gdLst>
              <a:gd name="T0" fmla="*/ 412 w 412"/>
              <a:gd name="T1" fmla="*/ 457 h 457"/>
              <a:gd name="T2" fmla="*/ 0 w 412"/>
              <a:gd name="T3" fmla="*/ 227 h 457"/>
              <a:gd name="T4" fmla="*/ 412 w 412"/>
              <a:gd name="T5" fmla="*/ 0 h 457"/>
              <a:gd name="T6" fmla="*/ 412 w 412"/>
              <a:gd name="T7" fmla="*/ 457 h 457"/>
            </a:gdLst>
            <a:ahLst/>
            <a:cxnLst>
              <a:cxn ang="0">
                <a:pos x="T0" y="T1"/>
              </a:cxn>
              <a:cxn ang="0">
                <a:pos x="T2" y="T3"/>
              </a:cxn>
              <a:cxn ang="0">
                <a:pos x="T4" y="T5"/>
              </a:cxn>
              <a:cxn ang="0">
                <a:pos x="T6" y="T7"/>
              </a:cxn>
            </a:cxnLst>
            <a:rect l="0" t="0" r="r" b="b"/>
            <a:pathLst>
              <a:path w="412" h="457">
                <a:moveTo>
                  <a:pt x="412" y="457"/>
                </a:moveTo>
                <a:lnTo>
                  <a:pt x="0" y="227"/>
                </a:lnTo>
                <a:lnTo>
                  <a:pt x="412" y="0"/>
                </a:lnTo>
                <a:lnTo>
                  <a:pt x="412" y="457"/>
                </a:lnTo>
                <a:close/>
              </a:path>
            </a:pathLst>
          </a:custGeom>
          <a:solidFill>
            <a:schemeClr val="accent1">
              <a:lumMod val="20000"/>
              <a:lumOff val="80000"/>
            </a:scheme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19" name="Freeform 92"/>
          <p:cNvSpPr>
            <a:spLocks/>
          </p:cNvSpPr>
          <p:nvPr/>
        </p:nvSpPr>
        <p:spPr bwMode="auto">
          <a:xfrm rot="5400000" flipH="1" flipV="1">
            <a:off x="29628" y="2354312"/>
            <a:ext cx="597798" cy="657050"/>
          </a:xfrm>
          <a:custGeom>
            <a:avLst/>
            <a:gdLst>
              <a:gd name="T0" fmla="*/ 402 w 412"/>
              <a:gd name="T1" fmla="*/ 0 h 453"/>
              <a:gd name="T2" fmla="*/ 0 w 412"/>
              <a:gd name="T3" fmla="*/ 223 h 453"/>
              <a:gd name="T4" fmla="*/ 412 w 412"/>
              <a:gd name="T5" fmla="*/ 453 h 453"/>
              <a:gd name="T6" fmla="*/ 412 w 412"/>
              <a:gd name="T7" fmla="*/ 0 h 453"/>
              <a:gd name="T8" fmla="*/ 402 w 412"/>
              <a:gd name="T9" fmla="*/ 0 h 453"/>
            </a:gdLst>
            <a:ahLst/>
            <a:cxnLst>
              <a:cxn ang="0">
                <a:pos x="T0" y="T1"/>
              </a:cxn>
              <a:cxn ang="0">
                <a:pos x="T2" y="T3"/>
              </a:cxn>
              <a:cxn ang="0">
                <a:pos x="T4" y="T5"/>
              </a:cxn>
              <a:cxn ang="0">
                <a:pos x="T6" y="T7"/>
              </a:cxn>
              <a:cxn ang="0">
                <a:pos x="T8" y="T9"/>
              </a:cxn>
            </a:cxnLst>
            <a:rect l="0" t="0" r="r" b="b"/>
            <a:pathLst>
              <a:path w="412" h="453">
                <a:moveTo>
                  <a:pt x="402" y="0"/>
                </a:moveTo>
                <a:lnTo>
                  <a:pt x="0" y="223"/>
                </a:lnTo>
                <a:lnTo>
                  <a:pt x="412" y="453"/>
                </a:lnTo>
                <a:lnTo>
                  <a:pt x="412" y="0"/>
                </a:lnTo>
                <a:lnTo>
                  <a:pt x="402" y="0"/>
                </a:lnTo>
                <a:close/>
              </a:path>
            </a:pathLst>
          </a:custGeom>
          <a:solidFill>
            <a:srgbClr val="A2CEE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20" name="Freeform 93"/>
          <p:cNvSpPr>
            <a:spLocks/>
          </p:cNvSpPr>
          <p:nvPr/>
        </p:nvSpPr>
        <p:spPr bwMode="auto">
          <a:xfrm rot="5400000" flipH="1" flipV="1">
            <a:off x="-129918" y="2528368"/>
            <a:ext cx="583288" cy="323449"/>
          </a:xfrm>
          <a:custGeom>
            <a:avLst/>
            <a:gdLst>
              <a:gd name="T0" fmla="*/ 0 w 402"/>
              <a:gd name="T1" fmla="*/ 0 h 223"/>
              <a:gd name="T2" fmla="*/ 0 w 402"/>
              <a:gd name="T3" fmla="*/ 223 h 223"/>
              <a:gd name="T4" fmla="*/ 402 w 402"/>
              <a:gd name="T5" fmla="*/ 0 h 223"/>
              <a:gd name="T6" fmla="*/ 0 w 402"/>
              <a:gd name="T7" fmla="*/ 0 h 223"/>
            </a:gdLst>
            <a:ahLst/>
            <a:cxnLst>
              <a:cxn ang="0">
                <a:pos x="T0" y="T1"/>
              </a:cxn>
              <a:cxn ang="0">
                <a:pos x="T2" y="T3"/>
              </a:cxn>
              <a:cxn ang="0">
                <a:pos x="T4" y="T5"/>
              </a:cxn>
              <a:cxn ang="0">
                <a:pos x="T6" y="T7"/>
              </a:cxn>
            </a:cxnLst>
            <a:rect l="0" t="0" r="r" b="b"/>
            <a:pathLst>
              <a:path w="402" h="223">
                <a:moveTo>
                  <a:pt x="0" y="0"/>
                </a:moveTo>
                <a:lnTo>
                  <a:pt x="0" y="223"/>
                </a:lnTo>
                <a:lnTo>
                  <a:pt x="402" y="0"/>
                </a:lnTo>
                <a:lnTo>
                  <a:pt x="0" y="0"/>
                </a:lnTo>
                <a:close/>
              </a:path>
            </a:pathLst>
          </a:custGeom>
          <a:solidFill>
            <a:srgbClr val="14405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21" name="Freeform 94"/>
          <p:cNvSpPr>
            <a:spLocks/>
          </p:cNvSpPr>
          <p:nvPr/>
        </p:nvSpPr>
        <p:spPr bwMode="auto">
          <a:xfrm rot="5400000" flipH="1" flipV="1">
            <a:off x="1677329" y="1743458"/>
            <a:ext cx="596347" cy="664302"/>
          </a:xfrm>
          <a:custGeom>
            <a:avLst/>
            <a:gdLst>
              <a:gd name="T0" fmla="*/ 411 w 411"/>
              <a:gd name="T1" fmla="*/ 458 h 458"/>
              <a:gd name="T2" fmla="*/ 0 w 411"/>
              <a:gd name="T3" fmla="*/ 230 h 458"/>
              <a:gd name="T4" fmla="*/ 411 w 411"/>
              <a:gd name="T5" fmla="*/ 0 h 458"/>
              <a:gd name="T6" fmla="*/ 411 w 411"/>
              <a:gd name="T7" fmla="*/ 458 h 458"/>
            </a:gdLst>
            <a:ahLst/>
            <a:cxnLst>
              <a:cxn ang="0">
                <a:pos x="T0" y="T1"/>
              </a:cxn>
              <a:cxn ang="0">
                <a:pos x="T2" y="T3"/>
              </a:cxn>
              <a:cxn ang="0">
                <a:pos x="T4" y="T5"/>
              </a:cxn>
              <a:cxn ang="0">
                <a:pos x="T6" y="T7"/>
              </a:cxn>
            </a:cxnLst>
            <a:rect l="0" t="0" r="r" b="b"/>
            <a:pathLst>
              <a:path w="411" h="458">
                <a:moveTo>
                  <a:pt x="411" y="458"/>
                </a:moveTo>
                <a:lnTo>
                  <a:pt x="0" y="230"/>
                </a:lnTo>
                <a:lnTo>
                  <a:pt x="411" y="0"/>
                </a:lnTo>
                <a:lnTo>
                  <a:pt x="411" y="458"/>
                </a:lnTo>
                <a:close/>
              </a:path>
            </a:pathLst>
          </a:custGeom>
          <a:solidFill>
            <a:schemeClr val="accent1">
              <a:lumMod val="20000"/>
              <a:lumOff val="80000"/>
            </a:scheme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22" name="Freeform 95"/>
          <p:cNvSpPr>
            <a:spLocks/>
          </p:cNvSpPr>
          <p:nvPr/>
        </p:nvSpPr>
        <p:spPr bwMode="auto">
          <a:xfrm rot="5400000" flipH="1" flipV="1">
            <a:off x="1020279" y="1753613"/>
            <a:ext cx="596347" cy="664302"/>
          </a:xfrm>
          <a:custGeom>
            <a:avLst/>
            <a:gdLst>
              <a:gd name="T0" fmla="*/ 411 w 411"/>
              <a:gd name="T1" fmla="*/ 458 h 458"/>
              <a:gd name="T2" fmla="*/ 0 w 411"/>
              <a:gd name="T3" fmla="*/ 230 h 458"/>
              <a:gd name="T4" fmla="*/ 411 w 411"/>
              <a:gd name="T5" fmla="*/ 0 h 458"/>
              <a:gd name="T6" fmla="*/ 411 w 411"/>
              <a:gd name="T7" fmla="*/ 458 h 458"/>
            </a:gdLst>
            <a:ahLst/>
            <a:cxnLst>
              <a:cxn ang="0">
                <a:pos x="T0" y="T1"/>
              </a:cxn>
              <a:cxn ang="0">
                <a:pos x="T2" y="T3"/>
              </a:cxn>
              <a:cxn ang="0">
                <a:pos x="T4" y="T5"/>
              </a:cxn>
              <a:cxn ang="0">
                <a:pos x="T6" y="T7"/>
              </a:cxn>
            </a:cxnLst>
            <a:rect l="0" t="0" r="r" b="b"/>
            <a:pathLst>
              <a:path w="411" h="458">
                <a:moveTo>
                  <a:pt x="411" y="458"/>
                </a:moveTo>
                <a:lnTo>
                  <a:pt x="0" y="230"/>
                </a:lnTo>
                <a:lnTo>
                  <a:pt x="411" y="0"/>
                </a:lnTo>
                <a:lnTo>
                  <a:pt x="411" y="458"/>
                </a:lnTo>
                <a:close/>
              </a:path>
            </a:pathLst>
          </a:custGeom>
          <a:solidFill>
            <a:srgbClr val="2980B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23" name="Freeform 96"/>
          <p:cNvSpPr>
            <a:spLocks/>
          </p:cNvSpPr>
          <p:nvPr/>
        </p:nvSpPr>
        <p:spPr bwMode="auto">
          <a:xfrm rot="5400000" flipH="1" flipV="1">
            <a:off x="690303" y="1754338"/>
            <a:ext cx="596347" cy="662852"/>
          </a:xfrm>
          <a:custGeom>
            <a:avLst/>
            <a:gdLst>
              <a:gd name="T0" fmla="*/ 0 w 411"/>
              <a:gd name="T1" fmla="*/ 0 h 457"/>
              <a:gd name="T2" fmla="*/ 411 w 411"/>
              <a:gd name="T3" fmla="*/ 227 h 457"/>
              <a:gd name="T4" fmla="*/ 0 w 411"/>
              <a:gd name="T5" fmla="*/ 457 h 457"/>
              <a:gd name="T6" fmla="*/ 0 w 411"/>
              <a:gd name="T7" fmla="*/ 0 h 457"/>
            </a:gdLst>
            <a:ahLst/>
            <a:cxnLst>
              <a:cxn ang="0">
                <a:pos x="T0" y="T1"/>
              </a:cxn>
              <a:cxn ang="0">
                <a:pos x="T2" y="T3"/>
              </a:cxn>
              <a:cxn ang="0">
                <a:pos x="T4" y="T5"/>
              </a:cxn>
              <a:cxn ang="0">
                <a:pos x="T6" y="T7"/>
              </a:cxn>
            </a:cxnLst>
            <a:rect l="0" t="0" r="r" b="b"/>
            <a:pathLst>
              <a:path w="411" h="457">
                <a:moveTo>
                  <a:pt x="0" y="0"/>
                </a:moveTo>
                <a:lnTo>
                  <a:pt x="411" y="227"/>
                </a:lnTo>
                <a:lnTo>
                  <a:pt x="0" y="457"/>
                </a:lnTo>
                <a:lnTo>
                  <a:pt x="0" y="0"/>
                </a:lnTo>
                <a:close/>
              </a:path>
            </a:pathLst>
          </a:custGeom>
          <a:solidFill>
            <a:srgbClr val="A2CEE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24" name="Freeform 97"/>
          <p:cNvSpPr>
            <a:spLocks/>
          </p:cNvSpPr>
          <p:nvPr/>
        </p:nvSpPr>
        <p:spPr bwMode="auto">
          <a:xfrm rot="5400000" flipH="1" flipV="1">
            <a:off x="-131369" y="1918961"/>
            <a:ext cx="586190" cy="323449"/>
          </a:xfrm>
          <a:custGeom>
            <a:avLst/>
            <a:gdLst>
              <a:gd name="T0" fmla="*/ 0 w 404"/>
              <a:gd name="T1" fmla="*/ 0 h 223"/>
              <a:gd name="T2" fmla="*/ 404 w 404"/>
              <a:gd name="T3" fmla="*/ 223 h 223"/>
              <a:gd name="T4" fmla="*/ 404 w 404"/>
              <a:gd name="T5" fmla="*/ 0 h 223"/>
              <a:gd name="T6" fmla="*/ 0 w 404"/>
              <a:gd name="T7" fmla="*/ 0 h 223"/>
            </a:gdLst>
            <a:ahLst/>
            <a:cxnLst>
              <a:cxn ang="0">
                <a:pos x="T0" y="T1"/>
              </a:cxn>
              <a:cxn ang="0">
                <a:pos x="T2" y="T3"/>
              </a:cxn>
              <a:cxn ang="0">
                <a:pos x="T4" y="T5"/>
              </a:cxn>
              <a:cxn ang="0">
                <a:pos x="T6" y="T7"/>
              </a:cxn>
            </a:cxnLst>
            <a:rect l="0" t="0" r="r" b="b"/>
            <a:pathLst>
              <a:path w="404" h="223">
                <a:moveTo>
                  <a:pt x="0" y="0"/>
                </a:moveTo>
                <a:lnTo>
                  <a:pt x="404" y="223"/>
                </a:lnTo>
                <a:lnTo>
                  <a:pt x="404" y="0"/>
                </a:lnTo>
                <a:lnTo>
                  <a:pt x="0" y="0"/>
                </a:lnTo>
                <a:close/>
              </a:path>
            </a:pathLst>
          </a:custGeom>
          <a:solidFill>
            <a:srgbClr val="14405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25" name="Freeform 98"/>
          <p:cNvSpPr>
            <a:spLocks/>
          </p:cNvSpPr>
          <p:nvPr/>
        </p:nvSpPr>
        <p:spPr bwMode="auto">
          <a:xfrm rot="5400000" flipH="1" flipV="1">
            <a:off x="1686033" y="1158717"/>
            <a:ext cx="593445" cy="664302"/>
          </a:xfrm>
          <a:custGeom>
            <a:avLst/>
            <a:gdLst>
              <a:gd name="T0" fmla="*/ 0 w 409"/>
              <a:gd name="T1" fmla="*/ 0 h 458"/>
              <a:gd name="T2" fmla="*/ 409 w 409"/>
              <a:gd name="T3" fmla="*/ 230 h 458"/>
              <a:gd name="T4" fmla="*/ 0 w 409"/>
              <a:gd name="T5" fmla="*/ 458 h 458"/>
              <a:gd name="T6" fmla="*/ 0 w 409"/>
              <a:gd name="T7" fmla="*/ 0 h 458"/>
            </a:gdLst>
            <a:ahLst/>
            <a:cxnLst>
              <a:cxn ang="0">
                <a:pos x="T0" y="T1"/>
              </a:cxn>
              <a:cxn ang="0">
                <a:pos x="T2" y="T3"/>
              </a:cxn>
              <a:cxn ang="0">
                <a:pos x="T4" y="T5"/>
              </a:cxn>
              <a:cxn ang="0">
                <a:pos x="T6" y="T7"/>
              </a:cxn>
            </a:cxnLst>
            <a:rect l="0" t="0" r="r" b="b"/>
            <a:pathLst>
              <a:path w="409" h="458">
                <a:moveTo>
                  <a:pt x="0" y="0"/>
                </a:moveTo>
                <a:lnTo>
                  <a:pt x="409" y="230"/>
                </a:lnTo>
                <a:lnTo>
                  <a:pt x="0" y="458"/>
                </a:lnTo>
                <a:lnTo>
                  <a:pt x="0" y="0"/>
                </a:lnTo>
                <a:close/>
              </a:path>
            </a:pathLst>
          </a:custGeom>
          <a:solidFill>
            <a:srgbClr val="2980B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26" name="Freeform 99"/>
          <p:cNvSpPr>
            <a:spLocks/>
          </p:cNvSpPr>
          <p:nvPr/>
        </p:nvSpPr>
        <p:spPr bwMode="auto">
          <a:xfrm rot="5400000" flipH="1" flipV="1">
            <a:off x="1355332" y="1158717"/>
            <a:ext cx="593445" cy="664302"/>
          </a:xfrm>
          <a:custGeom>
            <a:avLst/>
            <a:gdLst>
              <a:gd name="T0" fmla="*/ 409 w 409"/>
              <a:gd name="T1" fmla="*/ 458 h 458"/>
              <a:gd name="T2" fmla="*/ 0 w 409"/>
              <a:gd name="T3" fmla="*/ 228 h 458"/>
              <a:gd name="T4" fmla="*/ 409 w 409"/>
              <a:gd name="T5" fmla="*/ 0 h 458"/>
              <a:gd name="T6" fmla="*/ 409 w 409"/>
              <a:gd name="T7" fmla="*/ 458 h 458"/>
            </a:gdLst>
            <a:ahLst/>
            <a:cxnLst>
              <a:cxn ang="0">
                <a:pos x="T0" y="T1"/>
              </a:cxn>
              <a:cxn ang="0">
                <a:pos x="T2" y="T3"/>
              </a:cxn>
              <a:cxn ang="0">
                <a:pos x="T4" y="T5"/>
              </a:cxn>
              <a:cxn ang="0">
                <a:pos x="T6" y="T7"/>
              </a:cxn>
            </a:cxnLst>
            <a:rect l="0" t="0" r="r" b="b"/>
            <a:pathLst>
              <a:path w="409" h="458">
                <a:moveTo>
                  <a:pt x="409" y="458"/>
                </a:moveTo>
                <a:lnTo>
                  <a:pt x="0" y="228"/>
                </a:lnTo>
                <a:lnTo>
                  <a:pt x="409" y="0"/>
                </a:lnTo>
                <a:lnTo>
                  <a:pt x="409" y="458"/>
                </a:lnTo>
                <a:close/>
              </a:path>
            </a:pathLst>
          </a:custGeom>
          <a:solidFill>
            <a:srgbClr val="14405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27" name="Freeform 101"/>
          <p:cNvSpPr>
            <a:spLocks/>
          </p:cNvSpPr>
          <p:nvPr/>
        </p:nvSpPr>
        <p:spPr bwMode="auto">
          <a:xfrm rot="5400000" flipH="1" flipV="1">
            <a:off x="358154" y="1159442"/>
            <a:ext cx="593445" cy="662852"/>
          </a:xfrm>
          <a:custGeom>
            <a:avLst/>
            <a:gdLst>
              <a:gd name="T0" fmla="*/ 0 w 409"/>
              <a:gd name="T1" fmla="*/ 0 h 457"/>
              <a:gd name="T2" fmla="*/ 409 w 409"/>
              <a:gd name="T3" fmla="*/ 230 h 457"/>
              <a:gd name="T4" fmla="*/ 0 w 409"/>
              <a:gd name="T5" fmla="*/ 457 h 457"/>
              <a:gd name="T6" fmla="*/ 0 w 409"/>
              <a:gd name="T7" fmla="*/ 0 h 457"/>
            </a:gdLst>
            <a:ahLst/>
            <a:cxnLst>
              <a:cxn ang="0">
                <a:pos x="T0" y="T1"/>
              </a:cxn>
              <a:cxn ang="0">
                <a:pos x="T2" y="T3"/>
              </a:cxn>
              <a:cxn ang="0">
                <a:pos x="T4" y="T5"/>
              </a:cxn>
              <a:cxn ang="0">
                <a:pos x="T6" y="T7"/>
              </a:cxn>
            </a:cxnLst>
            <a:rect l="0" t="0" r="r" b="b"/>
            <a:pathLst>
              <a:path w="409" h="457">
                <a:moveTo>
                  <a:pt x="0" y="0"/>
                </a:moveTo>
                <a:lnTo>
                  <a:pt x="409" y="230"/>
                </a:lnTo>
                <a:lnTo>
                  <a:pt x="0" y="457"/>
                </a:lnTo>
                <a:lnTo>
                  <a:pt x="0" y="0"/>
                </a:lnTo>
                <a:close/>
              </a:path>
            </a:pathLst>
          </a:custGeom>
          <a:solidFill>
            <a:srgbClr val="2980B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28" name="Freeform 102"/>
          <p:cNvSpPr>
            <a:spLocks/>
          </p:cNvSpPr>
          <p:nvPr/>
        </p:nvSpPr>
        <p:spPr bwMode="auto">
          <a:xfrm rot="5400000" flipH="1" flipV="1">
            <a:off x="31804" y="1162343"/>
            <a:ext cx="593445" cy="657050"/>
          </a:xfrm>
          <a:custGeom>
            <a:avLst/>
            <a:gdLst>
              <a:gd name="T0" fmla="*/ 402 w 409"/>
              <a:gd name="T1" fmla="*/ 0 h 453"/>
              <a:gd name="T2" fmla="*/ 0 w 409"/>
              <a:gd name="T3" fmla="*/ 223 h 453"/>
              <a:gd name="T4" fmla="*/ 409 w 409"/>
              <a:gd name="T5" fmla="*/ 453 h 453"/>
              <a:gd name="T6" fmla="*/ 409 w 409"/>
              <a:gd name="T7" fmla="*/ 0 h 453"/>
              <a:gd name="T8" fmla="*/ 402 w 409"/>
              <a:gd name="T9" fmla="*/ 0 h 453"/>
            </a:gdLst>
            <a:ahLst/>
            <a:cxnLst>
              <a:cxn ang="0">
                <a:pos x="T0" y="T1"/>
              </a:cxn>
              <a:cxn ang="0">
                <a:pos x="T2" y="T3"/>
              </a:cxn>
              <a:cxn ang="0">
                <a:pos x="T4" y="T5"/>
              </a:cxn>
              <a:cxn ang="0">
                <a:pos x="T6" y="T7"/>
              </a:cxn>
              <a:cxn ang="0">
                <a:pos x="T8" y="T9"/>
              </a:cxn>
            </a:cxnLst>
            <a:rect l="0" t="0" r="r" b="b"/>
            <a:pathLst>
              <a:path w="409" h="453">
                <a:moveTo>
                  <a:pt x="402" y="0"/>
                </a:moveTo>
                <a:lnTo>
                  <a:pt x="0" y="223"/>
                </a:lnTo>
                <a:lnTo>
                  <a:pt x="409" y="453"/>
                </a:lnTo>
                <a:lnTo>
                  <a:pt x="409" y="0"/>
                </a:lnTo>
                <a:lnTo>
                  <a:pt x="402" y="0"/>
                </a:lnTo>
                <a:close/>
              </a:path>
            </a:pathLst>
          </a:custGeom>
          <a:solidFill>
            <a:schemeClr val="accent1">
              <a:lumMod val="20000"/>
              <a:lumOff val="80000"/>
            </a:scheme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29" name="Freeform 103"/>
          <p:cNvSpPr>
            <a:spLocks/>
          </p:cNvSpPr>
          <p:nvPr/>
        </p:nvSpPr>
        <p:spPr bwMode="auto">
          <a:xfrm rot="5400000" flipH="1" flipV="1">
            <a:off x="-129918" y="1334220"/>
            <a:ext cx="583288" cy="323449"/>
          </a:xfrm>
          <a:custGeom>
            <a:avLst/>
            <a:gdLst>
              <a:gd name="T0" fmla="*/ 0 w 402"/>
              <a:gd name="T1" fmla="*/ 0 h 223"/>
              <a:gd name="T2" fmla="*/ 0 w 402"/>
              <a:gd name="T3" fmla="*/ 223 h 223"/>
              <a:gd name="T4" fmla="*/ 402 w 402"/>
              <a:gd name="T5" fmla="*/ 0 h 223"/>
              <a:gd name="T6" fmla="*/ 0 w 402"/>
              <a:gd name="T7" fmla="*/ 0 h 223"/>
            </a:gdLst>
            <a:ahLst/>
            <a:cxnLst>
              <a:cxn ang="0">
                <a:pos x="T0" y="T1"/>
              </a:cxn>
              <a:cxn ang="0">
                <a:pos x="T2" y="T3"/>
              </a:cxn>
              <a:cxn ang="0">
                <a:pos x="T4" y="T5"/>
              </a:cxn>
              <a:cxn ang="0">
                <a:pos x="T6" y="T7"/>
              </a:cxn>
            </a:cxnLst>
            <a:rect l="0" t="0" r="r" b="b"/>
            <a:pathLst>
              <a:path w="402" h="223">
                <a:moveTo>
                  <a:pt x="0" y="0"/>
                </a:moveTo>
                <a:lnTo>
                  <a:pt x="0" y="223"/>
                </a:lnTo>
                <a:lnTo>
                  <a:pt x="402" y="0"/>
                </a:lnTo>
                <a:lnTo>
                  <a:pt x="0" y="0"/>
                </a:lnTo>
                <a:close/>
              </a:path>
            </a:pathLst>
          </a:custGeom>
          <a:solidFill>
            <a:srgbClr val="A2CEE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30" name="Freeform 104"/>
          <p:cNvSpPr>
            <a:spLocks/>
          </p:cNvSpPr>
          <p:nvPr/>
        </p:nvSpPr>
        <p:spPr bwMode="auto">
          <a:xfrm rot="5400000" flipH="1" flipV="1">
            <a:off x="1683856" y="563095"/>
            <a:ext cx="597798" cy="664302"/>
          </a:xfrm>
          <a:custGeom>
            <a:avLst/>
            <a:gdLst>
              <a:gd name="T0" fmla="*/ 412 w 412"/>
              <a:gd name="T1" fmla="*/ 458 h 458"/>
              <a:gd name="T2" fmla="*/ 0 w 412"/>
              <a:gd name="T3" fmla="*/ 230 h 458"/>
              <a:gd name="T4" fmla="*/ 412 w 412"/>
              <a:gd name="T5" fmla="*/ 0 h 458"/>
              <a:gd name="T6" fmla="*/ 412 w 412"/>
              <a:gd name="T7" fmla="*/ 458 h 458"/>
            </a:gdLst>
            <a:ahLst/>
            <a:cxnLst>
              <a:cxn ang="0">
                <a:pos x="T0" y="T1"/>
              </a:cxn>
              <a:cxn ang="0">
                <a:pos x="T2" y="T3"/>
              </a:cxn>
              <a:cxn ang="0">
                <a:pos x="T4" y="T5"/>
              </a:cxn>
              <a:cxn ang="0">
                <a:pos x="T6" y="T7"/>
              </a:cxn>
            </a:cxnLst>
            <a:rect l="0" t="0" r="r" b="b"/>
            <a:pathLst>
              <a:path w="412" h="458">
                <a:moveTo>
                  <a:pt x="412" y="458"/>
                </a:moveTo>
                <a:lnTo>
                  <a:pt x="0" y="230"/>
                </a:lnTo>
                <a:lnTo>
                  <a:pt x="412" y="0"/>
                </a:lnTo>
                <a:lnTo>
                  <a:pt x="412" y="458"/>
                </a:lnTo>
                <a:close/>
              </a:path>
            </a:pathLst>
          </a:custGeom>
          <a:solidFill>
            <a:srgbClr val="1F608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31" name="Freeform 105"/>
          <p:cNvSpPr>
            <a:spLocks/>
          </p:cNvSpPr>
          <p:nvPr/>
        </p:nvSpPr>
        <p:spPr bwMode="auto">
          <a:xfrm rot="5400000" flipH="1" flipV="1">
            <a:off x="1019553" y="563095"/>
            <a:ext cx="597798" cy="664302"/>
          </a:xfrm>
          <a:custGeom>
            <a:avLst/>
            <a:gdLst>
              <a:gd name="T0" fmla="*/ 412 w 412"/>
              <a:gd name="T1" fmla="*/ 458 h 458"/>
              <a:gd name="T2" fmla="*/ 0 w 412"/>
              <a:gd name="T3" fmla="*/ 230 h 458"/>
              <a:gd name="T4" fmla="*/ 412 w 412"/>
              <a:gd name="T5" fmla="*/ 0 h 458"/>
              <a:gd name="T6" fmla="*/ 412 w 412"/>
              <a:gd name="T7" fmla="*/ 458 h 458"/>
            </a:gdLst>
            <a:ahLst/>
            <a:cxnLst>
              <a:cxn ang="0">
                <a:pos x="T0" y="T1"/>
              </a:cxn>
              <a:cxn ang="0">
                <a:pos x="T2" y="T3"/>
              </a:cxn>
              <a:cxn ang="0">
                <a:pos x="T4" y="T5"/>
              </a:cxn>
              <a:cxn ang="0">
                <a:pos x="T6" y="T7"/>
              </a:cxn>
            </a:cxnLst>
            <a:rect l="0" t="0" r="r" b="b"/>
            <a:pathLst>
              <a:path w="412" h="458">
                <a:moveTo>
                  <a:pt x="412" y="458"/>
                </a:moveTo>
                <a:lnTo>
                  <a:pt x="0" y="230"/>
                </a:lnTo>
                <a:lnTo>
                  <a:pt x="412" y="0"/>
                </a:lnTo>
                <a:lnTo>
                  <a:pt x="412" y="458"/>
                </a:lnTo>
                <a:close/>
              </a:path>
            </a:pathLst>
          </a:custGeom>
          <a:solidFill>
            <a:srgbClr val="2980B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32" name="Freeform 106"/>
          <p:cNvSpPr>
            <a:spLocks/>
          </p:cNvSpPr>
          <p:nvPr/>
        </p:nvSpPr>
        <p:spPr bwMode="auto">
          <a:xfrm rot="5400000" flipH="1" flipV="1">
            <a:off x="689578" y="563820"/>
            <a:ext cx="597798" cy="662852"/>
          </a:xfrm>
          <a:custGeom>
            <a:avLst/>
            <a:gdLst>
              <a:gd name="T0" fmla="*/ 0 w 412"/>
              <a:gd name="T1" fmla="*/ 0 h 457"/>
              <a:gd name="T2" fmla="*/ 412 w 412"/>
              <a:gd name="T3" fmla="*/ 227 h 457"/>
              <a:gd name="T4" fmla="*/ 0 w 412"/>
              <a:gd name="T5" fmla="*/ 457 h 457"/>
              <a:gd name="T6" fmla="*/ 0 w 412"/>
              <a:gd name="T7" fmla="*/ 0 h 457"/>
            </a:gdLst>
            <a:ahLst/>
            <a:cxnLst>
              <a:cxn ang="0">
                <a:pos x="T0" y="T1"/>
              </a:cxn>
              <a:cxn ang="0">
                <a:pos x="T2" y="T3"/>
              </a:cxn>
              <a:cxn ang="0">
                <a:pos x="T4" y="T5"/>
              </a:cxn>
              <a:cxn ang="0">
                <a:pos x="T6" y="T7"/>
              </a:cxn>
            </a:cxnLst>
            <a:rect l="0" t="0" r="r" b="b"/>
            <a:pathLst>
              <a:path w="412" h="457">
                <a:moveTo>
                  <a:pt x="0" y="0"/>
                </a:moveTo>
                <a:lnTo>
                  <a:pt x="412" y="227"/>
                </a:lnTo>
                <a:lnTo>
                  <a:pt x="0" y="457"/>
                </a:lnTo>
                <a:lnTo>
                  <a:pt x="0" y="0"/>
                </a:lnTo>
                <a:close/>
              </a:path>
            </a:pathLst>
          </a:custGeom>
          <a:solidFill>
            <a:srgbClr val="A2CEE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33" name="Freeform 107"/>
          <p:cNvSpPr>
            <a:spLocks/>
          </p:cNvSpPr>
          <p:nvPr/>
        </p:nvSpPr>
        <p:spPr bwMode="auto">
          <a:xfrm rot="5400000" flipH="1" flipV="1">
            <a:off x="355977" y="563820"/>
            <a:ext cx="597798" cy="662852"/>
          </a:xfrm>
          <a:custGeom>
            <a:avLst/>
            <a:gdLst>
              <a:gd name="T0" fmla="*/ 412 w 412"/>
              <a:gd name="T1" fmla="*/ 457 h 457"/>
              <a:gd name="T2" fmla="*/ 0 w 412"/>
              <a:gd name="T3" fmla="*/ 230 h 457"/>
              <a:gd name="T4" fmla="*/ 412 w 412"/>
              <a:gd name="T5" fmla="*/ 0 h 457"/>
              <a:gd name="T6" fmla="*/ 412 w 412"/>
              <a:gd name="T7" fmla="*/ 457 h 457"/>
            </a:gdLst>
            <a:ahLst/>
            <a:cxnLst>
              <a:cxn ang="0">
                <a:pos x="T0" y="T1"/>
              </a:cxn>
              <a:cxn ang="0">
                <a:pos x="T2" y="T3"/>
              </a:cxn>
              <a:cxn ang="0">
                <a:pos x="T4" y="T5"/>
              </a:cxn>
              <a:cxn ang="0">
                <a:pos x="T6" y="T7"/>
              </a:cxn>
            </a:cxnLst>
            <a:rect l="0" t="0" r="r" b="b"/>
            <a:pathLst>
              <a:path w="412" h="457">
                <a:moveTo>
                  <a:pt x="412" y="457"/>
                </a:moveTo>
                <a:lnTo>
                  <a:pt x="0" y="230"/>
                </a:lnTo>
                <a:lnTo>
                  <a:pt x="412" y="0"/>
                </a:lnTo>
                <a:lnTo>
                  <a:pt x="412" y="457"/>
                </a:lnTo>
                <a:close/>
              </a:path>
            </a:pathLst>
          </a:custGeom>
          <a:solidFill>
            <a:srgbClr val="14405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34" name="Freeform 108"/>
          <p:cNvSpPr>
            <a:spLocks/>
          </p:cNvSpPr>
          <p:nvPr/>
        </p:nvSpPr>
        <p:spPr bwMode="auto">
          <a:xfrm rot="5400000" flipH="1" flipV="1">
            <a:off x="29628" y="566721"/>
            <a:ext cx="597798" cy="657050"/>
          </a:xfrm>
          <a:custGeom>
            <a:avLst/>
            <a:gdLst>
              <a:gd name="T0" fmla="*/ 0 w 412"/>
              <a:gd name="T1" fmla="*/ 0 h 453"/>
              <a:gd name="T2" fmla="*/ 0 w 412"/>
              <a:gd name="T3" fmla="*/ 453 h 453"/>
              <a:gd name="T4" fmla="*/ 412 w 412"/>
              <a:gd name="T5" fmla="*/ 223 h 453"/>
              <a:gd name="T6" fmla="*/ 10 w 412"/>
              <a:gd name="T7" fmla="*/ 0 h 453"/>
              <a:gd name="T8" fmla="*/ 0 w 412"/>
              <a:gd name="T9" fmla="*/ 0 h 453"/>
            </a:gdLst>
            <a:ahLst/>
            <a:cxnLst>
              <a:cxn ang="0">
                <a:pos x="T0" y="T1"/>
              </a:cxn>
              <a:cxn ang="0">
                <a:pos x="T2" y="T3"/>
              </a:cxn>
              <a:cxn ang="0">
                <a:pos x="T4" y="T5"/>
              </a:cxn>
              <a:cxn ang="0">
                <a:pos x="T6" y="T7"/>
              </a:cxn>
              <a:cxn ang="0">
                <a:pos x="T8" y="T9"/>
              </a:cxn>
            </a:cxnLst>
            <a:rect l="0" t="0" r="r" b="b"/>
            <a:pathLst>
              <a:path w="412" h="453">
                <a:moveTo>
                  <a:pt x="0" y="0"/>
                </a:moveTo>
                <a:lnTo>
                  <a:pt x="0" y="453"/>
                </a:lnTo>
                <a:lnTo>
                  <a:pt x="412" y="223"/>
                </a:lnTo>
                <a:lnTo>
                  <a:pt x="10" y="0"/>
                </a:lnTo>
                <a:lnTo>
                  <a:pt x="0" y="0"/>
                </a:lnTo>
                <a:close/>
              </a:path>
            </a:pathLst>
          </a:custGeom>
          <a:solidFill>
            <a:srgbClr val="2980B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35" name="Freeform 109"/>
          <p:cNvSpPr>
            <a:spLocks/>
          </p:cNvSpPr>
          <p:nvPr/>
        </p:nvSpPr>
        <p:spPr bwMode="auto">
          <a:xfrm rot="5400000" flipH="1" flipV="1">
            <a:off x="-129918" y="726266"/>
            <a:ext cx="583288" cy="323449"/>
          </a:xfrm>
          <a:custGeom>
            <a:avLst/>
            <a:gdLst>
              <a:gd name="T0" fmla="*/ 0 w 402"/>
              <a:gd name="T1" fmla="*/ 0 h 223"/>
              <a:gd name="T2" fmla="*/ 402 w 402"/>
              <a:gd name="T3" fmla="*/ 223 h 223"/>
              <a:gd name="T4" fmla="*/ 402 w 402"/>
              <a:gd name="T5" fmla="*/ 0 h 223"/>
              <a:gd name="T6" fmla="*/ 0 w 402"/>
              <a:gd name="T7" fmla="*/ 0 h 223"/>
            </a:gdLst>
            <a:ahLst/>
            <a:cxnLst>
              <a:cxn ang="0">
                <a:pos x="T0" y="T1"/>
              </a:cxn>
              <a:cxn ang="0">
                <a:pos x="T2" y="T3"/>
              </a:cxn>
              <a:cxn ang="0">
                <a:pos x="T4" y="T5"/>
              </a:cxn>
              <a:cxn ang="0">
                <a:pos x="T6" y="T7"/>
              </a:cxn>
            </a:cxnLst>
            <a:rect l="0" t="0" r="r" b="b"/>
            <a:pathLst>
              <a:path w="402" h="223">
                <a:moveTo>
                  <a:pt x="0" y="0"/>
                </a:moveTo>
                <a:lnTo>
                  <a:pt x="402" y="223"/>
                </a:lnTo>
                <a:lnTo>
                  <a:pt x="402" y="0"/>
                </a:lnTo>
                <a:lnTo>
                  <a:pt x="0" y="0"/>
                </a:lnTo>
                <a:close/>
              </a:path>
            </a:pathLst>
          </a:custGeom>
          <a:solidFill>
            <a:srgbClr val="14405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36" name="Freeform 112"/>
          <p:cNvSpPr>
            <a:spLocks/>
          </p:cNvSpPr>
          <p:nvPr/>
        </p:nvSpPr>
        <p:spPr bwMode="auto">
          <a:xfrm rot="5400000" flipH="1" flipV="1">
            <a:off x="690303" y="-33253"/>
            <a:ext cx="596347" cy="662852"/>
          </a:xfrm>
          <a:custGeom>
            <a:avLst/>
            <a:gdLst>
              <a:gd name="T0" fmla="*/ 411 w 411"/>
              <a:gd name="T1" fmla="*/ 457 h 457"/>
              <a:gd name="T2" fmla="*/ 0 w 411"/>
              <a:gd name="T3" fmla="*/ 227 h 457"/>
              <a:gd name="T4" fmla="*/ 411 w 411"/>
              <a:gd name="T5" fmla="*/ 0 h 457"/>
              <a:gd name="T6" fmla="*/ 411 w 411"/>
              <a:gd name="T7" fmla="*/ 457 h 457"/>
            </a:gdLst>
            <a:ahLst/>
            <a:cxnLst>
              <a:cxn ang="0">
                <a:pos x="T0" y="T1"/>
              </a:cxn>
              <a:cxn ang="0">
                <a:pos x="T2" y="T3"/>
              </a:cxn>
              <a:cxn ang="0">
                <a:pos x="T4" y="T5"/>
              </a:cxn>
              <a:cxn ang="0">
                <a:pos x="T6" y="T7"/>
              </a:cxn>
            </a:cxnLst>
            <a:rect l="0" t="0" r="r" b="b"/>
            <a:pathLst>
              <a:path w="411" h="457">
                <a:moveTo>
                  <a:pt x="411" y="457"/>
                </a:moveTo>
                <a:lnTo>
                  <a:pt x="0" y="227"/>
                </a:lnTo>
                <a:lnTo>
                  <a:pt x="411" y="0"/>
                </a:lnTo>
                <a:lnTo>
                  <a:pt x="411" y="457"/>
                </a:lnTo>
                <a:close/>
              </a:path>
            </a:pathLst>
          </a:custGeom>
          <a:solidFill>
            <a:srgbClr val="A2CEE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37" name="Freeform 113"/>
          <p:cNvSpPr>
            <a:spLocks/>
          </p:cNvSpPr>
          <p:nvPr/>
        </p:nvSpPr>
        <p:spPr bwMode="auto">
          <a:xfrm rot="5400000" flipH="1" flipV="1">
            <a:off x="30353" y="-30352"/>
            <a:ext cx="596347" cy="657050"/>
          </a:xfrm>
          <a:custGeom>
            <a:avLst/>
            <a:gdLst>
              <a:gd name="T0" fmla="*/ 404 w 411"/>
              <a:gd name="T1" fmla="*/ 0 h 453"/>
              <a:gd name="T2" fmla="*/ 0 w 411"/>
              <a:gd name="T3" fmla="*/ 223 h 453"/>
              <a:gd name="T4" fmla="*/ 411 w 411"/>
              <a:gd name="T5" fmla="*/ 453 h 453"/>
              <a:gd name="T6" fmla="*/ 411 w 411"/>
              <a:gd name="T7" fmla="*/ 0 h 453"/>
              <a:gd name="T8" fmla="*/ 404 w 411"/>
              <a:gd name="T9" fmla="*/ 0 h 453"/>
            </a:gdLst>
            <a:ahLst/>
            <a:cxnLst>
              <a:cxn ang="0">
                <a:pos x="T0" y="T1"/>
              </a:cxn>
              <a:cxn ang="0">
                <a:pos x="T2" y="T3"/>
              </a:cxn>
              <a:cxn ang="0">
                <a:pos x="T4" y="T5"/>
              </a:cxn>
              <a:cxn ang="0">
                <a:pos x="T6" y="T7"/>
              </a:cxn>
              <a:cxn ang="0">
                <a:pos x="T8" y="T9"/>
              </a:cxn>
            </a:cxnLst>
            <a:rect l="0" t="0" r="r" b="b"/>
            <a:pathLst>
              <a:path w="411" h="453">
                <a:moveTo>
                  <a:pt x="404" y="0"/>
                </a:moveTo>
                <a:lnTo>
                  <a:pt x="0" y="223"/>
                </a:lnTo>
                <a:lnTo>
                  <a:pt x="411" y="453"/>
                </a:lnTo>
                <a:lnTo>
                  <a:pt x="411" y="0"/>
                </a:lnTo>
                <a:lnTo>
                  <a:pt x="404" y="0"/>
                </a:lnTo>
                <a:close/>
              </a:path>
            </a:pathLst>
          </a:custGeom>
          <a:solidFill>
            <a:srgbClr val="2980B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38" name="Freeform 114"/>
          <p:cNvSpPr>
            <a:spLocks/>
          </p:cNvSpPr>
          <p:nvPr/>
        </p:nvSpPr>
        <p:spPr bwMode="auto">
          <a:xfrm rot="5400000" flipH="1" flipV="1">
            <a:off x="-131369" y="141527"/>
            <a:ext cx="586190" cy="323449"/>
          </a:xfrm>
          <a:custGeom>
            <a:avLst/>
            <a:gdLst>
              <a:gd name="T0" fmla="*/ 0 w 404"/>
              <a:gd name="T1" fmla="*/ 0 h 223"/>
              <a:gd name="T2" fmla="*/ 0 w 404"/>
              <a:gd name="T3" fmla="*/ 223 h 223"/>
              <a:gd name="T4" fmla="*/ 404 w 404"/>
              <a:gd name="T5" fmla="*/ 0 h 223"/>
              <a:gd name="T6" fmla="*/ 0 w 404"/>
              <a:gd name="T7" fmla="*/ 0 h 223"/>
            </a:gdLst>
            <a:ahLst/>
            <a:cxnLst>
              <a:cxn ang="0">
                <a:pos x="T0" y="T1"/>
              </a:cxn>
              <a:cxn ang="0">
                <a:pos x="T2" y="T3"/>
              </a:cxn>
              <a:cxn ang="0">
                <a:pos x="T4" y="T5"/>
              </a:cxn>
              <a:cxn ang="0">
                <a:pos x="T6" y="T7"/>
              </a:cxn>
            </a:cxnLst>
            <a:rect l="0" t="0" r="r" b="b"/>
            <a:pathLst>
              <a:path w="404" h="223">
                <a:moveTo>
                  <a:pt x="0" y="0"/>
                </a:moveTo>
                <a:lnTo>
                  <a:pt x="0" y="223"/>
                </a:lnTo>
                <a:lnTo>
                  <a:pt x="404" y="0"/>
                </a:lnTo>
                <a:lnTo>
                  <a:pt x="0" y="0"/>
                </a:lnTo>
                <a:close/>
              </a:path>
            </a:pathLst>
          </a:custGeom>
          <a:solidFill>
            <a:srgbClr val="A2CEE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121917" tIns="60958" rIns="121917" bIns="60958" numCol="1" anchor="t" anchorCtr="0" compatLnSpc="1">
            <a:prstTxWarp prst="textNoShape">
              <a:avLst/>
            </a:prstTxWarp>
          </a:bodyPr>
          <a:lstStyle/>
          <a:p>
            <a:endParaRPr lang="en-US" dirty="0">
              <a:solidFill>
                <a:prstClr val="black"/>
              </a:solidFill>
            </a:endParaRPr>
          </a:p>
        </p:txBody>
      </p:sp>
      <p:sp>
        <p:nvSpPr>
          <p:cNvPr id="139" name="Freeform 100"/>
          <p:cNvSpPr>
            <a:spLocks/>
          </p:cNvSpPr>
          <p:nvPr/>
        </p:nvSpPr>
        <p:spPr bwMode="auto">
          <a:xfrm rot="5400000" flipH="1" flipV="1">
            <a:off x="1021729" y="1158716"/>
            <a:ext cx="593444" cy="664303"/>
          </a:xfrm>
          <a:custGeom>
            <a:avLst/>
            <a:gdLst>
              <a:gd name="T0" fmla="*/ 0 w 409"/>
              <a:gd name="T1" fmla="*/ 0 h 458"/>
              <a:gd name="T2" fmla="*/ 409 w 409"/>
              <a:gd name="T3" fmla="*/ 230 h 458"/>
              <a:gd name="T4" fmla="*/ 0 w 409"/>
              <a:gd name="T5" fmla="*/ 458 h 458"/>
              <a:gd name="T6" fmla="*/ 0 w 409"/>
              <a:gd name="T7" fmla="*/ 0 h 458"/>
            </a:gdLst>
            <a:ahLst/>
            <a:cxnLst>
              <a:cxn ang="0">
                <a:pos x="T0" y="T1"/>
              </a:cxn>
              <a:cxn ang="0">
                <a:pos x="T2" y="T3"/>
              </a:cxn>
              <a:cxn ang="0">
                <a:pos x="T4" y="T5"/>
              </a:cxn>
              <a:cxn ang="0">
                <a:pos x="T6" y="T7"/>
              </a:cxn>
            </a:cxnLst>
            <a:rect l="0" t="0" r="r" b="b"/>
            <a:pathLst>
              <a:path w="409" h="458">
                <a:moveTo>
                  <a:pt x="0" y="0"/>
                </a:moveTo>
                <a:lnTo>
                  <a:pt x="409" y="230"/>
                </a:lnTo>
                <a:lnTo>
                  <a:pt x="0" y="458"/>
                </a:lnTo>
                <a:lnTo>
                  <a:pt x="0" y="0"/>
                </a:lnTo>
                <a:close/>
              </a:path>
            </a:pathLst>
          </a:custGeom>
          <a:solidFill>
            <a:srgbClr val="1F608A"/>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38" tIns="45719" rIns="91438" bIns="45719" numCol="1" anchor="t" anchorCtr="0" compatLnSpc="1">
            <a:prstTxWarp prst="textNoShape">
              <a:avLst/>
            </a:prstTxWarp>
          </a:bodyPr>
          <a:lstStyle/>
          <a:p>
            <a:endParaRPr lang="en-US" dirty="0">
              <a:solidFill>
                <a:prstClr val="black"/>
              </a:solidFill>
            </a:endParaRPr>
          </a:p>
        </p:txBody>
      </p:sp>
      <p:sp>
        <p:nvSpPr>
          <p:cNvPr id="140" name="Freeform 87"/>
          <p:cNvSpPr>
            <a:spLocks/>
          </p:cNvSpPr>
          <p:nvPr/>
        </p:nvSpPr>
        <p:spPr bwMode="auto">
          <a:xfrm rot="5400000" flipH="1" flipV="1">
            <a:off x="30353" y="2951385"/>
            <a:ext cx="596347" cy="657050"/>
          </a:xfrm>
          <a:custGeom>
            <a:avLst/>
            <a:gdLst>
              <a:gd name="T0" fmla="*/ 0 w 411"/>
              <a:gd name="T1" fmla="*/ 0 h 453"/>
              <a:gd name="T2" fmla="*/ 0 w 411"/>
              <a:gd name="T3" fmla="*/ 453 h 453"/>
              <a:gd name="T4" fmla="*/ 411 w 411"/>
              <a:gd name="T5" fmla="*/ 223 h 453"/>
              <a:gd name="T6" fmla="*/ 7 w 411"/>
              <a:gd name="T7" fmla="*/ 0 h 453"/>
              <a:gd name="T8" fmla="*/ 0 w 411"/>
              <a:gd name="T9" fmla="*/ 0 h 453"/>
            </a:gdLst>
            <a:ahLst/>
            <a:cxnLst>
              <a:cxn ang="0">
                <a:pos x="T0" y="T1"/>
              </a:cxn>
              <a:cxn ang="0">
                <a:pos x="T2" y="T3"/>
              </a:cxn>
              <a:cxn ang="0">
                <a:pos x="T4" y="T5"/>
              </a:cxn>
              <a:cxn ang="0">
                <a:pos x="T6" y="T7"/>
              </a:cxn>
              <a:cxn ang="0">
                <a:pos x="T8" y="T9"/>
              </a:cxn>
            </a:cxnLst>
            <a:rect l="0" t="0" r="r" b="b"/>
            <a:pathLst>
              <a:path w="411" h="453">
                <a:moveTo>
                  <a:pt x="0" y="0"/>
                </a:moveTo>
                <a:lnTo>
                  <a:pt x="0" y="453"/>
                </a:lnTo>
                <a:lnTo>
                  <a:pt x="411" y="223"/>
                </a:lnTo>
                <a:lnTo>
                  <a:pt x="7" y="0"/>
                </a:lnTo>
                <a:lnTo>
                  <a:pt x="0" y="0"/>
                </a:lnTo>
                <a:close/>
              </a:path>
            </a:pathLst>
          </a:custGeom>
          <a:solidFill>
            <a:srgbClr val="14405C"/>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38" tIns="45719" rIns="91438" bIns="45719" numCol="1" anchor="t" anchorCtr="0" compatLnSpc="1">
            <a:prstTxWarp prst="textNoShape">
              <a:avLst/>
            </a:prstTxWarp>
          </a:bodyPr>
          <a:lstStyle/>
          <a:p>
            <a:endParaRPr lang="en-US" dirty="0">
              <a:solidFill>
                <a:prstClr val="black"/>
              </a:solidFill>
            </a:endParaRPr>
          </a:p>
        </p:txBody>
      </p:sp>
      <p:sp>
        <p:nvSpPr>
          <p:cNvPr id="141" name="Freeform 111"/>
          <p:cNvSpPr>
            <a:spLocks/>
          </p:cNvSpPr>
          <p:nvPr/>
        </p:nvSpPr>
        <p:spPr bwMode="auto">
          <a:xfrm rot="5400000" flipH="1" flipV="1">
            <a:off x="1020280" y="-33977"/>
            <a:ext cx="596347" cy="664303"/>
          </a:xfrm>
          <a:custGeom>
            <a:avLst/>
            <a:gdLst>
              <a:gd name="T0" fmla="*/ 0 w 411"/>
              <a:gd name="T1" fmla="*/ 0 h 458"/>
              <a:gd name="T2" fmla="*/ 411 w 411"/>
              <a:gd name="T3" fmla="*/ 230 h 458"/>
              <a:gd name="T4" fmla="*/ 0 w 411"/>
              <a:gd name="T5" fmla="*/ 458 h 458"/>
              <a:gd name="T6" fmla="*/ 0 w 411"/>
              <a:gd name="T7" fmla="*/ 0 h 458"/>
            </a:gdLst>
            <a:ahLst/>
            <a:cxnLst>
              <a:cxn ang="0">
                <a:pos x="T0" y="T1"/>
              </a:cxn>
              <a:cxn ang="0">
                <a:pos x="T2" y="T3"/>
              </a:cxn>
              <a:cxn ang="0">
                <a:pos x="T4" y="T5"/>
              </a:cxn>
              <a:cxn ang="0">
                <a:pos x="T6" y="T7"/>
              </a:cxn>
            </a:cxnLst>
            <a:rect l="0" t="0" r="r" b="b"/>
            <a:pathLst>
              <a:path w="411" h="458">
                <a:moveTo>
                  <a:pt x="0" y="0"/>
                </a:moveTo>
                <a:lnTo>
                  <a:pt x="411" y="230"/>
                </a:lnTo>
                <a:lnTo>
                  <a:pt x="0" y="458"/>
                </a:lnTo>
                <a:lnTo>
                  <a:pt x="0" y="0"/>
                </a:lnTo>
                <a:close/>
              </a:path>
            </a:pathLst>
          </a:custGeom>
          <a:solidFill>
            <a:schemeClr val="accent1">
              <a:lumMod val="20000"/>
              <a:lumOff val="80000"/>
            </a:scheme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38" tIns="45719" rIns="91438" bIns="45719" numCol="1" anchor="t" anchorCtr="0" compatLnSpc="1">
            <a:prstTxWarp prst="textNoShape">
              <a:avLst/>
            </a:prstTxWarp>
          </a:bodyPr>
          <a:lstStyle/>
          <a:p>
            <a:endParaRPr lang="en-US" dirty="0">
              <a:solidFill>
                <a:prstClr val="black"/>
              </a:solidFill>
            </a:endParaRPr>
          </a:p>
        </p:txBody>
      </p:sp>
      <p:sp>
        <p:nvSpPr>
          <p:cNvPr id="64" name="Title 1">
            <a:extLst>
              <a:ext uri="{FF2B5EF4-FFF2-40B4-BE49-F238E27FC236}">
                <a16:creationId xmlns:a16="http://schemas.microsoft.com/office/drawing/2014/main" id="{251CF9F1-C3B6-4024-94EB-197508B0CBD2}"/>
              </a:ext>
            </a:extLst>
          </p:cNvPr>
          <p:cNvSpPr>
            <a:spLocks noGrp="1"/>
          </p:cNvSpPr>
          <p:nvPr>
            <p:ph type="title"/>
          </p:nvPr>
        </p:nvSpPr>
        <p:spPr>
          <a:xfrm>
            <a:off x="2743199" y="2398448"/>
            <a:ext cx="6042455" cy="498598"/>
          </a:xfrm>
        </p:spPr>
        <p:txBody>
          <a:bodyPr>
            <a:noAutofit/>
          </a:bodyPr>
          <a:lstStyle/>
          <a:p>
            <a:pPr algn="ctr"/>
            <a:r>
              <a:rPr lang="en-US" b="1">
                <a:latin typeface="+mn-lt"/>
              </a:rPr>
              <a:t>SWE 4101</a:t>
            </a:r>
            <a:endParaRPr lang="en-US" b="1" dirty="0">
              <a:latin typeface="+mn-lt"/>
            </a:endParaRPr>
          </a:p>
        </p:txBody>
      </p:sp>
      <p:sp>
        <p:nvSpPr>
          <p:cNvPr id="65" name="Title 1">
            <a:extLst>
              <a:ext uri="{FF2B5EF4-FFF2-40B4-BE49-F238E27FC236}">
                <a16:creationId xmlns:a16="http://schemas.microsoft.com/office/drawing/2014/main" id="{67870A9E-016F-410C-BF87-30DB55398972}"/>
              </a:ext>
            </a:extLst>
          </p:cNvPr>
          <p:cNvSpPr txBox="1">
            <a:spLocks/>
          </p:cNvSpPr>
          <p:nvPr/>
        </p:nvSpPr>
        <p:spPr>
          <a:xfrm>
            <a:off x="2743199" y="3237408"/>
            <a:ext cx="6042455" cy="498598"/>
          </a:xfrm>
          <a:prstGeom prst="rect">
            <a:avLst/>
          </a:prstGeom>
        </p:spPr>
        <p:txBody>
          <a:bodyPr vert="horz" lIns="91438" tIns="45719" rIns="91438" bIns="45719" rtlCol="0" anchor="ctr">
            <a:noAutofit/>
          </a:bodyPr>
          <a:lstStyle>
            <a:lvl1pPr algn="l" defTabSz="914309"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latin typeface="+mn-lt"/>
              </a:rPr>
              <a:t>Lec – 3</a:t>
            </a:r>
          </a:p>
        </p:txBody>
      </p:sp>
      <p:sp>
        <p:nvSpPr>
          <p:cNvPr id="66" name="Rectangle 65">
            <a:extLst>
              <a:ext uri="{FF2B5EF4-FFF2-40B4-BE49-F238E27FC236}">
                <a16:creationId xmlns:a16="http://schemas.microsoft.com/office/drawing/2014/main" id="{6D5BC685-43CB-4F03-B015-7EA9F95DF603}"/>
              </a:ext>
            </a:extLst>
          </p:cNvPr>
          <p:cNvSpPr/>
          <p:nvPr/>
        </p:nvSpPr>
        <p:spPr>
          <a:xfrm>
            <a:off x="1319904" y="3608037"/>
            <a:ext cx="9678296" cy="769441"/>
          </a:xfrm>
          <a:prstGeom prst="rect">
            <a:avLst/>
          </a:prstGeom>
        </p:spPr>
        <p:txBody>
          <a:bodyPr wrap="square">
            <a:spAutoFit/>
          </a:bodyPr>
          <a:lstStyle/>
          <a:p>
            <a:pPr algn="ctr"/>
            <a:r>
              <a:rPr lang="en-US" sz="4400" b="1" dirty="0">
                <a:solidFill>
                  <a:schemeClr val="accent1">
                    <a:lumMod val="90000"/>
                    <a:lumOff val="10000"/>
                  </a:schemeClr>
                </a:solidFill>
                <a:latin typeface="+mj-lt"/>
                <a:ea typeface="Calibri" panose="020F0502020204030204" pitchFamily="34" charset="0"/>
              </a:rPr>
              <a:t>Software Design</a:t>
            </a:r>
          </a:p>
        </p:txBody>
      </p:sp>
    </p:spTree>
    <p:extLst>
      <p:ext uri="{BB962C8B-B14F-4D97-AF65-F5344CB8AC3E}">
        <p14:creationId xmlns:p14="http://schemas.microsoft.com/office/powerpoint/2010/main" val="3533598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path" presetSubtype="0" accel="50000" decel="50000" fill="hold" grpId="0" nodeType="withEffect">
                                  <p:stCondLst>
                                    <p:cond delay="0"/>
                                  </p:stCondLst>
                                  <p:childTnLst>
                                    <p:animMotion origin="layout" path="M -0.19913 -0.13271 L 4.16667E-6 -1.23457E-6 " pathEditMode="relative" rAng="0" ptsTypes="AA">
                                      <p:cBhvr>
                                        <p:cTn id="6" dur="4000" fill="hold"/>
                                        <p:tgtEl>
                                          <p:spTgt spid="53"/>
                                        </p:tgtEl>
                                        <p:attrNameLst>
                                          <p:attrName>ppt_x</p:attrName>
                                          <p:attrName>ppt_y</p:attrName>
                                        </p:attrNameLst>
                                      </p:cBhvr>
                                      <p:rCtr x="9931" y="6543"/>
                                    </p:animMotion>
                                  </p:childTnLst>
                                </p:cTn>
                              </p:par>
                              <p:par>
                                <p:cTn id="7" presetID="56" presetClass="path" presetSubtype="0" accel="50000" decel="50000" fill="hold" grpId="0" nodeType="withEffect">
                                  <p:stCondLst>
                                    <p:cond delay="0"/>
                                  </p:stCondLst>
                                  <p:childTnLst>
                                    <p:animMotion origin="layout" path="M -0.26892 -0.28087 L 2.5E-6 4.5679E-6 " pathEditMode="relative" rAng="0" ptsTypes="AA">
                                      <p:cBhvr>
                                        <p:cTn id="8" dur="4000" fill="hold"/>
                                        <p:tgtEl>
                                          <p:spTgt spid="43"/>
                                        </p:tgtEl>
                                        <p:attrNameLst>
                                          <p:attrName>ppt_x</p:attrName>
                                          <p:attrName>ppt_y</p:attrName>
                                        </p:attrNameLst>
                                      </p:cBhvr>
                                      <p:rCtr x="13455" y="14167"/>
                                    </p:animMotion>
                                  </p:childTnLst>
                                </p:cTn>
                              </p:par>
                              <p:par>
                                <p:cTn id="9" presetID="56" presetClass="path" presetSubtype="0" accel="50000" decel="50000" fill="hold" grpId="0" nodeType="withEffect">
                                  <p:stCondLst>
                                    <p:cond delay="0"/>
                                  </p:stCondLst>
                                  <p:childTnLst>
                                    <p:animMotion origin="layout" path="M -0.5592 -0.57747 L -0.00017 0.00031 " pathEditMode="relative" rAng="0" ptsTypes="AA">
                                      <p:cBhvr>
                                        <p:cTn id="10" dur="4000" fill="hold"/>
                                        <p:tgtEl>
                                          <p:spTgt spid="51"/>
                                        </p:tgtEl>
                                        <p:attrNameLst>
                                          <p:attrName>ppt_x</p:attrName>
                                          <p:attrName>ppt_y</p:attrName>
                                        </p:attrNameLst>
                                      </p:cBhvr>
                                      <p:rCtr x="27951" y="28889"/>
                                    </p:animMotion>
                                  </p:childTnLst>
                                </p:cTn>
                              </p:par>
                              <p:par>
                                <p:cTn id="11" presetID="56" presetClass="path" presetSubtype="0" accel="50000" decel="50000" fill="hold" grpId="0" nodeType="withEffect">
                                  <p:stCondLst>
                                    <p:cond delay="0"/>
                                  </p:stCondLst>
                                  <p:childTnLst>
                                    <p:animMotion origin="layout" path="M -0.73663 -0.39043 L -1.94444E-6 1.23457E-7 " pathEditMode="relative" rAng="0" ptsTypes="AA">
                                      <p:cBhvr>
                                        <p:cTn id="12" dur="4000" fill="hold"/>
                                        <p:tgtEl>
                                          <p:spTgt spid="57"/>
                                        </p:tgtEl>
                                        <p:attrNameLst>
                                          <p:attrName>ppt_x</p:attrName>
                                          <p:attrName>ppt_y</p:attrName>
                                        </p:attrNameLst>
                                      </p:cBhvr>
                                      <p:rCtr x="36823" y="19506"/>
                                    </p:animMotion>
                                  </p:childTnLst>
                                </p:cTn>
                              </p:par>
                              <p:par>
                                <p:cTn id="13" presetID="56" presetClass="path" presetSubtype="0" accel="50000" decel="50000" fill="hold" grpId="0" nodeType="withEffect">
                                  <p:stCondLst>
                                    <p:cond delay="0"/>
                                  </p:stCondLst>
                                  <p:childTnLst>
                                    <p:animMotion origin="layout" path="M -0.4776 -0.90216 L -2.5E-6 -3.82716E-6 " pathEditMode="relative" rAng="0" ptsTypes="AA">
                                      <p:cBhvr>
                                        <p:cTn id="14" dur="4000" fill="hold"/>
                                        <p:tgtEl>
                                          <p:spTgt spid="59"/>
                                        </p:tgtEl>
                                        <p:attrNameLst>
                                          <p:attrName>ppt_x</p:attrName>
                                          <p:attrName>ppt_y</p:attrName>
                                        </p:attrNameLst>
                                      </p:cBhvr>
                                      <p:rCtr x="23733" y="45309"/>
                                    </p:animMotion>
                                  </p:childTnLst>
                                </p:cTn>
                              </p:par>
                              <p:par>
                                <p:cTn id="15" presetID="56" presetClass="path" presetSubtype="0" accel="50000" decel="50000" fill="hold" grpId="0" nodeType="withEffect">
                                  <p:stCondLst>
                                    <p:cond delay="0"/>
                                  </p:stCondLst>
                                  <p:childTnLst>
                                    <p:animMotion origin="layout" path="M -0.7165 -0.12438 L 3.61111E-6 -1.48148E-6 " pathEditMode="relative" rAng="0" ptsTypes="AA">
                                      <p:cBhvr>
                                        <p:cTn id="16" dur="4000" fill="hold"/>
                                        <p:tgtEl>
                                          <p:spTgt spid="58"/>
                                        </p:tgtEl>
                                        <p:attrNameLst>
                                          <p:attrName>ppt_x</p:attrName>
                                          <p:attrName>ppt_y</p:attrName>
                                        </p:attrNameLst>
                                      </p:cBhvr>
                                      <p:rCtr x="35816" y="6204"/>
                                    </p:animMotion>
                                  </p:childTnLst>
                                </p:cTn>
                              </p:par>
                              <p:par>
                                <p:cTn id="17" presetID="56" presetClass="path" presetSubtype="0" accel="50000" decel="50000" fill="hold" grpId="0" nodeType="withEffect">
                                  <p:stCondLst>
                                    <p:cond delay="0"/>
                                  </p:stCondLst>
                                  <p:childTnLst>
                                    <p:animMotion origin="layout" path="M -0.26962 -0.7824 L -2.77778E-7 -4.44444E-6 " pathEditMode="relative" rAng="0" ptsTypes="AA">
                                      <p:cBhvr>
                                        <p:cTn id="18" dur="4000" fill="hold"/>
                                        <p:tgtEl>
                                          <p:spTgt spid="54"/>
                                        </p:tgtEl>
                                        <p:attrNameLst>
                                          <p:attrName>ppt_x</p:attrName>
                                          <p:attrName>ppt_y</p:attrName>
                                        </p:attrNameLst>
                                      </p:cBhvr>
                                      <p:rCtr x="13472" y="39105"/>
                                    </p:animMotion>
                                  </p:childTnLst>
                                </p:cTn>
                              </p:par>
                              <p:par>
                                <p:cTn id="19" presetID="56" presetClass="path" presetSubtype="0" accel="50000" decel="50000" fill="hold" grpId="0" nodeType="withEffect">
                                  <p:stCondLst>
                                    <p:cond delay="0"/>
                                  </p:stCondLst>
                                  <p:childTnLst>
                                    <p:animMotion origin="layout" path="M -0.05399 -0.63611 L -2.77778E-7 9.87654E-7 " pathEditMode="relative" rAng="0" ptsTypes="AA">
                                      <p:cBhvr>
                                        <p:cTn id="20" dur="4000" fill="hold"/>
                                        <p:tgtEl>
                                          <p:spTgt spid="47"/>
                                        </p:tgtEl>
                                        <p:attrNameLst>
                                          <p:attrName>ppt_x</p:attrName>
                                          <p:attrName>ppt_y</p:attrName>
                                        </p:attrNameLst>
                                      </p:cBhvr>
                                      <p:rCtr x="2691" y="31821"/>
                                    </p:animMotion>
                                  </p:childTnLst>
                                </p:cTn>
                              </p:par>
                              <p:par>
                                <p:cTn id="21" presetID="56" presetClass="path" presetSubtype="0" accel="50000" decel="50000" fill="hold" grpId="0" nodeType="withEffect">
                                  <p:stCondLst>
                                    <p:cond delay="0"/>
                                  </p:stCondLst>
                                  <p:childTnLst>
                                    <p:animMotion origin="layout" path="M -0.43524 -0.4247 L -2.22222E-6 4.69136E-6 " pathEditMode="relative" rAng="0" ptsTypes="AA">
                                      <p:cBhvr>
                                        <p:cTn id="22" dur="4000" fill="hold"/>
                                        <p:tgtEl>
                                          <p:spTgt spid="42"/>
                                        </p:tgtEl>
                                        <p:attrNameLst>
                                          <p:attrName>ppt_x</p:attrName>
                                          <p:attrName>ppt_y</p:attrName>
                                        </p:attrNameLst>
                                      </p:cBhvr>
                                      <p:rCtr x="21667" y="21574"/>
                                    </p:animMotion>
                                  </p:childTnLst>
                                </p:cTn>
                              </p:par>
                              <p:par>
                                <p:cTn id="23" presetID="56" presetClass="path" presetSubtype="0" accel="50000" decel="50000" fill="hold" grpId="0" nodeType="withEffect">
                                  <p:stCondLst>
                                    <p:cond delay="0"/>
                                  </p:stCondLst>
                                  <p:childTnLst>
                                    <p:animMotion origin="layout" path="M -0.37448 -0.0216 L -2.77778E-7 -1.97531E-6 " pathEditMode="relative" rAng="0" ptsTypes="AA">
                                      <p:cBhvr>
                                        <p:cTn id="24" dur="4000" fill="hold"/>
                                        <p:tgtEl>
                                          <p:spTgt spid="45"/>
                                        </p:tgtEl>
                                        <p:attrNameLst>
                                          <p:attrName>ppt_x</p:attrName>
                                          <p:attrName>ppt_y</p:attrName>
                                        </p:attrNameLst>
                                      </p:cBhvr>
                                      <p:rCtr x="18715" y="1080"/>
                                    </p:animMotion>
                                  </p:childTnLst>
                                </p:cTn>
                              </p:par>
                              <p:par>
                                <p:cTn id="25" presetID="56" presetClass="path" presetSubtype="0" accel="50000" decel="50000" fill="hold" grpId="0" nodeType="withEffect">
                                  <p:stCondLst>
                                    <p:cond delay="0"/>
                                  </p:stCondLst>
                                  <p:childTnLst>
                                    <p:animMotion origin="layout" path="M -0.2033 -0.43302 L -1.11111E-6 -1.60494E-6 " pathEditMode="relative" rAng="0" ptsTypes="AA">
                                      <p:cBhvr>
                                        <p:cTn id="26" dur="4000" fill="hold"/>
                                        <p:tgtEl>
                                          <p:spTgt spid="44"/>
                                        </p:tgtEl>
                                        <p:attrNameLst>
                                          <p:attrName>ppt_x</p:attrName>
                                          <p:attrName>ppt_y</p:attrName>
                                        </p:attrNameLst>
                                      </p:cBhvr>
                                      <p:rCtr x="10139" y="21296"/>
                                    </p:animMotion>
                                  </p:childTnLst>
                                </p:cTn>
                              </p:par>
                              <p:par>
                                <p:cTn id="27" presetID="56" presetClass="path" presetSubtype="0" accel="50000" decel="50000" fill="hold" grpId="0" nodeType="withEffect">
                                  <p:stCondLst>
                                    <p:cond delay="0"/>
                                  </p:stCondLst>
                                  <p:childTnLst>
                                    <p:animMotion origin="layout" path="M -0.74253 -0.78519 L -8.64109E-17 -4.69136E-6 " pathEditMode="relative" rAng="0" ptsTypes="AA">
                                      <p:cBhvr>
                                        <p:cTn id="28" dur="4000" fill="hold"/>
                                        <p:tgtEl>
                                          <p:spTgt spid="61"/>
                                        </p:tgtEl>
                                        <p:attrNameLst>
                                          <p:attrName>ppt_x</p:attrName>
                                          <p:attrName>ppt_y</p:attrName>
                                        </p:attrNameLst>
                                      </p:cBhvr>
                                      <p:rCtr x="37170" y="39290"/>
                                    </p:animMotion>
                                  </p:childTnLst>
                                </p:cTn>
                              </p:par>
                              <p:par>
                                <p:cTn id="29" presetID="56" presetClass="path" presetSubtype="0" accel="50000" decel="50000" fill="hold" grpId="0" nodeType="withEffect">
                                  <p:stCondLst>
                                    <p:cond delay="0"/>
                                  </p:stCondLst>
                                  <p:childTnLst>
                                    <p:animMotion origin="layout" path="M -0.58767 -0.04198 L 3.33333E-6 3.95062E-6 " pathEditMode="relative" rAng="0" ptsTypes="AA">
                                      <p:cBhvr>
                                        <p:cTn id="30" dur="4000" fill="hold"/>
                                        <p:tgtEl>
                                          <p:spTgt spid="49"/>
                                        </p:tgtEl>
                                        <p:attrNameLst>
                                          <p:attrName>ppt_x</p:attrName>
                                          <p:attrName>ppt_y</p:attrName>
                                        </p:attrNameLst>
                                      </p:cBhvr>
                                      <p:rCtr x="29375" y="2099"/>
                                    </p:animMotion>
                                  </p:childTnLst>
                                </p:cTn>
                              </p:par>
                              <p:par>
                                <p:cTn id="31" presetID="56" presetClass="path" presetSubtype="0" accel="50000" decel="50000" fill="hold" grpId="0" nodeType="withEffect">
                                  <p:stCondLst>
                                    <p:cond delay="0"/>
                                  </p:stCondLst>
                                  <p:childTnLst>
                                    <p:animMotion origin="layout" path="M -0.81146 -0.07284 L -5.55556E-7 -4.5679E-6 " pathEditMode="relative" rAng="0" ptsTypes="AA">
                                      <p:cBhvr>
                                        <p:cTn id="32" dur="4000" fill="hold"/>
                                        <p:tgtEl>
                                          <p:spTgt spid="46"/>
                                        </p:tgtEl>
                                        <p:attrNameLst>
                                          <p:attrName>ppt_x</p:attrName>
                                          <p:attrName>ppt_y</p:attrName>
                                        </p:attrNameLst>
                                      </p:cBhvr>
                                      <p:rCtr x="40573" y="2685"/>
                                    </p:animMotion>
                                  </p:childTnLst>
                                </p:cTn>
                              </p:par>
                              <p:par>
                                <p:cTn id="33" presetID="56" presetClass="path" presetSubtype="0" accel="50000" decel="50000" fill="hold" grpId="0" nodeType="withEffect">
                                  <p:stCondLst>
                                    <p:cond delay="0"/>
                                  </p:stCondLst>
                                  <p:childTnLst>
                                    <p:animMotion origin="layout" path="M -0.55712 -0.30401 L 1.66667E-6 3.95062E-6 " pathEditMode="relative" rAng="0" ptsTypes="AA">
                                      <p:cBhvr>
                                        <p:cTn id="34" dur="4000" fill="hold"/>
                                        <p:tgtEl>
                                          <p:spTgt spid="52"/>
                                        </p:tgtEl>
                                        <p:attrNameLst>
                                          <p:attrName>ppt_x</p:attrName>
                                          <p:attrName>ppt_y</p:attrName>
                                        </p:attrNameLst>
                                      </p:cBhvr>
                                      <p:rCtr x="27830" y="15154"/>
                                    </p:animMotion>
                                  </p:childTnLst>
                                </p:cTn>
                              </p:par>
                              <p:par>
                                <p:cTn id="35" presetID="56" presetClass="path" presetSubtype="0" accel="50000" decel="50000" fill="hold" grpId="0" nodeType="withEffect">
                                  <p:stCondLst>
                                    <p:cond delay="0"/>
                                  </p:stCondLst>
                                  <p:childTnLst>
                                    <p:animMotion origin="layout" path="M -0.40191 -0.43365 L -3.88889E-6 4.93827E-7 " pathEditMode="relative" rAng="0" ptsTypes="AA">
                                      <p:cBhvr>
                                        <p:cTn id="36" dur="4000" fill="hold"/>
                                        <p:tgtEl>
                                          <p:spTgt spid="48"/>
                                        </p:tgtEl>
                                        <p:attrNameLst>
                                          <p:attrName>ppt_x</p:attrName>
                                          <p:attrName>ppt_y</p:attrName>
                                        </p:attrNameLst>
                                      </p:cBhvr>
                                      <p:rCtr x="20052" y="21852"/>
                                    </p:animMotion>
                                  </p:childTnLst>
                                </p:cTn>
                              </p:par>
                              <p:par>
                                <p:cTn id="37" presetID="56" presetClass="path" presetSubtype="0" accel="50000" decel="50000" fill="hold" grpId="0" nodeType="withEffect">
                                  <p:stCondLst>
                                    <p:cond delay="0"/>
                                  </p:stCondLst>
                                  <p:childTnLst>
                                    <p:animMotion origin="layout" path="M -0.74288 -0.7824 L 2.5E-6 -1.23457E-6 " pathEditMode="relative" rAng="0" ptsTypes="AA">
                                      <p:cBhvr>
                                        <p:cTn id="38" dur="4000" fill="hold"/>
                                        <p:tgtEl>
                                          <p:spTgt spid="56"/>
                                        </p:tgtEl>
                                        <p:attrNameLst>
                                          <p:attrName>ppt_x</p:attrName>
                                          <p:attrName>ppt_y</p:attrName>
                                        </p:attrNameLst>
                                      </p:cBhvr>
                                      <p:rCtr x="37153" y="39043"/>
                                    </p:animMotion>
                                  </p:childTnLst>
                                </p:cTn>
                              </p:par>
                              <p:par>
                                <p:cTn id="39" presetID="56" presetClass="path" presetSubtype="0" accel="50000" decel="50000" fill="hold" grpId="0" nodeType="withEffect">
                                  <p:stCondLst>
                                    <p:cond delay="0"/>
                                  </p:stCondLst>
                                  <p:childTnLst>
                                    <p:animMotion origin="layout" path="M -0.48246 -0.12901 L 8.38901E-17 -2.77556E-17 " pathEditMode="relative" rAng="0" ptsTypes="AA">
                                      <p:cBhvr>
                                        <p:cTn id="40" dur="4000" fill="hold"/>
                                        <p:tgtEl>
                                          <p:spTgt spid="60"/>
                                        </p:tgtEl>
                                        <p:attrNameLst>
                                          <p:attrName>ppt_x</p:attrName>
                                          <p:attrName>ppt_y</p:attrName>
                                        </p:attrNameLst>
                                      </p:cBhvr>
                                      <p:rCtr x="24115" y="7377"/>
                                    </p:animMotion>
                                  </p:childTnLst>
                                </p:cTn>
                              </p:par>
                              <p:par>
                                <p:cTn id="41" presetID="56" presetClass="path" presetSubtype="0" accel="50000" decel="50000" fill="hold" grpId="0" nodeType="withEffect">
                                  <p:stCondLst>
                                    <p:cond delay="0"/>
                                  </p:stCondLst>
                                  <p:childTnLst>
                                    <p:animMotion origin="layout" path="M -0.42812 -0.11666 L 8.38901E-17 8.64198E-7 " pathEditMode="relative" rAng="0" ptsTypes="AA">
                                      <p:cBhvr>
                                        <p:cTn id="42" dur="4000" fill="hold"/>
                                        <p:tgtEl>
                                          <p:spTgt spid="55"/>
                                        </p:tgtEl>
                                        <p:attrNameLst>
                                          <p:attrName>ppt_x</p:attrName>
                                          <p:attrName>ppt_y</p:attrName>
                                        </p:attrNameLst>
                                      </p:cBhvr>
                                      <p:rCtr x="21389" y="6235"/>
                                    </p:animMotion>
                                  </p:childTnLst>
                                </p:cTn>
                              </p:par>
                              <p:par>
                                <p:cTn id="43" presetID="56" presetClass="path" presetSubtype="0" accel="50000" decel="50000" fill="hold" grpId="0" nodeType="withEffect">
                                  <p:stCondLst>
                                    <p:cond delay="0"/>
                                  </p:stCondLst>
                                  <p:childTnLst>
                                    <p:animMotion origin="layout" path="M -0.57448 0.13703 L 8.38901E-17 3.95062E-6 " pathEditMode="relative" rAng="0" ptsTypes="AA">
                                      <p:cBhvr>
                                        <p:cTn id="44" dur="4000" fill="hold"/>
                                        <p:tgtEl>
                                          <p:spTgt spid="50"/>
                                        </p:tgtEl>
                                        <p:attrNameLst>
                                          <p:attrName>ppt_x</p:attrName>
                                          <p:attrName>ppt_y</p:attrName>
                                        </p:attrNameLst>
                                      </p:cBhvr>
                                      <p:rCtr x="28715" y="-6852"/>
                                    </p:animMotion>
                                  </p:childTnLst>
                                </p:cTn>
                              </p:par>
                              <p:par>
                                <p:cTn id="45" presetID="56" presetClass="path" presetSubtype="0" accel="50000" decel="50000" fill="hold" grpId="0" nodeType="withEffect">
                                  <p:stCondLst>
                                    <p:cond delay="0"/>
                                  </p:stCondLst>
                                  <p:childTnLst>
                                    <p:animMotion origin="layout" path="M 0.77709 0.73858 L 1.11111E-6 4.69136E-6 " pathEditMode="relative" rAng="0" ptsTypes="AA">
                                      <p:cBhvr>
                                        <p:cTn id="46" dur="4000" fill="hold"/>
                                        <p:tgtEl>
                                          <p:spTgt spid="138"/>
                                        </p:tgtEl>
                                        <p:attrNameLst>
                                          <p:attrName>ppt_x</p:attrName>
                                          <p:attrName>ppt_y</p:attrName>
                                        </p:attrNameLst>
                                      </p:cBhvr>
                                      <p:rCtr x="-38819" y="-37037"/>
                                    </p:animMotion>
                                  </p:childTnLst>
                                </p:cTn>
                              </p:par>
                              <p:par>
                                <p:cTn id="47" presetID="49" presetClass="path" presetSubtype="0" accel="50000" decel="50000" fill="hold" grpId="0" nodeType="withEffect">
                                  <p:stCondLst>
                                    <p:cond delay="0"/>
                                  </p:stCondLst>
                                  <p:childTnLst>
                                    <p:animMotion origin="layout" path="M 0.43836 0.5034 L 1.32544E-17 -3.82716E-6 " pathEditMode="relative" rAng="0" ptsTypes="AA">
                                      <p:cBhvr>
                                        <p:cTn id="48" dur="4000" fill="hold"/>
                                        <p:tgtEl>
                                          <p:spTgt spid="123"/>
                                        </p:tgtEl>
                                        <p:attrNameLst>
                                          <p:attrName>ppt_x</p:attrName>
                                          <p:attrName>ppt_y</p:attrName>
                                        </p:attrNameLst>
                                      </p:cBhvr>
                                      <p:rCtr x="-21910" y="-24846"/>
                                    </p:animMotion>
                                  </p:childTnLst>
                                </p:cTn>
                              </p:par>
                              <p:par>
                                <p:cTn id="49" presetID="56" presetClass="path" presetSubtype="0" accel="50000" decel="50000" fill="hold" grpId="0" nodeType="withEffect">
                                  <p:stCondLst>
                                    <p:cond delay="0"/>
                                  </p:stCondLst>
                                  <p:childTnLst>
                                    <p:animMotion origin="layout" path="M 0.86857 -0.10123 L 5E-6 3.20988E-6 " pathEditMode="relative" rAng="0" ptsTypes="AA">
                                      <p:cBhvr>
                                        <p:cTn id="50" dur="4000" fill="hold"/>
                                        <p:tgtEl>
                                          <p:spTgt spid="127"/>
                                        </p:tgtEl>
                                        <p:attrNameLst>
                                          <p:attrName>ppt_x</p:attrName>
                                          <p:attrName>ppt_y</p:attrName>
                                        </p:attrNameLst>
                                      </p:cBhvr>
                                      <p:rCtr x="-43455" y="5370"/>
                                    </p:animMotion>
                                  </p:childTnLst>
                                </p:cTn>
                              </p:par>
                              <p:par>
                                <p:cTn id="51" presetID="56" presetClass="path" presetSubtype="0" accel="50000" decel="50000" fill="hold" grpId="0" nodeType="withEffect">
                                  <p:stCondLst>
                                    <p:cond delay="0"/>
                                  </p:stCondLst>
                                  <p:childTnLst>
                                    <p:animMotion origin="layout" path="M 0.38837 0.21574 L 2.77778E-7 -4.93827E-7 " pathEditMode="relative" rAng="0" ptsTypes="AA">
                                      <p:cBhvr>
                                        <p:cTn id="52" dur="4000" fill="hold"/>
                                        <p:tgtEl>
                                          <p:spTgt spid="109"/>
                                        </p:tgtEl>
                                        <p:attrNameLst>
                                          <p:attrName>ppt_x</p:attrName>
                                          <p:attrName>ppt_y</p:attrName>
                                        </p:attrNameLst>
                                      </p:cBhvr>
                                      <p:rCtr x="-19427" y="-10802"/>
                                    </p:animMotion>
                                  </p:childTnLst>
                                </p:cTn>
                              </p:par>
                              <p:par>
                                <p:cTn id="53" presetID="56" presetClass="path" presetSubtype="0" accel="50000" decel="50000" fill="hold" grpId="0" nodeType="withEffect">
                                  <p:stCondLst>
                                    <p:cond delay="0"/>
                                  </p:stCondLst>
                                  <p:childTnLst>
                                    <p:animMotion origin="layout" path="M 0.74827 -0.45556 L -0.00034 1.35802E-6 " pathEditMode="relative" rAng="0" ptsTypes="AA">
                                      <p:cBhvr>
                                        <p:cTn id="54" dur="4000" fill="hold"/>
                                        <p:tgtEl>
                                          <p:spTgt spid="106"/>
                                        </p:tgtEl>
                                        <p:attrNameLst>
                                          <p:attrName>ppt_x</p:attrName>
                                          <p:attrName>ppt_y</p:attrName>
                                        </p:attrNameLst>
                                      </p:cBhvr>
                                      <p:rCtr x="-37431" y="22778"/>
                                    </p:animMotion>
                                  </p:childTnLst>
                                </p:cTn>
                              </p:par>
                              <p:par>
                                <p:cTn id="55" presetID="56" presetClass="path" presetSubtype="0" accel="50000" decel="50000" fill="hold" grpId="0" nodeType="withEffect">
                                  <p:stCondLst>
                                    <p:cond delay="0"/>
                                  </p:stCondLst>
                                  <p:childTnLst>
                                    <p:animMotion origin="layout" path="M 0.72726 0.17932 L -2.5E-6 4.81481E-6 " pathEditMode="relative" rAng="0" ptsTypes="AA">
                                      <p:cBhvr>
                                        <p:cTn id="56" dur="4000" fill="hold"/>
                                        <p:tgtEl>
                                          <p:spTgt spid="119"/>
                                        </p:tgtEl>
                                        <p:attrNameLst>
                                          <p:attrName>ppt_x</p:attrName>
                                          <p:attrName>ppt_y</p:attrName>
                                        </p:attrNameLst>
                                      </p:cBhvr>
                                      <p:rCtr x="-36389" y="-9259"/>
                                    </p:animMotion>
                                  </p:childTnLst>
                                </p:cTn>
                              </p:par>
                              <p:par>
                                <p:cTn id="57" presetID="56" presetClass="path" presetSubtype="0" accel="50000" decel="50000" fill="hold" grpId="0" nodeType="withEffect">
                                  <p:stCondLst>
                                    <p:cond delay="0"/>
                                  </p:stCondLst>
                                  <p:childTnLst>
                                    <p:animMotion origin="layout" path="M 0.57725 0.82469 L -0.0007 0.00123 " pathEditMode="relative" rAng="0" ptsTypes="AA">
                                      <p:cBhvr>
                                        <p:cTn id="58" dur="4000" fill="hold"/>
                                        <p:tgtEl>
                                          <p:spTgt spid="136"/>
                                        </p:tgtEl>
                                        <p:attrNameLst>
                                          <p:attrName>ppt_x</p:attrName>
                                          <p:attrName>ppt_y</p:attrName>
                                        </p:attrNameLst>
                                      </p:cBhvr>
                                      <p:rCtr x="-28906" y="-41173"/>
                                    </p:animMotion>
                                  </p:childTnLst>
                                </p:cTn>
                              </p:par>
                              <p:par>
                                <p:cTn id="59" presetID="56" presetClass="path" presetSubtype="0" accel="50000" decel="50000" fill="hold" grpId="0" nodeType="withEffect">
                                  <p:stCondLst>
                                    <p:cond delay="0"/>
                                  </p:stCondLst>
                                  <p:childTnLst>
                                    <p:animMotion origin="layout" path="M 0.50486 0.21543 L -2.5E-6 -4.07407E-6 " pathEditMode="relative" rAng="0" ptsTypes="AA">
                                      <p:cBhvr>
                                        <p:cTn id="60" dur="4000" fill="hold"/>
                                        <p:tgtEl>
                                          <p:spTgt spid="134"/>
                                        </p:tgtEl>
                                        <p:attrNameLst>
                                          <p:attrName>ppt_x</p:attrName>
                                          <p:attrName>ppt_y</p:attrName>
                                        </p:attrNameLst>
                                      </p:cBhvr>
                                      <p:rCtr x="-25260" y="-11111"/>
                                    </p:animMotion>
                                  </p:childTnLst>
                                </p:cTn>
                              </p:par>
                              <p:par>
                                <p:cTn id="61" presetID="56" presetClass="path" presetSubtype="0" accel="50000" decel="50000" fill="hold" grpId="0" nodeType="withEffect">
                                  <p:stCondLst>
                                    <p:cond delay="0"/>
                                  </p:stCondLst>
                                  <p:childTnLst>
                                    <p:animMotion origin="layout" path="M 0.70712 -0.2176 L -0.00087 3.58025E-6 " pathEditMode="relative" rAng="0" ptsTypes="AA">
                                      <p:cBhvr>
                                        <p:cTn id="62" dur="4000" fill="hold"/>
                                        <p:tgtEl>
                                          <p:spTgt spid="140"/>
                                        </p:tgtEl>
                                        <p:attrNameLst>
                                          <p:attrName>ppt_x</p:attrName>
                                          <p:attrName>ppt_y</p:attrName>
                                        </p:attrNameLst>
                                      </p:cBhvr>
                                      <p:rCtr x="-35399" y="10864"/>
                                    </p:animMotion>
                                  </p:childTnLst>
                                </p:cTn>
                              </p:par>
                              <p:par>
                                <p:cTn id="63" presetID="56" presetClass="path" presetSubtype="0" accel="50000" decel="50000" fill="hold" grpId="0" nodeType="withEffect">
                                  <p:stCondLst>
                                    <p:cond delay="0"/>
                                  </p:stCondLst>
                                  <p:childTnLst>
                                    <p:animMotion origin="layout" path="M 0.17674 0.21666 L 1.11111E-6 -3.45679E-6 " pathEditMode="relative" rAng="0" ptsTypes="AA">
                                      <p:cBhvr>
                                        <p:cTn id="64" dur="4000" fill="hold"/>
                                        <p:tgtEl>
                                          <p:spTgt spid="120"/>
                                        </p:tgtEl>
                                        <p:attrNameLst>
                                          <p:attrName>ppt_x</p:attrName>
                                          <p:attrName>ppt_y</p:attrName>
                                        </p:attrNameLst>
                                      </p:cBhvr>
                                      <p:rCtr x="-8802" y="-10926"/>
                                    </p:animMotion>
                                  </p:childTnLst>
                                </p:cTn>
                              </p:par>
                              <p:par>
                                <p:cTn id="65" presetID="56" presetClass="path" presetSubtype="0" accel="50000" decel="50000" fill="hold" grpId="0" nodeType="withEffect">
                                  <p:stCondLst>
                                    <p:cond delay="0"/>
                                  </p:stCondLst>
                                  <p:childTnLst>
                                    <p:animMotion origin="layout" path="M 0.16597 0.45216 L 8.33333E-7 8.64198E-7 " pathEditMode="relative" rAng="0" ptsTypes="AA">
                                      <p:cBhvr>
                                        <p:cTn id="66" dur="4000" fill="hold"/>
                                        <p:tgtEl>
                                          <p:spTgt spid="121"/>
                                        </p:tgtEl>
                                        <p:attrNameLst>
                                          <p:attrName>ppt_x</p:attrName>
                                          <p:attrName>ppt_y</p:attrName>
                                        </p:attrNameLst>
                                      </p:cBhvr>
                                      <p:rCtr x="-8299" y="-22623"/>
                                    </p:animMotion>
                                  </p:childTnLst>
                                </p:cTn>
                              </p:par>
                              <p:par>
                                <p:cTn id="67" presetID="56" presetClass="path" presetSubtype="0" accel="50000" decel="50000" fill="hold" grpId="0" nodeType="withEffect">
                                  <p:stCondLst>
                                    <p:cond delay="0"/>
                                  </p:stCondLst>
                                  <p:childTnLst>
                                    <p:animMotion origin="layout" path="M 0.31424 -0.2463 L 1.11111E-6 -2.34568E-6 " pathEditMode="relative" rAng="0" ptsTypes="AA">
                                      <p:cBhvr>
                                        <p:cTn id="68" dur="4000" fill="hold"/>
                                        <p:tgtEl>
                                          <p:spTgt spid="124"/>
                                        </p:tgtEl>
                                        <p:attrNameLst>
                                          <p:attrName>ppt_x</p:attrName>
                                          <p:attrName>ppt_y</p:attrName>
                                        </p:attrNameLst>
                                      </p:cBhvr>
                                      <p:rCtr x="-15677" y="12346"/>
                                    </p:animMotion>
                                  </p:childTnLst>
                                </p:cTn>
                              </p:par>
                              <p:par>
                                <p:cTn id="69" presetID="56" presetClass="path" presetSubtype="0" accel="50000" decel="50000" fill="hold" grpId="0" nodeType="withEffect">
                                  <p:stCondLst>
                                    <p:cond delay="0"/>
                                  </p:stCondLst>
                                  <p:childTnLst>
                                    <p:animMotion origin="layout" path="M 0.74063 0.39074 L 1.11111E-6 2.59259E-6 " pathEditMode="relative" rAng="0" ptsTypes="AA">
                                      <p:cBhvr>
                                        <p:cTn id="70" dur="4000" fill="hold"/>
                                        <p:tgtEl>
                                          <p:spTgt spid="115"/>
                                        </p:tgtEl>
                                        <p:attrNameLst>
                                          <p:attrName>ppt_x</p:attrName>
                                          <p:attrName>ppt_y</p:attrName>
                                        </p:attrNameLst>
                                      </p:cBhvr>
                                      <p:rCtr x="-36997" y="-19290"/>
                                    </p:animMotion>
                                  </p:childTnLst>
                                </p:cTn>
                              </p:par>
                              <p:par>
                                <p:cTn id="71" presetID="56" presetClass="path" presetSubtype="0" accel="50000" decel="50000" fill="hold" grpId="0" nodeType="withEffect">
                                  <p:stCondLst>
                                    <p:cond delay="0"/>
                                  </p:stCondLst>
                                  <p:childTnLst>
                                    <p:animMotion origin="layout" path="M 0.85226 -0.04506 L -2.5E-6 2.46914E-6 " pathEditMode="relative" rAng="0" ptsTypes="AA">
                                      <p:cBhvr>
                                        <p:cTn id="72" dur="4000" fill="hold"/>
                                        <p:tgtEl>
                                          <p:spTgt spid="111"/>
                                        </p:tgtEl>
                                        <p:attrNameLst>
                                          <p:attrName>ppt_x</p:attrName>
                                          <p:attrName>ppt_y</p:attrName>
                                        </p:attrNameLst>
                                      </p:cBhvr>
                                      <p:rCtr x="-42639" y="2191"/>
                                    </p:animMotion>
                                  </p:childTnLst>
                                </p:cTn>
                              </p:par>
                              <p:par>
                                <p:cTn id="73" presetID="56" presetClass="path" presetSubtype="0" accel="50000" decel="50000" fill="hold" grpId="0" nodeType="withEffect">
                                  <p:stCondLst>
                                    <p:cond delay="0"/>
                                  </p:stCondLst>
                                  <p:childTnLst>
                                    <p:animMotion origin="layout" path="M 0.29775 0.3892 L 1.11111E-6 -3.08642E-6 " pathEditMode="relative" rAng="0" ptsTypes="AA">
                                      <p:cBhvr>
                                        <p:cTn id="74" dur="4000" fill="hold"/>
                                        <p:tgtEl>
                                          <p:spTgt spid="112"/>
                                        </p:tgtEl>
                                        <p:attrNameLst>
                                          <p:attrName>ppt_x</p:attrName>
                                          <p:attrName>ppt_y</p:attrName>
                                        </p:attrNameLst>
                                      </p:cBhvr>
                                      <p:rCtr x="-14861" y="-19290"/>
                                    </p:animMotion>
                                  </p:childTnLst>
                                </p:cTn>
                              </p:par>
                              <p:par>
                                <p:cTn id="75" presetID="56" presetClass="path" presetSubtype="0" accel="50000" decel="50000" fill="hold" grpId="0" nodeType="withEffect">
                                  <p:stCondLst>
                                    <p:cond delay="0"/>
                                  </p:stCondLst>
                                  <p:childTnLst>
                                    <p:animMotion origin="layout" path="M 0.60468 0.37099 L -1.94444E-6 -2.22222E-6 " pathEditMode="relative" rAng="0" ptsTypes="AA">
                                      <p:cBhvr>
                                        <p:cTn id="76" dur="4000" fill="hold"/>
                                        <p:tgtEl>
                                          <p:spTgt spid="118"/>
                                        </p:tgtEl>
                                        <p:attrNameLst>
                                          <p:attrName>ppt_x</p:attrName>
                                          <p:attrName>ppt_y</p:attrName>
                                        </p:attrNameLst>
                                      </p:cBhvr>
                                      <p:rCtr x="-30278" y="-18241"/>
                                    </p:animMotion>
                                  </p:childTnLst>
                                </p:cTn>
                              </p:par>
                              <p:par>
                                <p:cTn id="77" presetID="56" presetClass="path" presetSubtype="0" accel="50000" decel="50000" fill="hold" grpId="0" nodeType="withEffect">
                                  <p:stCondLst>
                                    <p:cond delay="0"/>
                                  </p:stCondLst>
                                  <p:childTnLst>
                                    <p:animMotion origin="layout" path="M 0.53733 -0.10247 L -2.77778E-6 3.95062E-6 " pathEditMode="relative" rAng="0" ptsTypes="AA">
                                      <p:cBhvr>
                                        <p:cTn id="78" dur="4000" fill="hold"/>
                                        <p:tgtEl>
                                          <p:spTgt spid="130"/>
                                        </p:tgtEl>
                                        <p:attrNameLst>
                                          <p:attrName>ppt_x</p:attrName>
                                          <p:attrName>ppt_y</p:attrName>
                                        </p:attrNameLst>
                                      </p:cBhvr>
                                      <p:rCtr x="-26892" y="5216"/>
                                    </p:animMotion>
                                  </p:childTnLst>
                                </p:cTn>
                              </p:par>
                              <p:par>
                                <p:cTn id="79" presetID="56" presetClass="path" presetSubtype="0" accel="50000" decel="50000" fill="hold" grpId="0" nodeType="withEffect">
                                  <p:stCondLst>
                                    <p:cond delay="0"/>
                                  </p:stCondLst>
                                  <p:childTnLst>
                                    <p:animMotion origin="layout" path="M 0.43628 0.87592 L -3.33333E-6 -1.7284E-6 " pathEditMode="relative" rAng="0" ptsTypes="AA">
                                      <p:cBhvr>
                                        <p:cTn id="80" dur="4000" fill="hold"/>
                                        <p:tgtEl>
                                          <p:spTgt spid="141"/>
                                        </p:tgtEl>
                                        <p:attrNameLst>
                                          <p:attrName>ppt_x</p:attrName>
                                          <p:attrName>ppt_y</p:attrName>
                                        </p:attrNameLst>
                                      </p:cBhvr>
                                      <p:rCtr x="-21806" y="-43735"/>
                                    </p:animMotion>
                                  </p:childTnLst>
                                </p:cTn>
                              </p:par>
                              <p:par>
                                <p:cTn id="81" presetID="56" presetClass="path" presetSubtype="0" accel="50000" decel="50000" fill="hold" grpId="0" nodeType="withEffect">
                                  <p:stCondLst>
                                    <p:cond delay="0"/>
                                  </p:stCondLst>
                                  <p:childTnLst>
                                    <p:animMotion origin="layout" path="M 0.73941 0.64445 L 0.00017 -3.95062E-6 " pathEditMode="relative" rAng="0" ptsTypes="AA">
                                      <p:cBhvr>
                                        <p:cTn id="82" dur="4000" fill="hold"/>
                                        <p:tgtEl>
                                          <p:spTgt spid="139"/>
                                        </p:tgtEl>
                                        <p:attrNameLst>
                                          <p:attrName>ppt_x</p:attrName>
                                          <p:attrName>ppt_y</p:attrName>
                                        </p:attrNameLst>
                                      </p:cBhvr>
                                      <p:rCtr x="-36962" y="-32222"/>
                                    </p:animMotion>
                                  </p:childTnLst>
                                </p:cTn>
                              </p:par>
                              <p:par>
                                <p:cTn id="83" presetID="56" presetClass="path" presetSubtype="0" accel="50000" decel="50000" fill="hold" grpId="0" nodeType="withEffect">
                                  <p:stCondLst>
                                    <p:cond delay="0"/>
                                  </p:stCondLst>
                                  <p:childTnLst>
                                    <p:animMotion origin="layout" path="M 0.41024 0.5571 L 3.88889E-6 -2.22222E-6 " pathEditMode="relative" rAng="0" ptsTypes="AA">
                                      <p:cBhvr>
                                        <p:cTn id="84" dur="4000" fill="hold"/>
                                        <p:tgtEl>
                                          <p:spTgt spid="116"/>
                                        </p:tgtEl>
                                        <p:attrNameLst>
                                          <p:attrName>ppt_x</p:attrName>
                                          <p:attrName>ppt_y</p:attrName>
                                        </p:attrNameLst>
                                      </p:cBhvr>
                                      <p:rCtr x="-20538" y="-27562"/>
                                    </p:animMotion>
                                  </p:childTnLst>
                                </p:cTn>
                              </p:par>
                              <p:par>
                                <p:cTn id="85" presetID="56" presetClass="path" presetSubtype="0" accel="50000" decel="50000" fill="hold" grpId="0" nodeType="withEffect">
                                  <p:stCondLst>
                                    <p:cond delay="0"/>
                                  </p:stCondLst>
                                  <p:childTnLst>
                                    <p:animMotion origin="layout" path="M 0.33941 0.43981 L 2.77778E-7 -0.00155 " pathEditMode="relative" rAng="0" ptsTypes="AA">
                                      <p:cBhvr>
                                        <p:cTn id="86" dur="4000" fill="hold"/>
                                        <p:tgtEl>
                                          <p:spTgt spid="113"/>
                                        </p:tgtEl>
                                        <p:attrNameLst>
                                          <p:attrName>ppt_x</p:attrName>
                                          <p:attrName>ppt_y</p:attrName>
                                        </p:attrNameLst>
                                      </p:cBhvr>
                                      <p:rCtr x="-16979" y="-22068"/>
                                    </p:animMotion>
                                  </p:childTnLst>
                                </p:cTn>
                              </p:par>
                              <p:par>
                                <p:cTn id="87" presetID="56" presetClass="path" presetSubtype="0" accel="50000" decel="50000" fill="hold" grpId="0" nodeType="withEffect">
                                  <p:stCondLst>
                                    <p:cond delay="0"/>
                                  </p:stCondLst>
                                  <p:childTnLst>
                                    <p:animMotion origin="layout" path="M 0.82101 -0.07624 L -2.5E-6 -2.22222E-6 " pathEditMode="relative" rAng="0" ptsTypes="AA">
                                      <p:cBhvr>
                                        <p:cTn id="88" dur="4000" fill="hold"/>
                                        <p:tgtEl>
                                          <p:spTgt spid="107"/>
                                        </p:tgtEl>
                                        <p:attrNameLst>
                                          <p:attrName>ppt_x</p:attrName>
                                          <p:attrName>ppt_y</p:attrName>
                                        </p:attrNameLst>
                                      </p:cBhvr>
                                      <p:rCtr x="-41076" y="4198"/>
                                    </p:animMotion>
                                  </p:childTnLst>
                                </p:cTn>
                              </p:par>
                              <p:par>
                                <p:cTn id="89" presetID="56" presetClass="path" presetSubtype="0" accel="50000" decel="50000" fill="hold" grpId="0" nodeType="withEffect">
                                  <p:stCondLst>
                                    <p:cond delay="0"/>
                                  </p:stCondLst>
                                  <p:childTnLst>
                                    <p:animMotion origin="layout" path="M 0.92223 0.17932 L 1.11111E-6 2.83951E-6 " pathEditMode="relative" rAng="0" ptsTypes="AA">
                                      <p:cBhvr>
                                        <p:cTn id="90" dur="4000" fill="hold"/>
                                        <p:tgtEl>
                                          <p:spTgt spid="108"/>
                                        </p:tgtEl>
                                        <p:attrNameLst>
                                          <p:attrName>ppt_x</p:attrName>
                                          <p:attrName>ppt_y</p:attrName>
                                        </p:attrNameLst>
                                      </p:cBhvr>
                                      <p:rCtr x="-46076" y="-8796"/>
                                    </p:animMotion>
                                  </p:childTnLst>
                                </p:cTn>
                              </p:par>
                              <p:par>
                                <p:cTn id="91" presetID="56" presetClass="path" presetSubtype="0" accel="50000" decel="50000" fill="hold" grpId="0" nodeType="withEffect">
                                  <p:stCondLst>
                                    <p:cond delay="0"/>
                                  </p:stCondLst>
                                  <p:childTnLst>
                                    <p:animMotion origin="layout" path="M 0.50521 0.38395 L -0.00069 0.00093 " pathEditMode="relative" rAng="0" ptsTypes="AA">
                                      <p:cBhvr>
                                        <p:cTn id="92" dur="4000" fill="hold"/>
                                        <p:tgtEl>
                                          <p:spTgt spid="125"/>
                                        </p:tgtEl>
                                        <p:attrNameLst>
                                          <p:attrName>ppt_x</p:attrName>
                                          <p:attrName>ppt_y</p:attrName>
                                        </p:attrNameLst>
                                      </p:cBhvr>
                                      <p:rCtr x="-25295" y="-19167"/>
                                    </p:animMotion>
                                  </p:childTnLst>
                                </p:cTn>
                              </p:par>
                              <p:par>
                                <p:cTn id="93" presetID="56" presetClass="path" presetSubtype="0" accel="50000" decel="50000" fill="hold" grpId="0" nodeType="withEffect">
                                  <p:stCondLst>
                                    <p:cond delay="0"/>
                                  </p:stCondLst>
                                  <p:childTnLst>
                                    <p:animMotion origin="layout" path="M 0.27517 0.39167 L -3.33333E-6 3.7037E-6 " pathEditMode="relative" rAng="0" ptsTypes="AA">
                                      <p:cBhvr>
                                        <p:cTn id="94" dur="4000" fill="hold"/>
                                        <p:tgtEl>
                                          <p:spTgt spid="122"/>
                                        </p:tgtEl>
                                        <p:attrNameLst>
                                          <p:attrName>ppt_x</p:attrName>
                                          <p:attrName>ppt_y</p:attrName>
                                        </p:attrNameLst>
                                      </p:cBhvr>
                                      <p:rCtr x="-13750" y="-19969"/>
                                    </p:animMotion>
                                  </p:childTnLst>
                                </p:cTn>
                              </p:par>
                              <p:par>
                                <p:cTn id="95" presetID="56" presetClass="path" presetSubtype="0" accel="50000" decel="50000" fill="hold" grpId="0" nodeType="withEffect">
                                  <p:stCondLst>
                                    <p:cond delay="0"/>
                                  </p:stCondLst>
                                  <p:childTnLst>
                                    <p:animMotion origin="layout" path="M 0.39201 0.90247 L 0.05434 0.17408 " pathEditMode="relative" rAng="0" ptsTypes="AA">
                                      <p:cBhvr>
                                        <p:cTn id="96" dur="4000" fill="hold"/>
                                        <p:tgtEl>
                                          <p:spTgt spid="128"/>
                                        </p:tgtEl>
                                        <p:attrNameLst>
                                          <p:attrName>ppt_x</p:attrName>
                                          <p:attrName>ppt_y</p:attrName>
                                        </p:attrNameLst>
                                      </p:cBhvr>
                                      <p:rCtr x="-16892" y="-36420"/>
                                    </p:animMotion>
                                  </p:childTnLst>
                                </p:cTn>
                              </p:par>
                              <p:par>
                                <p:cTn id="97" presetID="56" presetClass="path" presetSubtype="0" accel="50000" decel="50000" fill="hold" grpId="0" nodeType="withEffect">
                                  <p:stCondLst>
                                    <p:cond delay="0"/>
                                  </p:stCondLst>
                                  <p:childTnLst>
                                    <p:animMotion origin="layout" path="M 0.47656 0.13024 L 5.55556E-7 -1.60494E-6 " pathEditMode="relative" rAng="0" ptsTypes="AA">
                                      <p:cBhvr>
                                        <p:cTn id="98" dur="4000" fill="hold"/>
                                        <p:tgtEl>
                                          <p:spTgt spid="133"/>
                                        </p:tgtEl>
                                        <p:attrNameLst>
                                          <p:attrName>ppt_x</p:attrName>
                                          <p:attrName>ppt_y</p:attrName>
                                        </p:attrNameLst>
                                      </p:cBhvr>
                                      <p:rCtr x="-23819" y="-6111"/>
                                    </p:animMotion>
                                  </p:childTnLst>
                                </p:cTn>
                              </p:par>
                              <p:par>
                                <p:cTn id="99" presetID="56" presetClass="path" presetSubtype="0" accel="50000" decel="50000" fill="hold" grpId="0" nodeType="withEffect">
                                  <p:stCondLst>
                                    <p:cond delay="0"/>
                                  </p:stCondLst>
                                  <p:childTnLst>
                                    <p:animMotion origin="layout" path="M 0.61441 0.90185 L -2.5E-6 -3.95062E-6 " pathEditMode="relative" rAng="0" ptsTypes="AA">
                                      <p:cBhvr>
                                        <p:cTn id="100" dur="4000" fill="hold"/>
                                        <p:tgtEl>
                                          <p:spTgt spid="137"/>
                                        </p:tgtEl>
                                        <p:attrNameLst>
                                          <p:attrName>ppt_x</p:attrName>
                                          <p:attrName>ppt_y</p:attrName>
                                        </p:attrNameLst>
                                      </p:cBhvr>
                                      <p:rCtr x="-30747" y="-45154"/>
                                    </p:animMotion>
                                  </p:childTnLst>
                                </p:cTn>
                              </p:par>
                              <p:par>
                                <p:cTn id="101" presetID="56" presetClass="path" presetSubtype="0" accel="50000" decel="50000" fill="hold" grpId="0" nodeType="withEffect">
                                  <p:stCondLst>
                                    <p:cond delay="0"/>
                                  </p:stCondLst>
                                  <p:childTnLst>
                                    <p:animMotion origin="layout" path="M 0.23004 0.49043 L -0.00086 -0.00154 " pathEditMode="relative" rAng="0" ptsTypes="AA">
                                      <p:cBhvr>
                                        <p:cTn id="102" dur="4000" fill="hold"/>
                                        <p:tgtEl>
                                          <p:spTgt spid="129"/>
                                        </p:tgtEl>
                                        <p:attrNameLst>
                                          <p:attrName>ppt_x</p:attrName>
                                          <p:attrName>ppt_y</p:attrName>
                                        </p:attrNameLst>
                                      </p:cBhvr>
                                      <p:rCtr x="-11545" y="-24599"/>
                                    </p:animMotion>
                                  </p:childTnLst>
                                </p:cTn>
                              </p:par>
                              <p:par>
                                <p:cTn id="103" presetID="56" presetClass="path" presetSubtype="0" accel="50000" decel="50000" fill="hold" grpId="0" nodeType="withEffect">
                                  <p:stCondLst>
                                    <p:cond delay="0"/>
                                  </p:stCondLst>
                                  <p:childTnLst>
                                    <p:animMotion origin="layout" path="M 0.87344 0.13117 L -0.00017 0.00062 " pathEditMode="relative" rAng="0" ptsTypes="AA">
                                      <p:cBhvr>
                                        <p:cTn id="104" dur="4000" fill="hold"/>
                                        <p:tgtEl>
                                          <p:spTgt spid="135"/>
                                        </p:tgtEl>
                                        <p:attrNameLst>
                                          <p:attrName>ppt_x</p:attrName>
                                          <p:attrName>ppt_y</p:attrName>
                                        </p:attrNameLst>
                                      </p:cBhvr>
                                      <p:rCtr x="-43681" y="-6543"/>
                                    </p:animMotion>
                                  </p:childTnLst>
                                </p:cTn>
                              </p:par>
                              <p:par>
                                <p:cTn id="105" presetID="56" presetClass="path" presetSubtype="0" accel="50000" decel="50000" fill="hold" grpId="0" nodeType="withEffect">
                                  <p:stCondLst>
                                    <p:cond delay="0"/>
                                  </p:stCondLst>
                                  <p:childTnLst>
                                    <p:animMotion origin="layout" path="M 0.49114 0.29352 L 0.00017 0.00061 " pathEditMode="relative" rAng="0" ptsTypes="AA">
                                      <p:cBhvr>
                                        <p:cTn id="106" dur="4000" fill="hold"/>
                                        <p:tgtEl>
                                          <p:spTgt spid="132"/>
                                        </p:tgtEl>
                                        <p:attrNameLst>
                                          <p:attrName>ppt_x</p:attrName>
                                          <p:attrName>ppt_y</p:attrName>
                                        </p:attrNameLst>
                                      </p:cBhvr>
                                      <p:rCtr x="-24549" y="-14660"/>
                                    </p:animMotion>
                                  </p:childTnLst>
                                </p:cTn>
                              </p:par>
                              <p:par>
                                <p:cTn id="107" presetID="56" presetClass="path" presetSubtype="0" accel="50000" decel="50000" fill="hold" grpId="0" nodeType="withEffect">
                                  <p:stCondLst>
                                    <p:cond delay="0"/>
                                  </p:stCondLst>
                                  <p:childTnLst>
                                    <p:animMotion origin="layout" path="M 0.25104 0.26203 L 0.00017 -0.00216 " pathEditMode="relative" rAng="0" ptsTypes="AA">
                                      <p:cBhvr>
                                        <p:cTn id="108" dur="4000" fill="hold"/>
                                        <p:tgtEl>
                                          <p:spTgt spid="131"/>
                                        </p:tgtEl>
                                        <p:attrNameLst>
                                          <p:attrName>ppt_x</p:attrName>
                                          <p:attrName>ppt_y</p:attrName>
                                        </p:attrNameLst>
                                      </p:cBhvr>
                                      <p:rCtr x="-12552" y="-13210"/>
                                    </p:animMotion>
                                  </p:childTnLst>
                                </p:cTn>
                              </p:par>
                              <p:par>
                                <p:cTn id="109" presetID="56" presetClass="path" presetSubtype="0" accel="50000" decel="50000" fill="hold" grpId="0" nodeType="withEffect">
                                  <p:stCondLst>
                                    <p:cond delay="0"/>
                                  </p:stCondLst>
                                  <p:childTnLst>
                                    <p:animMotion origin="layout" path="M 0.72326 0.19476 L -3.05556E-6 3.20988E-6 " pathEditMode="relative" rAng="0" ptsTypes="AA">
                                      <p:cBhvr>
                                        <p:cTn id="110" dur="4000" fill="hold"/>
                                        <p:tgtEl>
                                          <p:spTgt spid="126"/>
                                        </p:tgtEl>
                                        <p:attrNameLst>
                                          <p:attrName>ppt_x</p:attrName>
                                          <p:attrName>ppt_y</p:attrName>
                                        </p:attrNameLst>
                                      </p:cBhvr>
                                      <p:rCtr x="-36181" y="-9444"/>
                                    </p:animMotion>
                                  </p:childTnLst>
                                </p:cTn>
                              </p:par>
                              <p:par>
                                <p:cTn id="111" presetID="56" presetClass="path" presetSubtype="0" accel="50000" decel="50000" fill="hold" grpId="0" nodeType="withEffect">
                                  <p:stCondLst>
                                    <p:cond delay="0"/>
                                  </p:stCondLst>
                                  <p:childTnLst>
                                    <p:animMotion origin="layout" path="M 0.50573 -0.46265 L 0.00017 0.00155 " pathEditMode="relative" rAng="0" ptsTypes="AA">
                                      <p:cBhvr>
                                        <p:cTn id="112" dur="4000" fill="hold"/>
                                        <p:tgtEl>
                                          <p:spTgt spid="110"/>
                                        </p:tgtEl>
                                        <p:attrNameLst>
                                          <p:attrName>ppt_x</p:attrName>
                                          <p:attrName>ppt_y</p:attrName>
                                        </p:attrNameLst>
                                      </p:cBhvr>
                                      <p:rCtr x="-25278" y="23210"/>
                                    </p:animMotion>
                                  </p:childTnLst>
                                </p:cTn>
                              </p:par>
                              <p:par>
                                <p:cTn id="113" presetID="56" presetClass="path" presetSubtype="0" accel="50000" decel="50000" fill="hold" grpId="0" nodeType="withEffect">
                                  <p:stCondLst>
                                    <p:cond delay="0"/>
                                  </p:stCondLst>
                                  <p:childTnLst>
                                    <p:animMotion origin="layout" path="M 0.31406 0.13055 L 3.61111E-6 3.58025E-6 " pathEditMode="relative" rAng="0" ptsTypes="AA">
                                      <p:cBhvr>
                                        <p:cTn id="114" dur="4000" fill="hold"/>
                                        <p:tgtEl>
                                          <p:spTgt spid="114"/>
                                        </p:tgtEl>
                                        <p:attrNameLst>
                                          <p:attrName>ppt_x</p:attrName>
                                          <p:attrName>ppt_y</p:attrName>
                                        </p:attrNameLst>
                                      </p:cBhvr>
                                      <p:rCtr x="-15712" y="-6543"/>
                                    </p:animMotion>
                                  </p:childTnLst>
                                </p:cTn>
                              </p:par>
                              <p:par>
                                <p:cTn id="115" presetID="56" presetClass="path" presetSubtype="0" accel="50000" decel="50000" fill="hold" grpId="0" nodeType="withEffect">
                                  <p:stCondLst>
                                    <p:cond delay="0"/>
                                  </p:stCondLst>
                                  <p:childTnLst>
                                    <p:animMotion origin="layout" path="M 0.41615 0.21574 L 2.77778E-7 -0.00124 " pathEditMode="relative" rAng="0" ptsTypes="AA">
                                      <p:cBhvr>
                                        <p:cTn id="116" dur="4000" fill="hold"/>
                                        <p:tgtEl>
                                          <p:spTgt spid="117"/>
                                        </p:tgtEl>
                                        <p:attrNameLst>
                                          <p:attrName>ppt_x</p:attrName>
                                          <p:attrName>ppt_y</p:attrName>
                                        </p:attrNameLst>
                                      </p:cBhvr>
                                      <p:rCtr x="-20816" y="-1086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1301" y="1886339"/>
            <a:ext cx="11482648" cy="1200329"/>
          </a:xfrm>
          <a:prstGeom prst="rect">
            <a:avLst/>
          </a:prstGeom>
        </p:spPr>
        <p:txBody>
          <a:bodyPr wrap="square">
            <a:spAutoFit/>
          </a:bodyPr>
          <a:lstStyle/>
          <a:p>
            <a:pPr algn="ctr"/>
            <a:r>
              <a:rPr lang="en-US" sz="2400" dirty="0">
                <a:latin typeface="Arial" panose="020B0604020202020204" pitchFamily="34" charset="0"/>
                <a:cs typeface="Arial" panose="020B0604020202020204" pitchFamily="34" charset="0"/>
              </a:rPr>
              <a:t>If you give me a program that </a:t>
            </a:r>
            <a:r>
              <a:rPr lang="en-US" sz="2400" b="1" dirty="0">
                <a:solidFill>
                  <a:schemeClr val="accent3">
                    <a:lumMod val="90000"/>
                    <a:lumOff val="10000"/>
                  </a:schemeClr>
                </a:solidFill>
                <a:latin typeface="Arial" panose="020B0604020202020204" pitchFamily="34" charset="0"/>
                <a:cs typeface="Arial" panose="020B0604020202020204" pitchFamily="34" charset="0"/>
              </a:rPr>
              <a:t>works</a:t>
            </a:r>
            <a:r>
              <a:rPr lang="en-US" sz="2400" dirty="0">
                <a:latin typeface="Arial" panose="020B0604020202020204" pitchFamily="34" charset="0"/>
                <a:cs typeface="Arial" panose="020B0604020202020204" pitchFamily="34" charset="0"/>
              </a:rPr>
              <a:t> perfectly but is impossible to change, then it won’t work when the requirements change, and I won’t be able to make it work. Therefore, the program will become useless.</a:t>
            </a:r>
          </a:p>
        </p:txBody>
      </p:sp>
      <p:sp>
        <p:nvSpPr>
          <p:cNvPr id="5" name="Rectangle 4"/>
          <p:cNvSpPr/>
          <p:nvPr/>
        </p:nvSpPr>
        <p:spPr>
          <a:xfrm>
            <a:off x="371301" y="3984304"/>
            <a:ext cx="11482648" cy="1200329"/>
          </a:xfrm>
          <a:prstGeom prst="rect">
            <a:avLst/>
          </a:prstGeom>
        </p:spPr>
        <p:txBody>
          <a:bodyPr wrap="square">
            <a:spAutoFit/>
          </a:bodyPr>
          <a:lstStyle/>
          <a:p>
            <a:pPr algn="ctr"/>
            <a:r>
              <a:rPr lang="en-US" sz="2400" dirty="0">
                <a:solidFill>
                  <a:srgbClr val="FF0000"/>
                </a:solidFill>
                <a:latin typeface="Arial" panose="020B0604020202020204" pitchFamily="34" charset="0"/>
                <a:cs typeface="Arial" panose="020B0604020202020204" pitchFamily="34" charset="0"/>
              </a:rPr>
              <a:t>If you give me a program that </a:t>
            </a:r>
            <a:r>
              <a:rPr lang="en-US" sz="2400" b="1" dirty="0">
                <a:solidFill>
                  <a:schemeClr val="accent3">
                    <a:lumMod val="90000"/>
                    <a:lumOff val="10000"/>
                  </a:schemeClr>
                </a:solidFill>
                <a:latin typeface="Arial" panose="020B0604020202020204" pitchFamily="34" charset="0"/>
                <a:cs typeface="Arial" panose="020B0604020202020204" pitchFamily="34" charset="0"/>
              </a:rPr>
              <a:t>does not work </a:t>
            </a:r>
            <a:r>
              <a:rPr lang="en-US" sz="2400" dirty="0">
                <a:solidFill>
                  <a:srgbClr val="FF0000"/>
                </a:solidFill>
                <a:latin typeface="Arial" panose="020B0604020202020204" pitchFamily="34" charset="0"/>
                <a:cs typeface="Arial" panose="020B0604020202020204" pitchFamily="34" charset="0"/>
              </a:rPr>
              <a:t>but is easy to change, then I can make it work, and keep it working as requirements change. Therefore, the program will remain continually useful.</a:t>
            </a:r>
          </a:p>
        </p:txBody>
      </p:sp>
    </p:spTree>
    <p:extLst>
      <p:ext uri="{BB962C8B-B14F-4D97-AF65-F5344CB8AC3E}">
        <p14:creationId xmlns:p14="http://schemas.microsoft.com/office/powerpoint/2010/main" val="1508725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F5EBB-AAF9-4638-AF6D-CA6AED69623A}"/>
              </a:ext>
            </a:extLst>
          </p:cNvPr>
          <p:cNvSpPr>
            <a:spLocks noGrp="1"/>
          </p:cNvSpPr>
          <p:nvPr>
            <p:ph type="title"/>
          </p:nvPr>
        </p:nvSpPr>
        <p:spPr/>
        <p:txBody>
          <a:bodyPr/>
          <a:lstStyle/>
          <a:p>
            <a:r>
              <a:rPr lang="en-AU" dirty="0"/>
              <a:t>What is Software Design</a:t>
            </a:r>
            <a:endParaRPr lang="en-US" dirty="0"/>
          </a:p>
        </p:txBody>
      </p:sp>
      <p:sp>
        <p:nvSpPr>
          <p:cNvPr id="6" name="Text Box 5">
            <a:extLst>
              <a:ext uri="{FF2B5EF4-FFF2-40B4-BE49-F238E27FC236}">
                <a16:creationId xmlns:a16="http://schemas.microsoft.com/office/drawing/2014/main" id="{76CB6CA7-0E43-4FFA-8A87-34E7FA8AB7B2}"/>
              </a:ext>
            </a:extLst>
          </p:cNvPr>
          <p:cNvSpPr txBox="1">
            <a:spLocks noChangeArrowheads="1"/>
          </p:cNvSpPr>
          <p:nvPr/>
        </p:nvSpPr>
        <p:spPr bwMode="auto">
          <a:xfrm>
            <a:off x="346208" y="1130324"/>
            <a:ext cx="11492866" cy="954107"/>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eaLnBrk="1" hangingPunct="1"/>
            <a:r>
              <a:rPr lang="en-US" altLang="en-US" sz="2800" dirty="0">
                <a:latin typeface="+mn-lt"/>
              </a:rPr>
              <a:t>is a mechanism to </a:t>
            </a:r>
            <a:r>
              <a:rPr lang="en-US" altLang="en-US" sz="2800" b="1" dirty="0">
                <a:solidFill>
                  <a:schemeClr val="accent1">
                    <a:lumMod val="75000"/>
                    <a:lumOff val="25000"/>
                  </a:schemeClr>
                </a:solidFill>
                <a:latin typeface="+mn-lt"/>
              </a:rPr>
              <a:t>transform user requirements </a:t>
            </a:r>
            <a:r>
              <a:rPr lang="en-US" altLang="en-US" sz="2800" dirty="0">
                <a:latin typeface="+mn-lt"/>
              </a:rPr>
              <a:t>into some suitable form, which </a:t>
            </a:r>
            <a:r>
              <a:rPr lang="en-US" altLang="en-US" sz="2800" b="1" dirty="0">
                <a:solidFill>
                  <a:schemeClr val="accent1">
                    <a:lumMod val="75000"/>
                    <a:lumOff val="25000"/>
                  </a:schemeClr>
                </a:solidFill>
                <a:latin typeface="+mn-lt"/>
              </a:rPr>
              <a:t>helps the programmer in software coding and implementation</a:t>
            </a:r>
            <a:r>
              <a:rPr lang="en-US" altLang="en-US" sz="2800" dirty="0">
                <a:latin typeface="+mn-lt"/>
              </a:rPr>
              <a:t>. </a:t>
            </a:r>
          </a:p>
        </p:txBody>
      </p:sp>
      <p:sp>
        <p:nvSpPr>
          <p:cNvPr id="7" name="Rectangle 6">
            <a:extLst>
              <a:ext uri="{FF2B5EF4-FFF2-40B4-BE49-F238E27FC236}">
                <a16:creationId xmlns:a16="http://schemas.microsoft.com/office/drawing/2014/main" id="{301BE753-6020-4843-95AC-938E636080BC}"/>
              </a:ext>
            </a:extLst>
          </p:cNvPr>
          <p:cNvSpPr>
            <a:spLocks noChangeArrowheads="1"/>
          </p:cNvSpPr>
          <p:nvPr/>
        </p:nvSpPr>
        <p:spPr bwMode="auto">
          <a:xfrm>
            <a:off x="1738086" y="1563461"/>
            <a:ext cx="7467600" cy="20574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dirty="0">
              <a:latin typeface="+mn-lt"/>
            </a:endParaRPr>
          </a:p>
        </p:txBody>
      </p:sp>
      <p:sp>
        <p:nvSpPr>
          <p:cNvPr id="8" name="Text Box 7">
            <a:extLst>
              <a:ext uri="{FF2B5EF4-FFF2-40B4-BE49-F238E27FC236}">
                <a16:creationId xmlns:a16="http://schemas.microsoft.com/office/drawing/2014/main" id="{689C574F-60F2-4D58-AC88-CDCCF9D68181}"/>
              </a:ext>
            </a:extLst>
          </p:cNvPr>
          <p:cNvSpPr txBox="1">
            <a:spLocks noChangeArrowheads="1"/>
          </p:cNvSpPr>
          <p:nvPr/>
        </p:nvSpPr>
        <p:spPr bwMode="auto">
          <a:xfrm>
            <a:off x="346208" y="2293377"/>
            <a:ext cx="11492866" cy="335906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342900" indent="-342900" eaLnBrk="1" hangingPunct="1">
              <a:lnSpc>
                <a:spcPct val="150000"/>
              </a:lnSpc>
              <a:buFont typeface="Wingdings" panose="05000000000000000000" pitchFamily="2" charset="2"/>
              <a:buChar char="ü"/>
            </a:pPr>
            <a:r>
              <a:rPr lang="en-US" altLang="en-US" dirty="0">
                <a:latin typeface="+mn-lt"/>
              </a:rPr>
              <a:t>It deals with representing the client's requirement, as described in SRS (Software Requirement Specification) document, into a form, i.e., easily implementable using programming language.</a:t>
            </a:r>
          </a:p>
          <a:p>
            <a:pPr marL="342900" indent="-342900" eaLnBrk="1" hangingPunct="1">
              <a:lnSpc>
                <a:spcPct val="150000"/>
              </a:lnSpc>
              <a:buFont typeface="Wingdings" panose="05000000000000000000" pitchFamily="2" charset="2"/>
              <a:buChar char="ü"/>
            </a:pPr>
            <a:r>
              <a:rPr lang="en-US" altLang="en-US" dirty="0">
                <a:latin typeface="+mn-lt"/>
              </a:rPr>
              <a:t>moves the concentration from the problem domain to the solution domain. </a:t>
            </a:r>
          </a:p>
          <a:p>
            <a:pPr marL="342900" indent="-342900" eaLnBrk="1" hangingPunct="1">
              <a:lnSpc>
                <a:spcPct val="150000"/>
              </a:lnSpc>
              <a:buFont typeface="Wingdings" panose="05000000000000000000" pitchFamily="2" charset="2"/>
              <a:buChar char="ü"/>
            </a:pPr>
            <a:r>
              <a:rPr lang="en-US" altLang="en-US" dirty="0">
                <a:latin typeface="+mn-lt"/>
              </a:rPr>
              <a:t>In software design, we consider the system to be a set of components or modules with clearly defined behaviors &amp; boundaries.</a:t>
            </a:r>
          </a:p>
        </p:txBody>
      </p:sp>
      <p:sp>
        <p:nvSpPr>
          <p:cNvPr id="9" name="Rectangle 8">
            <a:extLst>
              <a:ext uri="{FF2B5EF4-FFF2-40B4-BE49-F238E27FC236}">
                <a16:creationId xmlns:a16="http://schemas.microsoft.com/office/drawing/2014/main" id="{1722A4E1-19A0-40DC-BBF8-23C6EF7C1547}"/>
              </a:ext>
            </a:extLst>
          </p:cNvPr>
          <p:cNvSpPr>
            <a:spLocks noChangeArrowheads="1"/>
          </p:cNvSpPr>
          <p:nvPr/>
        </p:nvSpPr>
        <p:spPr bwMode="auto">
          <a:xfrm>
            <a:off x="346208" y="2293377"/>
            <a:ext cx="11492866" cy="20574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dirty="0">
              <a:latin typeface="+mn-lt"/>
            </a:endParaRPr>
          </a:p>
        </p:txBody>
      </p:sp>
    </p:spTree>
    <p:extLst>
      <p:ext uri="{BB962C8B-B14F-4D97-AF65-F5344CB8AC3E}">
        <p14:creationId xmlns:p14="http://schemas.microsoft.com/office/powerpoint/2010/main" val="2178152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F5EBB-AAF9-4638-AF6D-CA6AED69623A}"/>
              </a:ext>
            </a:extLst>
          </p:cNvPr>
          <p:cNvSpPr>
            <a:spLocks noGrp="1"/>
          </p:cNvSpPr>
          <p:nvPr>
            <p:ph type="title"/>
          </p:nvPr>
        </p:nvSpPr>
        <p:spPr/>
        <p:txBody>
          <a:bodyPr/>
          <a:lstStyle/>
          <a:p>
            <a:r>
              <a:rPr lang="en-AU" dirty="0"/>
              <a:t>Objectives of SW Design</a:t>
            </a:r>
            <a:endParaRPr lang="en-US" dirty="0"/>
          </a:p>
        </p:txBody>
      </p:sp>
      <p:sp>
        <p:nvSpPr>
          <p:cNvPr id="10" name="Hexagon 9">
            <a:extLst>
              <a:ext uri="{FF2B5EF4-FFF2-40B4-BE49-F238E27FC236}">
                <a16:creationId xmlns:a16="http://schemas.microsoft.com/office/drawing/2014/main" id="{5DAD003F-F73C-4676-99B2-6678F8AB287D}"/>
              </a:ext>
            </a:extLst>
          </p:cNvPr>
          <p:cNvSpPr/>
          <p:nvPr/>
        </p:nvSpPr>
        <p:spPr>
          <a:xfrm rot="5400000">
            <a:off x="5931334" y="4644250"/>
            <a:ext cx="2275293" cy="1992549"/>
          </a:xfrm>
          <a:prstGeom prst="hexagon">
            <a:avLst>
              <a:gd name="adj" fmla="val 28802"/>
              <a:gd name="vf" fmla="val 115470"/>
            </a:avLst>
          </a:prstGeom>
          <a:solidFill>
            <a:srgbClr val="57565A">
              <a:alpha val="15000"/>
            </a:srgbClr>
          </a:solidFill>
          <a:ln w="25400" cap="flat" cmpd="sng" algn="ctr">
            <a:noFill/>
            <a:prstDash val="solid"/>
          </a:ln>
          <a:effectLst/>
        </p:spPr>
        <p:txBody>
          <a:bodyPr spcFirstLastPara="0" vert="vert270" wrap="square" lIns="365760" tIns="0" rIns="0" bIns="0" numCol="1" spcCol="1270" anchor="t" anchorCtr="0">
            <a:noAutofit/>
          </a:bodyPr>
          <a:lstStyle/>
          <a:p>
            <a:pPr marL="0" marR="0" lvl="0" indent="0" algn="ctr" defTabSz="666734" eaLnBrk="1" fontAlgn="auto" latinLnBrk="0" hangingPunct="1">
              <a:lnSpc>
                <a:spcPct val="90000"/>
              </a:lnSpc>
              <a:spcBef>
                <a:spcPct val="0"/>
              </a:spcBef>
              <a:spcAft>
                <a:spcPts val="200"/>
              </a:spcAft>
              <a:buClrTx/>
              <a:buSzTx/>
              <a:buFontTx/>
              <a:buNone/>
              <a:tabLst/>
              <a:defRPr/>
            </a:pPr>
            <a:endParaRPr kumimoji="0" lang="en-US" sz="1200" b="0" i="0" u="none" strike="noStrike" kern="0" cap="none" spc="0" normalizeH="0" baseline="0" noProof="0" dirty="0">
              <a:ln>
                <a:noFill/>
              </a:ln>
              <a:solidFill>
                <a:srgbClr val="57565A"/>
              </a:solidFill>
              <a:effectLst/>
              <a:uLnTx/>
              <a:uFillTx/>
              <a:latin typeface="Open Sans Light"/>
              <a:ea typeface="+mn-ea"/>
              <a:cs typeface="+mn-cs"/>
            </a:endParaRPr>
          </a:p>
        </p:txBody>
      </p:sp>
      <p:sp>
        <p:nvSpPr>
          <p:cNvPr id="11" name="Trapezoid 10">
            <a:extLst>
              <a:ext uri="{FF2B5EF4-FFF2-40B4-BE49-F238E27FC236}">
                <a16:creationId xmlns:a16="http://schemas.microsoft.com/office/drawing/2014/main" id="{7A4D46BA-C3B0-496B-AD6C-D21ED792492C}"/>
              </a:ext>
            </a:extLst>
          </p:cNvPr>
          <p:cNvSpPr/>
          <p:nvPr/>
        </p:nvSpPr>
        <p:spPr>
          <a:xfrm rot="19800000">
            <a:off x="5942416" y="4780920"/>
            <a:ext cx="1352011" cy="175738"/>
          </a:xfrm>
          <a:prstGeom prst="trapezoid">
            <a:avLst>
              <a:gd name="adj" fmla="val 58035"/>
            </a:avLst>
          </a:prstGeom>
          <a:solidFill>
            <a:srgbClr val="496A75"/>
          </a:solidFill>
          <a:ln w="9525" cap="flat" cmpd="sng" algn="ctr">
            <a:noFill/>
            <a:prstDash val="solid"/>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white"/>
              </a:solidFill>
              <a:effectLst/>
              <a:uLnTx/>
              <a:uFillTx/>
              <a:latin typeface="Open Sans Light"/>
              <a:ea typeface="+mn-ea"/>
              <a:cs typeface="+mn-cs"/>
            </a:endParaRPr>
          </a:p>
        </p:txBody>
      </p:sp>
      <p:sp>
        <p:nvSpPr>
          <p:cNvPr id="12" name="Hexagon 11">
            <a:extLst>
              <a:ext uri="{FF2B5EF4-FFF2-40B4-BE49-F238E27FC236}">
                <a16:creationId xmlns:a16="http://schemas.microsoft.com/office/drawing/2014/main" id="{1600C062-A390-45DD-9EAA-DCF50F84B289}"/>
              </a:ext>
            </a:extLst>
          </p:cNvPr>
          <p:cNvSpPr/>
          <p:nvPr/>
        </p:nvSpPr>
        <p:spPr>
          <a:xfrm rot="5400000">
            <a:off x="3898858" y="4644250"/>
            <a:ext cx="2275293" cy="1992549"/>
          </a:xfrm>
          <a:prstGeom prst="hexagon">
            <a:avLst>
              <a:gd name="adj" fmla="val 28802"/>
              <a:gd name="vf" fmla="val 115470"/>
            </a:avLst>
          </a:prstGeom>
          <a:solidFill>
            <a:srgbClr val="57565A">
              <a:alpha val="15000"/>
            </a:srgbClr>
          </a:solidFill>
          <a:ln w="25400" cap="flat" cmpd="sng" algn="ctr">
            <a:noFill/>
            <a:prstDash val="solid"/>
          </a:ln>
          <a:effectLst/>
        </p:spPr>
        <p:txBody>
          <a:bodyPr spcFirstLastPara="0" vert="vert270" wrap="square" lIns="365760" tIns="0" rIns="0" bIns="0" numCol="1" spcCol="1270" anchor="t" anchorCtr="0">
            <a:noAutofit/>
          </a:bodyPr>
          <a:lstStyle/>
          <a:p>
            <a:pPr marL="0" marR="0" lvl="0" indent="0" algn="ctr" defTabSz="666734" eaLnBrk="1" fontAlgn="auto" latinLnBrk="0" hangingPunct="1">
              <a:lnSpc>
                <a:spcPct val="90000"/>
              </a:lnSpc>
              <a:spcBef>
                <a:spcPct val="0"/>
              </a:spcBef>
              <a:spcAft>
                <a:spcPts val="200"/>
              </a:spcAft>
              <a:buClrTx/>
              <a:buSzTx/>
              <a:buFontTx/>
              <a:buNone/>
              <a:tabLst/>
              <a:defRPr/>
            </a:pPr>
            <a:endParaRPr kumimoji="0" lang="en-US" sz="1200" b="0" i="0" u="none" strike="noStrike" kern="0" cap="none" spc="0" normalizeH="0" baseline="0" noProof="0" dirty="0">
              <a:ln>
                <a:noFill/>
              </a:ln>
              <a:solidFill>
                <a:srgbClr val="57565A"/>
              </a:solidFill>
              <a:effectLst/>
              <a:uLnTx/>
              <a:uFillTx/>
              <a:latin typeface="Open Sans Light"/>
              <a:ea typeface="+mn-ea"/>
              <a:cs typeface="+mn-cs"/>
            </a:endParaRPr>
          </a:p>
        </p:txBody>
      </p:sp>
      <p:sp>
        <p:nvSpPr>
          <p:cNvPr id="13" name="Trapezoid 12">
            <a:extLst>
              <a:ext uri="{FF2B5EF4-FFF2-40B4-BE49-F238E27FC236}">
                <a16:creationId xmlns:a16="http://schemas.microsoft.com/office/drawing/2014/main" id="{E5BA06E4-DD00-44F3-B89D-A3BA2C9575BB}"/>
              </a:ext>
            </a:extLst>
          </p:cNvPr>
          <p:cNvSpPr/>
          <p:nvPr/>
        </p:nvSpPr>
        <p:spPr>
          <a:xfrm rot="1800000">
            <a:off x="4812292" y="4778907"/>
            <a:ext cx="1352011" cy="175738"/>
          </a:xfrm>
          <a:prstGeom prst="trapezoid">
            <a:avLst>
              <a:gd name="adj" fmla="val 58035"/>
            </a:avLst>
          </a:prstGeom>
          <a:solidFill>
            <a:srgbClr val="496A75"/>
          </a:solidFill>
          <a:ln w="9525" cap="flat" cmpd="sng" algn="ctr">
            <a:noFill/>
            <a:prstDash val="solid"/>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white"/>
              </a:solidFill>
              <a:effectLst/>
              <a:uLnTx/>
              <a:uFillTx/>
              <a:latin typeface="Open Sans Light"/>
              <a:ea typeface="+mn-ea"/>
              <a:cs typeface="+mn-cs"/>
            </a:endParaRPr>
          </a:p>
        </p:txBody>
      </p:sp>
      <p:sp>
        <p:nvSpPr>
          <p:cNvPr id="14" name="Hexagon 13">
            <a:extLst>
              <a:ext uri="{FF2B5EF4-FFF2-40B4-BE49-F238E27FC236}">
                <a16:creationId xmlns:a16="http://schemas.microsoft.com/office/drawing/2014/main" id="{8B91755B-F235-46C0-9689-167B7715AEAE}"/>
              </a:ext>
            </a:extLst>
          </p:cNvPr>
          <p:cNvSpPr/>
          <p:nvPr/>
        </p:nvSpPr>
        <p:spPr>
          <a:xfrm rot="5400000">
            <a:off x="5931334" y="1128343"/>
            <a:ext cx="2275293" cy="1992549"/>
          </a:xfrm>
          <a:prstGeom prst="hexagon">
            <a:avLst>
              <a:gd name="adj" fmla="val 28802"/>
              <a:gd name="vf" fmla="val 115470"/>
            </a:avLst>
          </a:prstGeom>
          <a:solidFill>
            <a:srgbClr val="57565A">
              <a:alpha val="15000"/>
            </a:srgbClr>
          </a:solidFill>
          <a:ln w="25400" cap="flat" cmpd="sng" algn="ctr">
            <a:noFill/>
            <a:prstDash val="solid"/>
          </a:ln>
          <a:effectLst/>
        </p:spPr>
        <p:txBody>
          <a:bodyPr spcFirstLastPara="0" vert="vert270" wrap="square" lIns="365760" tIns="0" rIns="0" bIns="0" numCol="1" spcCol="1270" anchor="t" anchorCtr="0">
            <a:noAutofit/>
          </a:bodyPr>
          <a:lstStyle/>
          <a:p>
            <a:pPr marL="0" marR="0" lvl="0" indent="0" algn="ctr" defTabSz="666734" eaLnBrk="1" fontAlgn="auto" latinLnBrk="0" hangingPunct="1">
              <a:lnSpc>
                <a:spcPct val="90000"/>
              </a:lnSpc>
              <a:spcBef>
                <a:spcPct val="0"/>
              </a:spcBef>
              <a:spcAft>
                <a:spcPts val="200"/>
              </a:spcAft>
              <a:buClrTx/>
              <a:buSzTx/>
              <a:buFontTx/>
              <a:buNone/>
              <a:tabLst/>
              <a:defRPr/>
            </a:pPr>
            <a:endParaRPr kumimoji="0" lang="en-US" sz="1200" b="0" i="0" u="none" strike="noStrike" kern="0" cap="none" spc="0" normalizeH="0" baseline="0" noProof="0" dirty="0">
              <a:ln>
                <a:noFill/>
              </a:ln>
              <a:solidFill>
                <a:srgbClr val="57565A"/>
              </a:solidFill>
              <a:effectLst/>
              <a:uLnTx/>
              <a:uFillTx/>
              <a:latin typeface="Open Sans Light"/>
              <a:ea typeface="+mn-ea"/>
              <a:cs typeface="+mn-cs"/>
            </a:endParaRPr>
          </a:p>
        </p:txBody>
      </p:sp>
      <p:sp>
        <p:nvSpPr>
          <p:cNvPr id="15" name="Trapezoid 14">
            <a:extLst>
              <a:ext uri="{FF2B5EF4-FFF2-40B4-BE49-F238E27FC236}">
                <a16:creationId xmlns:a16="http://schemas.microsoft.com/office/drawing/2014/main" id="{8A585771-DD57-4226-B878-BDFF2C64C911}"/>
              </a:ext>
            </a:extLst>
          </p:cNvPr>
          <p:cNvSpPr/>
          <p:nvPr/>
        </p:nvSpPr>
        <p:spPr>
          <a:xfrm rot="12600000" flipH="1">
            <a:off x="5942416" y="2819715"/>
            <a:ext cx="1352011" cy="175738"/>
          </a:xfrm>
          <a:prstGeom prst="trapezoid">
            <a:avLst>
              <a:gd name="adj" fmla="val 58035"/>
            </a:avLst>
          </a:prstGeom>
          <a:solidFill>
            <a:srgbClr val="97AEA0"/>
          </a:solidFill>
          <a:ln w="9525" cap="flat" cmpd="sng" algn="ctr">
            <a:noFill/>
            <a:prstDash val="solid"/>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white"/>
              </a:solidFill>
              <a:effectLst/>
              <a:uLnTx/>
              <a:uFillTx/>
              <a:latin typeface="Open Sans Light"/>
              <a:ea typeface="+mn-ea"/>
              <a:cs typeface="+mn-cs"/>
            </a:endParaRPr>
          </a:p>
        </p:txBody>
      </p:sp>
      <p:sp>
        <p:nvSpPr>
          <p:cNvPr id="16" name="Hexagon 15">
            <a:extLst>
              <a:ext uri="{FF2B5EF4-FFF2-40B4-BE49-F238E27FC236}">
                <a16:creationId xmlns:a16="http://schemas.microsoft.com/office/drawing/2014/main" id="{DAAE0A74-BCE3-45AA-9A9C-B80A7B19C69B}"/>
              </a:ext>
            </a:extLst>
          </p:cNvPr>
          <p:cNvSpPr/>
          <p:nvPr/>
        </p:nvSpPr>
        <p:spPr>
          <a:xfrm rot="5400000">
            <a:off x="3898858" y="1128343"/>
            <a:ext cx="2275293" cy="1992549"/>
          </a:xfrm>
          <a:prstGeom prst="hexagon">
            <a:avLst>
              <a:gd name="adj" fmla="val 28802"/>
              <a:gd name="vf" fmla="val 115470"/>
            </a:avLst>
          </a:prstGeom>
          <a:solidFill>
            <a:srgbClr val="57565A">
              <a:alpha val="15000"/>
            </a:srgbClr>
          </a:solidFill>
          <a:ln w="25400" cap="flat" cmpd="sng" algn="ctr">
            <a:noFill/>
            <a:prstDash val="solid"/>
          </a:ln>
          <a:effectLst/>
        </p:spPr>
        <p:txBody>
          <a:bodyPr spcFirstLastPara="0" vert="vert270" wrap="square" lIns="365760" tIns="0" rIns="0" bIns="0" numCol="1" spcCol="1270" anchor="t" anchorCtr="0">
            <a:noAutofit/>
          </a:bodyPr>
          <a:lstStyle/>
          <a:p>
            <a:pPr lvl="0" algn="ctr" defTabSz="666734">
              <a:lnSpc>
                <a:spcPct val="90000"/>
              </a:lnSpc>
              <a:spcBef>
                <a:spcPct val="0"/>
              </a:spcBef>
              <a:spcAft>
                <a:spcPts val="200"/>
              </a:spcAft>
            </a:pPr>
            <a:r>
              <a:rPr lang="en-US" sz="1600" kern="0" dirty="0">
                <a:solidFill>
                  <a:srgbClr val="57565A"/>
                </a:solidFill>
                <a:latin typeface="Open Sans Light"/>
              </a:rPr>
              <a:t>.</a:t>
            </a:r>
            <a:endParaRPr kumimoji="0" lang="en-US" sz="1200" b="0" i="0" u="none" strike="noStrike" kern="0" cap="none" spc="0" normalizeH="0" baseline="0" noProof="0" dirty="0">
              <a:ln>
                <a:noFill/>
              </a:ln>
              <a:solidFill>
                <a:srgbClr val="57565A"/>
              </a:solidFill>
              <a:effectLst/>
              <a:uLnTx/>
              <a:uFillTx/>
              <a:latin typeface="Open Sans Light"/>
              <a:ea typeface="+mn-ea"/>
              <a:cs typeface="+mn-cs"/>
            </a:endParaRPr>
          </a:p>
        </p:txBody>
      </p:sp>
      <p:sp>
        <p:nvSpPr>
          <p:cNvPr id="17" name="Trapezoid 16">
            <a:extLst>
              <a:ext uri="{FF2B5EF4-FFF2-40B4-BE49-F238E27FC236}">
                <a16:creationId xmlns:a16="http://schemas.microsoft.com/office/drawing/2014/main" id="{3FCA734E-26D6-4BE0-846B-1E4AF5067520}"/>
              </a:ext>
            </a:extLst>
          </p:cNvPr>
          <p:cNvSpPr/>
          <p:nvPr/>
        </p:nvSpPr>
        <p:spPr>
          <a:xfrm rot="9000000" flipH="1">
            <a:off x="4812292" y="2817701"/>
            <a:ext cx="1352011" cy="175738"/>
          </a:xfrm>
          <a:prstGeom prst="trapezoid">
            <a:avLst>
              <a:gd name="adj" fmla="val 58035"/>
            </a:avLst>
          </a:prstGeom>
          <a:solidFill>
            <a:srgbClr val="97AEA0"/>
          </a:solidFill>
          <a:ln w="9525" cap="flat" cmpd="sng" algn="ctr">
            <a:noFill/>
            <a:prstDash val="solid"/>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white"/>
              </a:solidFill>
              <a:effectLst/>
              <a:uLnTx/>
              <a:uFillTx/>
              <a:latin typeface="Open Sans Light"/>
              <a:ea typeface="+mn-ea"/>
              <a:cs typeface="+mn-cs"/>
            </a:endParaRPr>
          </a:p>
        </p:txBody>
      </p:sp>
      <p:sp>
        <p:nvSpPr>
          <p:cNvPr id="18" name="Hexagon 17">
            <a:extLst>
              <a:ext uri="{FF2B5EF4-FFF2-40B4-BE49-F238E27FC236}">
                <a16:creationId xmlns:a16="http://schemas.microsoft.com/office/drawing/2014/main" id="{FF1948D7-60F2-4AF1-B4CC-D789532D3BAA}"/>
              </a:ext>
            </a:extLst>
          </p:cNvPr>
          <p:cNvSpPr/>
          <p:nvPr/>
        </p:nvSpPr>
        <p:spPr>
          <a:xfrm rot="5400000">
            <a:off x="6931922" y="2882033"/>
            <a:ext cx="2275293" cy="1992549"/>
          </a:xfrm>
          <a:prstGeom prst="hexagon">
            <a:avLst>
              <a:gd name="adj" fmla="val 28802"/>
              <a:gd name="vf" fmla="val 115470"/>
            </a:avLst>
          </a:prstGeom>
          <a:solidFill>
            <a:srgbClr val="57565A">
              <a:alpha val="15000"/>
            </a:srgbClr>
          </a:solidFill>
          <a:ln w="25400" cap="flat" cmpd="sng" algn="ctr">
            <a:noFill/>
            <a:prstDash val="solid"/>
          </a:ln>
          <a:effectLst/>
        </p:spPr>
        <p:txBody>
          <a:bodyPr spcFirstLastPara="0" vert="vert270" wrap="square" lIns="365760" tIns="0" rIns="0" bIns="0" numCol="1" spcCol="1270" anchor="t" anchorCtr="0">
            <a:noAutofit/>
          </a:bodyPr>
          <a:lstStyle/>
          <a:p>
            <a:pPr marL="0" marR="0" lvl="0" indent="0" algn="ctr" defTabSz="666734" eaLnBrk="1" fontAlgn="auto" latinLnBrk="0" hangingPunct="1">
              <a:lnSpc>
                <a:spcPct val="90000"/>
              </a:lnSpc>
              <a:spcBef>
                <a:spcPct val="0"/>
              </a:spcBef>
              <a:spcAft>
                <a:spcPts val="200"/>
              </a:spcAft>
              <a:buClrTx/>
              <a:buSzTx/>
              <a:buFontTx/>
              <a:buNone/>
              <a:tabLst/>
              <a:defRPr/>
            </a:pPr>
            <a:endParaRPr kumimoji="0" lang="en-US" sz="1200" b="0" i="0" u="none" strike="noStrike" kern="0" cap="none" spc="0" normalizeH="0" baseline="0" noProof="0" dirty="0">
              <a:ln>
                <a:noFill/>
              </a:ln>
              <a:solidFill>
                <a:srgbClr val="57565A"/>
              </a:solidFill>
              <a:effectLst/>
              <a:uLnTx/>
              <a:uFillTx/>
              <a:latin typeface="Open Sans Light"/>
              <a:ea typeface="+mn-ea"/>
              <a:cs typeface="+mn-cs"/>
            </a:endParaRPr>
          </a:p>
        </p:txBody>
      </p:sp>
      <p:sp>
        <p:nvSpPr>
          <p:cNvPr id="19" name="Trapezoid 18">
            <a:extLst>
              <a:ext uri="{FF2B5EF4-FFF2-40B4-BE49-F238E27FC236}">
                <a16:creationId xmlns:a16="http://schemas.microsoft.com/office/drawing/2014/main" id="{9E3338E9-D664-4583-B1A5-68B17E84ED88}"/>
              </a:ext>
            </a:extLst>
          </p:cNvPr>
          <p:cNvSpPr/>
          <p:nvPr/>
        </p:nvSpPr>
        <p:spPr>
          <a:xfrm rot="16200000" flipH="1">
            <a:off x="6494290" y="3794091"/>
            <a:ext cx="1342691" cy="176957"/>
          </a:xfrm>
          <a:prstGeom prst="trapezoid">
            <a:avLst>
              <a:gd name="adj" fmla="val 58035"/>
            </a:avLst>
          </a:prstGeom>
          <a:solidFill>
            <a:srgbClr val="688687"/>
          </a:solidFill>
          <a:ln w="9525" cap="flat" cmpd="sng" algn="ctr">
            <a:noFill/>
            <a:prstDash val="solid"/>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white"/>
              </a:solidFill>
              <a:effectLst/>
              <a:uLnTx/>
              <a:uFillTx/>
              <a:latin typeface="Open Sans Light"/>
              <a:ea typeface="+mn-ea"/>
              <a:cs typeface="+mn-cs"/>
            </a:endParaRPr>
          </a:p>
        </p:txBody>
      </p:sp>
      <p:sp>
        <p:nvSpPr>
          <p:cNvPr id="20" name="Hexagon 19">
            <a:extLst>
              <a:ext uri="{FF2B5EF4-FFF2-40B4-BE49-F238E27FC236}">
                <a16:creationId xmlns:a16="http://schemas.microsoft.com/office/drawing/2014/main" id="{9C538697-C432-4F57-B7D8-1F1ADC131EF0}"/>
              </a:ext>
            </a:extLst>
          </p:cNvPr>
          <p:cNvSpPr/>
          <p:nvPr/>
        </p:nvSpPr>
        <p:spPr>
          <a:xfrm rot="5400000">
            <a:off x="2897036" y="2886294"/>
            <a:ext cx="2275293" cy="1992549"/>
          </a:xfrm>
          <a:prstGeom prst="hexagon">
            <a:avLst>
              <a:gd name="adj" fmla="val 28802"/>
              <a:gd name="vf" fmla="val 115470"/>
            </a:avLst>
          </a:prstGeom>
          <a:solidFill>
            <a:srgbClr val="57565A">
              <a:alpha val="15000"/>
            </a:srgbClr>
          </a:solidFill>
          <a:ln w="25400" cap="flat" cmpd="sng" algn="ctr">
            <a:noFill/>
            <a:prstDash val="solid"/>
          </a:ln>
          <a:effectLst/>
        </p:spPr>
        <p:txBody>
          <a:bodyPr spcFirstLastPara="0" vert="vert270" wrap="square" lIns="365760" tIns="0" rIns="0" bIns="0" numCol="1" spcCol="1270" anchor="t" anchorCtr="0">
            <a:noAutofit/>
          </a:bodyPr>
          <a:lstStyle/>
          <a:p>
            <a:pPr marL="0" marR="0" lvl="0" indent="0" algn="ctr" defTabSz="666734" eaLnBrk="1" fontAlgn="auto" latinLnBrk="0" hangingPunct="1">
              <a:lnSpc>
                <a:spcPct val="90000"/>
              </a:lnSpc>
              <a:spcBef>
                <a:spcPct val="0"/>
              </a:spcBef>
              <a:spcAft>
                <a:spcPts val="200"/>
              </a:spcAft>
              <a:buClrTx/>
              <a:buSzTx/>
              <a:buFontTx/>
              <a:buNone/>
              <a:tabLst/>
              <a:defRPr/>
            </a:pPr>
            <a:endParaRPr kumimoji="0" lang="en-US" sz="1200" b="0" i="0" u="none" strike="noStrike" kern="0" cap="none" spc="0" normalizeH="0" baseline="0" noProof="0" dirty="0">
              <a:ln>
                <a:noFill/>
              </a:ln>
              <a:solidFill>
                <a:srgbClr val="57565A"/>
              </a:solidFill>
              <a:effectLst/>
              <a:uLnTx/>
              <a:uFillTx/>
              <a:latin typeface="Open Sans Light"/>
              <a:ea typeface="+mn-ea"/>
              <a:cs typeface="+mn-cs"/>
            </a:endParaRPr>
          </a:p>
        </p:txBody>
      </p:sp>
      <p:sp>
        <p:nvSpPr>
          <p:cNvPr id="21" name="Trapezoid 20">
            <a:extLst>
              <a:ext uri="{FF2B5EF4-FFF2-40B4-BE49-F238E27FC236}">
                <a16:creationId xmlns:a16="http://schemas.microsoft.com/office/drawing/2014/main" id="{A80AED3B-C2F9-4622-8B9D-AEF23BD0B6CB}"/>
              </a:ext>
            </a:extLst>
          </p:cNvPr>
          <p:cNvSpPr/>
          <p:nvPr/>
        </p:nvSpPr>
        <p:spPr>
          <a:xfrm rot="5400000" flipH="1">
            <a:off x="4271134" y="3794091"/>
            <a:ext cx="1342691" cy="176957"/>
          </a:xfrm>
          <a:prstGeom prst="trapezoid">
            <a:avLst>
              <a:gd name="adj" fmla="val 58035"/>
            </a:avLst>
          </a:prstGeom>
          <a:solidFill>
            <a:srgbClr val="688687"/>
          </a:solidFill>
          <a:ln w="9525" cap="flat" cmpd="sng" algn="ctr">
            <a:noFill/>
            <a:prstDash val="solid"/>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white"/>
              </a:solidFill>
              <a:effectLst/>
              <a:uLnTx/>
              <a:uFillTx/>
              <a:latin typeface="Open Sans Light"/>
              <a:ea typeface="+mn-ea"/>
              <a:cs typeface="+mn-cs"/>
            </a:endParaRPr>
          </a:p>
        </p:txBody>
      </p:sp>
      <p:sp>
        <p:nvSpPr>
          <p:cNvPr id="22" name="Hexagon 21">
            <a:extLst>
              <a:ext uri="{FF2B5EF4-FFF2-40B4-BE49-F238E27FC236}">
                <a16:creationId xmlns:a16="http://schemas.microsoft.com/office/drawing/2014/main" id="{AC12ACD3-1C5F-4552-94F3-C1151BC30419}"/>
              </a:ext>
            </a:extLst>
          </p:cNvPr>
          <p:cNvSpPr/>
          <p:nvPr/>
        </p:nvSpPr>
        <p:spPr>
          <a:xfrm rot="5400000">
            <a:off x="3635966" y="1202611"/>
            <a:ext cx="815631" cy="714275"/>
          </a:xfrm>
          <a:prstGeom prst="hexagon">
            <a:avLst>
              <a:gd name="adj" fmla="val 28802"/>
              <a:gd name="vf" fmla="val 115470"/>
            </a:avLst>
          </a:prstGeom>
          <a:solidFill>
            <a:srgbClr val="97AEA0"/>
          </a:solidFill>
          <a:ln w="25400" cap="flat" cmpd="sng" algn="ctr">
            <a:noFill/>
            <a:prstDash val="solid"/>
          </a:ln>
          <a:effectLst/>
        </p:spPr>
        <p:txBody>
          <a:bodyPr spcFirstLastPara="0" vert="vert270" wrap="square" lIns="0" tIns="0" rIns="0" bIns="0" numCol="1" spcCol="1270" anchor="ctr" anchorCtr="0">
            <a:noAutofit/>
          </a:bodyPr>
          <a:lstStyle/>
          <a:p>
            <a:pPr marL="0" marR="0" lvl="0" indent="0" algn="ctr" defTabSz="666734" eaLnBrk="1" fontAlgn="auto" latinLnBrk="0" hangingPunct="1">
              <a:lnSpc>
                <a:spcPct val="90000"/>
              </a:lnSpc>
              <a:spcBef>
                <a:spcPct val="0"/>
              </a:spcBef>
              <a:spcAft>
                <a:spcPct val="3500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Open Sans Light"/>
                <a:ea typeface="+mn-ea"/>
                <a:cs typeface="+mn-cs"/>
              </a:rPr>
              <a:t>06</a:t>
            </a:r>
          </a:p>
        </p:txBody>
      </p:sp>
      <p:sp>
        <p:nvSpPr>
          <p:cNvPr id="23" name="Hexagon 22">
            <a:extLst>
              <a:ext uri="{FF2B5EF4-FFF2-40B4-BE49-F238E27FC236}">
                <a16:creationId xmlns:a16="http://schemas.microsoft.com/office/drawing/2014/main" id="{1615847A-A195-4CBF-BF48-EB300DE84537}"/>
              </a:ext>
            </a:extLst>
          </p:cNvPr>
          <p:cNvSpPr/>
          <p:nvPr/>
        </p:nvSpPr>
        <p:spPr>
          <a:xfrm rot="5400000">
            <a:off x="7649134" y="1198327"/>
            <a:ext cx="815631" cy="714275"/>
          </a:xfrm>
          <a:prstGeom prst="hexagon">
            <a:avLst>
              <a:gd name="adj" fmla="val 28802"/>
              <a:gd name="vf" fmla="val 115470"/>
            </a:avLst>
          </a:prstGeom>
          <a:solidFill>
            <a:srgbClr val="97AEA0"/>
          </a:solidFill>
          <a:ln w="25400" cap="flat" cmpd="sng" algn="ctr">
            <a:noFill/>
            <a:prstDash val="solid"/>
          </a:ln>
          <a:effectLst/>
        </p:spPr>
        <p:txBody>
          <a:bodyPr spcFirstLastPara="0" vert="vert270" wrap="square" lIns="0" tIns="0" rIns="0" bIns="0" numCol="1" spcCol="1270" anchor="ctr" anchorCtr="0">
            <a:noAutofit/>
          </a:bodyPr>
          <a:lstStyle/>
          <a:p>
            <a:pPr marL="0" marR="0" lvl="0" indent="0" algn="ctr" defTabSz="666734" eaLnBrk="1" fontAlgn="auto" latinLnBrk="0" hangingPunct="1">
              <a:lnSpc>
                <a:spcPct val="90000"/>
              </a:lnSpc>
              <a:spcBef>
                <a:spcPct val="0"/>
              </a:spcBef>
              <a:spcAft>
                <a:spcPct val="3500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Open Sans Light"/>
                <a:ea typeface="+mn-ea"/>
                <a:cs typeface="+mn-cs"/>
              </a:rPr>
              <a:t>01</a:t>
            </a:r>
          </a:p>
        </p:txBody>
      </p:sp>
      <p:sp>
        <p:nvSpPr>
          <p:cNvPr id="24" name="Hexagon 23">
            <a:extLst>
              <a:ext uri="{FF2B5EF4-FFF2-40B4-BE49-F238E27FC236}">
                <a16:creationId xmlns:a16="http://schemas.microsoft.com/office/drawing/2014/main" id="{BE8338EF-4EAB-48E6-99B9-A394B55C7B3F}"/>
              </a:ext>
            </a:extLst>
          </p:cNvPr>
          <p:cNvSpPr/>
          <p:nvPr/>
        </p:nvSpPr>
        <p:spPr>
          <a:xfrm rot="5400000">
            <a:off x="8654819" y="2952215"/>
            <a:ext cx="815631" cy="714274"/>
          </a:xfrm>
          <a:prstGeom prst="hexagon">
            <a:avLst>
              <a:gd name="adj" fmla="val 28802"/>
              <a:gd name="vf" fmla="val 115470"/>
            </a:avLst>
          </a:prstGeom>
          <a:solidFill>
            <a:srgbClr val="688687"/>
          </a:solidFill>
          <a:ln w="25400" cap="flat" cmpd="sng" algn="ctr">
            <a:noFill/>
            <a:prstDash val="solid"/>
          </a:ln>
          <a:effectLst/>
        </p:spPr>
        <p:txBody>
          <a:bodyPr spcFirstLastPara="0" vert="vert270" wrap="square" lIns="0" tIns="0" rIns="0" bIns="0" numCol="1" spcCol="1270" anchor="ctr" anchorCtr="0">
            <a:noAutofit/>
          </a:bodyPr>
          <a:lstStyle/>
          <a:p>
            <a:pPr marL="0" marR="0" lvl="0" indent="0" algn="ctr" defTabSz="666734" eaLnBrk="1" fontAlgn="auto" latinLnBrk="0" hangingPunct="1">
              <a:lnSpc>
                <a:spcPct val="90000"/>
              </a:lnSpc>
              <a:spcBef>
                <a:spcPct val="0"/>
              </a:spcBef>
              <a:spcAft>
                <a:spcPct val="3500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Open Sans Light"/>
                <a:ea typeface="+mn-ea"/>
                <a:cs typeface="+mn-cs"/>
              </a:rPr>
              <a:t>02</a:t>
            </a:r>
          </a:p>
        </p:txBody>
      </p:sp>
      <p:sp>
        <p:nvSpPr>
          <p:cNvPr id="25" name="Hexagon 24">
            <a:extLst>
              <a:ext uri="{FF2B5EF4-FFF2-40B4-BE49-F238E27FC236}">
                <a16:creationId xmlns:a16="http://schemas.microsoft.com/office/drawing/2014/main" id="{59D96A26-497B-44D0-AD1C-775E56CBB0A3}"/>
              </a:ext>
            </a:extLst>
          </p:cNvPr>
          <p:cNvSpPr/>
          <p:nvPr/>
        </p:nvSpPr>
        <p:spPr>
          <a:xfrm rot="5400000">
            <a:off x="7655275" y="5854087"/>
            <a:ext cx="815631" cy="714274"/>
          </a:xfrm>
          <a:prstGeom prst="hexagon">
            <a:avLst>
              <a:gd name="adj" fmla="val 28802"/>
              <a:gd name="vf" fmla="val 115470"/>
            </a:avLst>
          </a:prstGeom>
          <a:solidFill>
            <a:srgbClr val="496A75"/>
          </a:solidFill>
          <a:ln w="25400" cap="flat" cmpd="sng" algn="ctr">
            <a:noFill/>
            <a:prstDash val="solid"/>
          </a:ln>
          <a:effectLst/>
        </p:spPr>
        <p:txBody>
          <a:bodyPr spcFirstLastPara="0" vert="vert270" wrap="square" lIns="0" tIns="0" rIns="0" bIns="0" numCol="1" spcCol="1270" anchor="ctr" anchorCtr="0">
            <a:noAutofit/>
          </a:bodyPr>
          <a:lstStyle/>
          <a:p>
            <a:pPr marL="0" marR="0" lvl="0" indent="0" algn="ctr" defTabSz="666734" eaLnBrk="1" fontAlgn="auto" latinLnBrk="0" hangingPunct="1">
              <a:lnSpc>
                <a:spcPct val="90000"/>
              </a:lnSpc>
              <a:spcBef>
                <a:spcPct val="0"/>
              </a:spcBef>
              <a:spcAft>
                <a:spcPct val="3500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Open Sans Light"/>
                <a:ea typeface="+mn-ea"/>
                <a:cs typeface="+mn-cs"/>
              </a:rPr>
              <a:t>03</a:t>
            </a:r>
          </a:p>
        </p:txBody>
      </p:sp>
      <p:sp>
        <p:nvSpPr>
          <p:cNvPr id="26" name="Hexagon 25">
            <a:extLst>
              <a:ext uri="{FF2B5EF4-FFF2-40B4-BE49-F238E27FC236}">
                <a16:creationId xmlns:a16="http://schemas.microsoft.com/office/drawing/2014/main" id="{E93B93EE-CFB5-4242-BA13-34F93C719198}"/>
              </a:ext>
            </a:extLst>
          </p:cNvPr>
          <p:cNvSpPr/>
          <p:nvPr/>
        </p:nvSpPr>
        <p:spPr>
          <a:xfrm rot="5400000">
            <a:off x="3635966" y="5854087"/>
            <a:ext cx="815631" cy="714274"/>
          </a:xfrm>
          <a:prstGeom prst="hexagon">
            <a:avLst>
              <a:gd name="adj" fmla="val 28802"/>
              <a:gd name="vf" fmla="val 115470"/>
            </a:avLst>
          </a:prstGeom>
          <a:solidFill>
            <a:srgbClr val="496A75"/>
          </a:solidFill>
          <a:ln w="25400" cap="flat" cmpd="sng" algn="ctr">
            <a:noFill/>
            <a:prstDash val="solid"/>
          </a:ln>
          <a:effectLst/>
        </p:spPr>
        <p:txBody>
          <a:bodyPr spcFirstLastPara="0" vert="vert270" wrap="square" lIns="0" tIns="0" rIns="0" bIns="0" numCol="1" spcCol="1270" anchor="ctr" anchorCtr="0">
            <a:noAutofit/>
          </a:bodyPr>
          <a:lstStyle/>
          <a:p>
            <a:pPr marL="0" marR="0" lvl="0" indent="0" algn="ctr" defTabSz="666734" eaLnBrk="1" fontAlgn="auto" latinLnBrk="0" hangingPunct="1">
              <a:lnSpc>
                <a:spcPct val="90000"/>
              </a:lnSpc>
              <a:spcBef>
                <a:spcPct val="0"/>
              </a:spcBef>
              <a:spcAft>
                <a:spcPct val="3500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Open Sans Light"/>
                <a:ea typeface="+mn-ea"/>
                <a:cs typeface="+mn-cs"/>
              </a:rPr>
              <a:t>04</a:t>
            </a:r>
          </a:p>
        </p:txBody>
      </p:sp>
      <p:sp>
        <p:nvSpPr>
          <p:cNvPr id="27" name="Hexagon 26">
            <a:extLst>
              <a:ext uri="{FF2B5EF4-FFF2-40B4-BE49-F238E27FC236}">
                <a16:creationId xmlns:a16="http://schemas.microsoft.com/office/drawing/2014/main" id="{091E3756-22E5-46FD-8F12-B58F497AF90F}"/>
              </a:ext>
            </a:extLst>
          </p:cNvPr>
          <p:cNvSpPr/>
          <p:nvPr/>
        </p:nvSpPr>
        <p:spPr>
          <a:xfrm rot="5400000">
            <a:off x="2634464" y="2952217"/>
            <a:ext cx="815631" cy="714274"/>
          </a:xfrm>
          <a:prstGeom prst="hexagon">
            <a:avLst>
              <a:gd name="adj" fmla="val 28802"/>
              <a:gd name="vf" fmla="val 115470"/>
            </a:avLst>
          </a:prstGeom>
          <a:solidFill>
            <a:srgbClr val="688687"/>
          </a:solidFill>
          <a:ln w="25400" cap="flat" cmpd="sng" algn="ctr">
            <a:noFill/>
            <a:prstDash val="solid"/>
          </a:ln>
          <a:effectLst/>
        </p:spPr>
        <p:txBody>
          <a:bodyPr spcFirstLastPara="0" vert="vert270" wrap="square" lIns="0" tIns="0" rIns="0" bIns="0" numCol="1" spcCol="1270" anchor="ctr" anchorCtr="0">
            <a:noAutofit/>
          </a:bodyPr>
          <a:lstStyle/>
          <a:p>
            <a:pPr marL="0" marR="0" lvl="0" indent="0" algn="ctr" defTabSz="666734" eaLnBrk="1" fontAlgn="auto" latinLnBrk="0" hangingPunct="1">
              <a:lnSpc>
                <a:spcPct val="90000"/>
              </a:lnSpc>
              <a:spcBef>
                <a:spcPct val="0"/>
              </a:spcBef>
              <a:spcAft>
                <a:spcPct val="3500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Open Sans Light"/>
                <a:ea typeface="+mn-ea"/>
                <a:cs typeface="+mn-cs"/>
              </a:rPr>
              <a:t>05</a:t>
            </a:r>
          </a:p>
        </p:txBody>
      </p:sp>
      <p:sp>
        <p:nvSpPr>
          <p:cNvPr id="31" name="Freeform 33">
            <a:extLst>
              <a:ext uri="{FF2B5EF4-FFF2-40B4-BE49-F238E27FC236}">
                <a16:creationId xmlns:a16="http://schemas.microsoft.com/office/drawing/2014/main" id="{CB8E9A64-0BF0-4AD6-AEB8-4437B5A09277}"/>
              </a:ext>
            </a:extLst>
          </p:cNvPr>
          <p:cNvSpPr>
            <a:spLocks noEditPoints="1"/>
          </p:cNvSpPr>
          <p:nvPr/>
        </p:nvSpPr>
        <p:spPr bwMode="auto">
          <a:xfrm>
            <a:off x="5463387" y="3273842"/>
            <a:ext cx="1188976" cy="1258208"/>
          </a:xfrm>
          <a:custGeom>
            <a:avLst/>
            <a:gdLst>
              <a:gd name="T0" fmla="*/ 352 w 847"/>
              <a:gd name="T1" fmla="*/ 452 h 903"/>
              <a:gd name="T2" fmla="*/ 495 w 847"/>
              <a:gd name="T3" fmla="*/ 452 h 903"/>
              <a:gd name="T4" fmla="*/ 423 w 847"/>
              <a:gd name="T5" fmla="*/ 495 h 903"/>
              <a:gd name="T6" fmla="*/ 423 w 847"/>
              <a:gd name="T7" fmla="*/ 409 h 903"/>
              <a:gd name="T8" fmla="*/ 423 w 847"/>
              <a:gd name="T9" fmla="*/ 495 h 903"/>
              <a:gd name="T10" fmla="*/ 814 w 847"/>
              <a:gd name="T11" fmla="*/ 226 h 903"/>
              <a:gd name="T12" fmla="*/ 559 w 847"/>
              <a:gd name="T13" fmla="*/ 217 h 903"/>
              <a:gd name="T14" fmla="*/ 288 w 847"/>
              <a:gd name="T15" fmla="*/ 217 h 903"/>
              <a:gd name="T16" fmla="*/ 33 w 847"/>
              <a:gd name="T17" fmla="*/ 226 h 903"/>
              <a:gd name="T18" fmla="*/ 94 w 847"/>
              <a:gd name="T19" fmla="*/ 509 h 903"/>
              <a:gd name="T20" fmla="*/ 129 w 847"/>
              <a:gd name="T21" fmla="*/ 717 h 903"/>
              <a:gd name="T22" fmla="*/ 423 w 847"/>
              <a:gd name="T23" fmla="*/ 903 h 903"/>
              <a:gd name="T24" fmla="*/ 717 w 847"/>
              <a:gd name="T25" fmla="*/ 717 h 903"/>
              <a:gd name="T26" fmla="*/ 814 w 847"/>
              <a:gd name="T27" fmla="*/ 677 h 903"/>
              <a:gd name="T28" fmla="*/ 129 w 847"/>
              <a:gd name="T29" fmla="*/ 689 h 903"/>
              <a:gd name="T30" fmla="*/ 57 w 847"/>
              <a:gd name="T31" fmla="*/ 663 h 903"/>
              <a:gd name="T32" fmla="*/ 174 w 847"/>
              <a:gd name="T33" fmla="*/ 471 h 903"/>
              <a:gd name="T34" fmla="*/ 283 w 847"/>
              <a:gd name="T35" fmla="*/ 658 h 903"/>
              <a:gd name="T36" fmla="*/ 267 w 847"/>
              <a:gd name="T37" fmla="*/ 505 h 903"/>
              <a:gd name="T38" fmla="*/ 267 w 847"/>
              <a:gd name="T39" fmla="*/ 399 h 903"/>
              <a:gd name="T40" fmla="*/ 267 w 847"/>
              <a:gd name="T41" fmla="*/ 505 h 903"/>
              <a:gd name="T42" fmla="*/ 175 w 847"/>
              <a:gd name="T43" fmla="*/ 433 h 903"/>
              <a:gd name="T44" fmla="*/ 129 w 847"/>
              <a:gd name="T45" fmla="*/ 215 h 903"/>
              <a:gd name="T46" fmla="*/ 269 w 847"/>
              <a:gd name="T47" fmla="*/ 362 h 903"/>
              <a:gd name="T48" fmla="*/ 502 w 847"/>
              <a:gd name="T49" fmla="*/ 315 h 903"/>
              <a:gd name="T50" fmla="*/ 537 w 847"/>
              <a:gd name="T51" fmla="*/ 255 h 903"/>
              <a:gd name="T52" fmla="*/ 423 w 847"/>
              <a:gd name="T53" fmla="*/ 29 h 903"/>
              <a:gd name="T54" fmla="*/ 423 w 847"/>
              <a:gd name="T55" fmla="*/ 273 h 903"/>
              <a:gd name="T56" fmla="*/ 423 w 847"/>
              <a:gd name="T57" fmla="*/ 29 h 903"/>
              <a:gd name="T58" fmla="*/ 391 w 847"/>
              <a:gd name="T59" fmla="*/ 290 h 903"/>
              <a:gd name="T60" fmla="*/ 299 w 847"/>
              <a:gd name="T61" fmla="*/ 343 h 903"/>
              <a:gd name="T62" fmla="*/ 299 w 847"/>
              <a:gd name="T63" fmla="*/ 561 h 903"/>
              <a:gd name="T64" fmla="*/ 391 w 847"/>
              <a:gd name="T65" fmla="*/ 614 h 903"/>
              <a:gd name="T66" fmla="*/ 299 w 847"/>
              <a:gd name="T67" fmla="*/ 561 h 903"/>
              <a:gd name="T68" fmla="*/ 315 w 847"/>
              <a:gd name="T69" fmla="*/ 677 h 903"/>
              <a:gd name="T70" fmla="*/ 532 w 847"/>
              <a:gd name="T71" fmla="*/ 677 h 903"/>
              <a:gd name="T72" fmla="*/ 537 w 847"/>
              <a:gd name="T73" fmla="*/ 648 h 903"/>
              <a:gd name="T74" fmla="*/ 502 w 847"/>
              <a:gd name="T75" fmla="*/ 588 h 903"/>
              <a:gd name="T76" fmla="*/ 537 w 847"/>
              <a:gd name="T77" fmla="*/ 648 h 903"/>
              <a:gd name="T78" fmla="*/ 488 w 847"/>
              <a:gd name="T79" fmla="*/ 563 h 903"/>
              <a:gd name="T80" fmla="*/ 359 w 847"/>
              <a:gd name="T81" fmla="*/ 563 h 903"/>
              <a:gd name="T82" fmla="*/ 294 w 847"/>
              <a:gd name="T83" fmla="*/ 452 h 903"/>
              <a:gd name="T84" fmla="*/ 359 w 847"/>
              <a:gd name="T85" fmla="*/ 340 h 903"/>
              <a:gd name="T86" fmla="*/ 488 w 847"/>
              <a:gd name="T87" fmla="*/ 340 h 903"/>
              <a:gd name="T88" fmla="*/ 552 w 847"/>
              <a:gd name="T89" fmla="*/ 452 h 903"/>
              <a:gd name="T90" fmla="*/ 717 w 847"/>
              <a:gd name="T91" fmla="*/ 215 h 903"/>
              <a:gd name="T92" fmla="*/ 672 w 847"/>
              <a:gd name="T93" fmla="*/ 433 h 903"/>
              <a:gd name="T94" fmla="*/ 564 w 847"/>
              <a:gd name="T95" fmla="*/ 245 h 903"/>
              <a:gd name="T96" fmla="*/ 580 w 847"/>
              <a:gd name="T97" fmla="*/ 399 h 903"/>
              <a:gd name="T98" fmla="*/ 580 w 847"/>
              <a:gd name="T99" fmla="*/ 505 h 903"/>
              <a:gd name="T100" fmla="*/ 580 w 847"/>
              <a:gd name="T101" fmla="*/ 399 h 903"/>
              <a:gd name="T102" fmla="*/ 717 w 847"/>
              <a:gd name="T103" fmla="*/ 689 h 903"/>
              <a:gd name="T104" fmla="*/ 564 w 847"/>
              <a:gd name="T105" fmla="*/ 658 h 903"/>
              <a:gd name="T106" fmla="*/ 672 w 847"/>
              <a:gd name="T107" fmla="*/ 471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47" h="903">
                <a:moveTo>
                  <a:pt x="423" y="380"/>
                </a:moveTo>
                <a:cubicBezTo>
                  <a:pt x="384" y="380"/>
                  <a:pt x="352" y="412"/>
                  <a:pt x="352" y="452"/>
                </a:cubicBezTo>
                <a:cubicBezTo>
                  <a:pt x="352" y="491"/>
                  <a:pt x="384" y="523"/>
                  <a:pt x="423" y="523"/>
                </a:cubicBezTo>
                <a:cubicBezTo>
                  <a:pt x="463" y="523"/>
                  <a:pt x="495" y="491"/>
                  <a:pt x="495" y="452"/>
                </a:cubicBezTo>
                <a:cubicBezTo>
                  <a:pt x="495" y="412"/>
                  <a:pt x="463" y="380"/>
                  <a:pt x="423" y="380"/>
                </a:cubicBezTo>
                <a:close/>
                <a:moveTo>
                  <a:pt x="423" y="495"/>
                </a:moveTo>
                <a:cubicBezTo>
                  <a:pt x="400" y="495"/>
                  <a:pt x="380" y="475"/>
                  <a:pt x="380" y="452"/>
                </a:cubicBezTo>
                <a:cubicBezTo>
                  <a:pt x="380" y="428"/>
                  <a:pt x="400" y="409"/>
                  <a:pt x="423" y="409"/>
                </a:cubicBezTo>
                <a:cubicBezTo>
                  <a:pt x="447" y="409"/>
                  <a:pt x="466" y="428"/>
                  <a:pt x="466" y="452"/>
                </a:cubicBezTo>
                <a:cubicBezTo>
                  <a:pt x="466" y="475"/>
                  <a:pt x="447" y="495"/>
                  <a:pt x="423" y="495"/>
                </a:cubicBezTo>
                <a:close/>
                <a:moveTo>
                  <a:pt x="695" y="452"/>
                </a:moveTo>
                <a:cubicBezTo>
                  <a:pt x="789" y="368"/>
                  <a:pt x="847" y="282"/>
                  <a:pt x="814" y="226"/>
                </a:cubicBezTo>
                <a:cubicBezTo>
                  <a:pt x="804" y="208"/>
                  <a:pt x="778" y="186"/>
                  <a:pt x="717" y="186"/>
                </a:cubicBezTo>
                <a:cubicBezTo>
                  <a:pt x="674" y="186"/>
                  <a:pt x="619" y="197"/>
                  <a:pt x="559" y="217"/>
                </a:cubicBezTo>
                <a:cubicBezTo>
                  <a:pt x="534" y="93"/>
                  <a:pt x="488" y="0"/>
                  <a:pt x="423" y="0"/>
                </a:cubicBezTo>
                <a:cubicBezTo>
                  <a:pt x="359" y="0"/>
                  <a:pt x="313" y="93"/>
                  <a:pt x="288" y="217"/>
                </a:cubicBezTo>
                <a:cubicBezTo>
                  <a:pt x="228" y="197"/>
                  <a:pt x="173" y="186"/>
                  <a:pt x="129" y="186"/>
                </a:cubicBezTo>
                <a:cubicBezTo>
                  <a:pt x="68" y="186"/>
                  <a:pt x="43" y="208"/>
                  <a:pt x="33" y="226"/>
                </a:cubicBezTo>
                <a:cubicBezTo>
                  <a:pt x="0" y="282"/>
                  <a:pt x="58" y="368"/>
                  <a:pt x="152" y="452"/>
                </a:cubicBezTo>
                <a:cubicBezTo>
                  <a:pt x="131" y="471"/>
                  <a:pt x="111" y="490"/>
                  <a:pt x="94" y="509"/>
                </a:cubicBezTo>
                <a:cubicBezTo>
                  <a:pt x="31" y="580"/>
                  <a:pt x="10" y="638"/>
                  <a:pt x="32" y="677"/>
                </a:cubicBezTo>
                <a:cubicBezTo>
                  <a:pt x="43" y="696"/>
                  <a:pt x="68" y="717"/>
                  <a:pt x="129" y="717"/>
                </a:cubicBezTo>
                <a:cubicBezTo>
                  <a:pt x="173" y="717"/>
                  <a:pt x="228" y="706"/>
                  <a:pt x="288" y="686"/>
                </a:cubicBezTo>
                <a:cubicBezTo>
                  <a:pt x="313" y="810"/>
                  <a:pt x="359" y="903"/>
                  <a:pt x="423" y="903"/>
                </a:cubicBezTo>
                <a:cubicBezTo>
                  <a:pt x="488" y="903"/>
                  <a:pt x="534" y="810"/>
                  <a:pt x="559" y="686"/>
                </a:cubicBezTo>
                <a:cubicBezTo>
                  <a:pt x="619" y="706"/>
                  <a:pt x="674" y="717"/>
                  <a:pt x="717" y="717"/>
                </a:cubicBezTo>
                <a:cubicBezTo>
                  <a:pt x="717" y="717"/>
                  <a:pt x="717" y="717"/>
                  <a:pt x="717" y="717"/>
                </a:cubicBezTo>
                <a:cubicBezTo>
                  <a:pt x="778" y="717"/>
                  <a:pt x="804" y="696"/>
                  <a:pt x="814" y="677"/>
                </a:cubicBezTo>
                <a:cubicBezTo>
                  <a:pt x="847" y="621"/>
                  <a:pt x="789" y="535"/>
                  <a:pt x="695" y="452"/>
                </a:cubicBezTo>
                <a:close/>
                <a:moveTo>
                  <a:pt x="129" y="689"/>
                </a:moveTo>
                <a:cubicBezTo>
                  <a:pt x="129" y="689"/>
                  <a:pt x="129" y="689"/>
                  <a:pt x="129" y="689"/>
                </a:cubicBezTo>
                <a:cubicBezTo>
                  <a:pt x="103" y="689"/>
                  <a:pt x="70" y="684"/>
                  <a:pt x="57" y="663"/>
                </a:cubicBezTo>
                <a:cubicBezTo>
                  <a:pt x="42" y="636"/>
                  <a:pt x="64" y="586"/>
                  <a:pt x="116" y="528"/>
                </a:cubicBezTo>
                <a:cubicBezTo>
                  <a:pt x="133" y="509"/>
                  <a:pt x="153" y="490"/>
                  <a:pt x="174" y="471"/>
                </a:cubicBezTo>
                <a:cubicBezTo>
                  <a:pt x="204" y="495"/>
                  <a:pt x="235" y="518"/>
                  <a:pt x="269" y="541"/>
                </a:cubicBezTo>
                <a:cubicBezTo>
                  <a:pt x="272" y="581"/>
                  <a:pt x="276" y="621"/>
                  <a:pt x="283" y="658"/>
                </a:cubicBezTo>
                <a:cubicBezTo>
                  <a:pt x="224" y="678"/>
                  <a:pt x="171" y="689"/>
                  <a:pt x="129" y="689"/>
                </a:cubicBezTo>
                <a:close/>
                <a:moveTo>
                  <a:pt x="267" y="505"/>
                </a:moveTo>
                <a:cubicBezTo>
                  <a:pt x="241" y="487"/>
                  <a:pt x="218" y="469"/>
                  <a:pt x="197" y="452"/>
                </a:cubicBezTo>
                <a:cubicBezTo>
                  <a:pt x="218" y="434"/>
                  <a:pt x="242" y="416"/>
                  <a:pt x="267" y="399"/>
                </a:cubicBezTo>
                <a:cubicBezTo>
                  <a:pt x="266" y="416"/>
                  <a:pt x="266" y="434"/>
                  <a:pt x="266" y="452"/>
                </a:cubicBezTo>
                <a:cubicBezTo>
                  <a:pt x="266" y="469"/>
                  <a:pt x="266" y="487"/>
                  <a:pt x="267" y="505"/>
                </a:cubicBezTo>
                <a:close/>
                <a:moveTo>
                  <a:pt x="269" y="362"/>
                </a:moveTo>
                <a:cubicBezTo>
                  <a:pt x="235" y="385"/>
                  <a:pt x="203" y="409"/>
                  <a:pt x="175" y="433"/>
                </a:cubicBezTo>
                <a:cubicBezTo>
                  <a:pt x="81" y="350"/>
                  <a:pt x="37" y="275"/>
                  <a:pt x="57" y="240"/>
                </a:cubicBezTo>
                <a:cubicBezTo>
                  <a:pt x="70" y="219"/>
                  <a:pt x="103" y="215"/>
                  <a:pt x="129" y="215"/>
                </a:cubicBezTo>
                <a:cubicBezTo>
                  <a:pt x="171" y="215"/>
                  <a:pt x="224" y="226"/>
                  <a:pt x="283" y="245"/>
                </a:cubicBezTo>
                <a:cubicBezTo>
                  <a:pt x="276" y="283"/>
                  <a:pt x="272" y="322"/>
                  <a:pt x="269" y="362"/>
                </a:cubicBezTo>
                <a:close/>
                <a:moveTo>
                  <a:pt x="548" y="343"/>
                </a:moveTo>
                <a:cubicBezTo>
                  <a:pt x="533" y="333"/>
                  <a:pt x="518" y="324"/>
                  <a:pt x="502" y="315"/>
                </a:cubicBezTo>
                <a:cubicBezTo>
                  <a:pt x="487" y="306"/>
                  <a:pt x="471" y="298"/>
                  <a:pt x="456" y="290"/>
                </a:cubicBezTo>
                <a:cubicBezTo>
                  <a:pt x="483" y="277"/>
                  <a:pt x="510" y="265"/>
                  <a:pt x="537" y="255"/>
                </a:cubicBezTo>
                <a:cubicBezTo>
                  <a:pt x="541" y="283"/>
                  <a:pt x="545" y="312"/>
                  <a:pt x="548" y="343"/>
                </a:cubicBezTo>
                <a:close/>
                <a:moveTo>
                  <a:pt x="423" y="29"/>
                </a:moveTo>
                <a:cubicBezTo>
                  <a:pt x="464" y="29"/>
                  <a:pt x="507" y="104"/>
                  <a:pt x="532" y="227"/>
                </a:cubicBezTo>
                <a:cubicBezTo>
                  <a:pt x="497" y="240"/>
                  <a:pt x="460" y="255"/>
                  <a:pt x="423" y="273"/>
                </a:cubicBezTo>
                <a:cubicBezTo>
                  <a:pt x="387" y="255"/>
                  <a:pt x="350" y="240"/>
                  <a:pt x="315" y="227"/>
                </a:cubicBezTo>
                <a:cubicBezTo>
                  <a:pt x="340" y="104"/>
                  <a:pt x="383" y="29"/>
                  <a:pt x="423" y="29"/>
                </a:cubicBezTo>
                <a:close/>
                <a:moveTo>
                  <a:pt x="310" y="255"/>
                </a:moveTo>
                <a:cubicBezTo>
                  <a:pt x="336" y="265"/>
                  <a:pt x="364" y="277"/>
                  <a:pt x="391" y="290"/>
                </a:cubicBezTo>
                <a:cubicBezTo>
                  <a:pt x="376" y="298"/>
                  <a:pt x="360" y="306"/>
                  <a:pt x="345" y="315"/>
                </a:cubicBezTo>
                <a:cubicBezTo>
                  <a:pt x="329" y="324"/>
                  <a:pt x="314" y="333"/>
                  <a:pt x="299" y="343"/>
                </a:cubicBezTo>
                <a:cubicBezTo>
                  <a:pt x="302" y="312"/>
                  <a:pt x="305" y="283"/>
                  <a:pt x="310" y="255"/>
                </a:cubicBezTo>
                <a:close/>
                <a:moveTo>
                  <a:pt x="299" y="561"/>
                </a:moveTo>
                <a:cubicBezTo>
                  <a:pt x="314" y="570"/>
                  <a:pt x="329" y="579"/>
                  <a:pt x="345" y="588"/>
                </a:cubicBezTo>
                <a:cubicBezTo>
                  <a:pt x="360" y="597"/>
                  <a:pt x="376" y="606"/>
                  <a:pt x="391" y="614"/>
                </a:cubicBezTo>
                <a:cubicBezTo>
                  <a:pt x="364" y="627"/>
                  <a:pt x="336" y="638"/>
                  <a:pt x="310" y="648"/>
                </a:cubicBezTo>
                <a:cubicBezTo>
                  <a:pt x="305" y="621"/>
                  <a:pt x="302" y="592"/>
                  <a:pt x="299" y="561"/>
                </a:cubicBezTo>
                <a:close/>
                <a:moveTo>
                  <a:pt x="423" y="874"/>
                </a:moveTo>
                <a:cubicBezTo>
                  <a:pt x="383" y="874"/>
                  <a:pt x="340" y="799"/>
                  <a:pt x="315" y="677"/>
                </a:cubicBezTo>
                <a:cubicBezTo>
                  <a:pt x="350" y="664"/>
                  <a:pt x="387" y="648"/>
                  <a:pt x="423" y="630"/>
                </a:cubicBezTo>
                <a:cubicBezTo>
                  <a:pt x="460" y="648"/>
                  <a:pt x="497" y="664"/>
                  <a:pt x="532" y="677"/>
                </a:cubicBezTo>
                <a:cubicBezTo>
                  <a:pt x="507" y="799"/>
                  <a:pt x="464" y="874"/>
                  <a:pt x="423" y="874"/>
                </a:cubicBezTo>
                <a:close/>
                <a:moveTo>
                  <a:pt x="537" y="648"/>
                </a:moveTo>
                <a:cubicBezTo>
                  <a:pt x="510" y="638"/>
                  <a:pt x="483" y="627"/>
                  <a:pt x="456" y="614"/>
                </a:cubicBezTo>
                <a:cubicBezTo>
                  <a:pt x="471" y="606"/>
                  <a:pt x="487" y="597"/>
                  <a:pt x="502" y="588"/>
                </a:cubicBezTo>
                <a:cubicBezTo>
                  <a:pt x="518" y="579"/>
                  <a:pt x="533" y="570"/>
                  <a:pt x="548" y="561"/>
                </a:cubicBezTo>
                <a:cubicBezTo>
                  <a:pt x="545" y="592"/>
                  <a:pt x="541" y="621"/>
                  <a:pt x="537" y="648"/>
                </a:cubicBezTo>
                <a:close/>
                <a:moveTo>
                  <a:pt x="550" y="525"/>
                </a:moveTo>
                <a:cubicBezTo>
                  <a:pt x="531" y="538"/>
                  <a:pt x="510" y="551"/>
                  <a:pt x="488" y="563"/>
                </a:cubicBezTo>
                <a:cubicBezTo>
                  <a:pt x="466" y="576"/>
                  <a:pt x="445" y="587"/>
                  <a:pt x="423" y="598"/>
                </a:cubicBezTo>
                <a:cubicBezTo>
                  <a:pt x="402" y="587"/>
                  <a:pt x="380" y="576"/>
                  <a:pt x="359" y="563"/>
                </a:cubicBezTo>
                <a:cubicBezTo>
                  <a:pt x="337" y="551"/>
                  <a:pt x="316" y="538"/>
                  <a:pt x="296" y="525"/>
                </a:cubicBezTo>
                <a:cubicBezTo>
                  <a:pt x="295" y="501"/>
                  <a:pt x="294" y="477"/>
                  <a:pt x="294" y="452"/>
                </a:cubicBezTo>
                <a:cubicBezTo>
                  <a:pt x="294" y="426"/>
                  <a:pt x="295" y="402"/>
                  <a:pt x="296" y="379"/>
                </a:cubicBezTo>
                <a:cubicBezTo>
                  <a:pt x="317" y="365"/>
                  <a:pt x="337" y="352"/>
                  <a:pt x="359" y="340"/>
                </a:cubicBezTo>
                <a:cubicBezTo>
                  <a:pt x="380" y="328"/>
                  <a:pt x="402" y="316"/>
                  <a:pt x="423" y="305"/>
                </a:cubicBezTo>
                <a:cubicBezTo>
                  <a:pt x="445" y="316"/>
                  <a:pt x="466" y="328"/>
                  <a:pt x="488" y="340"/>
                </a:cubicBezTo>
                <a:cubicBezTo>
                  <a:pt x="510" y="353"/>
                  <a:pt x="531" y="366"/>
                  <a:pt x="550" y="379"/>
                </a:cubicBezTo>
                <a:cubicBezTo>
                  <a:pt x="552" y="402"/>
                  <a:pt x="552" y="426"/>
                  <a:pt x="552" y="452"/>
                </a:cubicBezTo>
                <a:cubicBezTo>
                  <a:pt x="552" y="477"/>
                  <a:pt x="552" y="501"/>
                  <a:pt x="550" y="525"/>
                </a:cubicBezTo>
                <a:close/>
                <a:moveTo>
                  <a:pt x="717" y="215"/>
                </a:moveTo>
                <a:cubicBezTo>
                  <a:pt x="744" y="215"/>
                  <a:pt x="777" y="219"/>
                  <a:pt x="790" y="240"/>
                </a:cubicBezTo>
                <a:cubicBezTo>
                  <a:pt x="810" y="275"/>
                  <a:pt x="766" y="350"/>
                  <a:pt x="672" y="433"/>
                </a:cubicBezTo>
                <a:cubicBezTo>
                  <a:pt x="643" y="409"/>
                  <a:pt x="611" y="385"/>
                  <a:pt x="578" y="362"/>
                </a:cubicBezTo>
                <a:cubicBezTo>
                  <a:pt x="575" y="322"/>
                  <a:pt x="571" y="283"/>
                  <a:pt x="564" y="245"/>
                </a:cubicBezTo>
                <a:cubicBezTo>
                  <a:pt x="623" y="226"/>
                  <a:pt x="676" y="215"/>
                  <a:pt x="717" y="215"/>
                </a:cubicBezTo>
                <a:close/>
                <a:moveTo>
                  <a:pt x="580" y="399"/>
                </a:moveTo>
                <a:cubicBezTo>
                  <a:pt x="605" y="416"/>
                  <a:pt x="629" y="434"/>
                  <a:pt x="650" y="452"/>
                </a:cubicBezTo>
                <a:cubicBezTo>
                  <a:pt x="629" y="469"/>
                  <a:pt x="605" y="487"/>
                  <a:pt x="580" y="505"/>
                </a:cubicBezTo>
                <a:cubicBezTo>
                  <a:pt x="581" y="487"/>
                  <a:pt x="581" y="469"/>
                  <a:pt x="581" y="452"/>
                </a:cubicBezTo>
                <a:cubicBezTo>
                  <a:pt x="581" y="434"/>
                  <a:pt x="581" y="416"/>
                  <a:pt x="580" y="399"/>
                </a:cubicBezTo>
                <a:close/>
                <a:moveTo>
                  <a:pt x="790" y="663"/>
                </a:moveTo>
                <a:cubicBezTo>
                  <a:pt x="777" y="684"/>
                  <a:pt x="744" y="689"/>
                  <a:pt x="717" y="689"/>
                </a:cubicBezTo>
                <a:cubicBezTo>
                  <a:pt x="717" y="689"/>
                  <a:pt x="717" y="689"/>
                  <a:pt x="717" y="689"/>
                </a:cubicBezTo>
                <a:cubicBezTo>
                  <a:pt x="676" y="689"/>
                  <a:pt x="623" y="678"/>
                  <a:pt x="564" y="658"/>
                </a:cubicBezTo>
                <a:cubicBezTo>
                  <a:pt x="571" y="621"/>
                  <a:pt x="575" y="581"/>
                  <a:pt x="578" y="541"/>
                </a:cubicBezTo>
                <a:cubicBezTo>
                  <a:pt x="611" y="519"/>
                  <a:pt x="643" y="495"/>
                  <a:pt x="672" y="471"/>
                </a:cubicBezTo>
                <a:cubicBezTo>
                  <a:pt x="766" y="553"/>
                  <a:pt x="810" y="628"/>
                  <a:pt x="790" y="663"/>
                </a:cubicBezTo>
                <a:close/>
              </a:path>
            </a:pathLst>
          </a:custGeom>
          <a:solidFill>
            <a:srgbClr val="97AEA0"/>
          </a:solid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57565A"/>
              </a:solidFill>
              <a:effectLst/>
              <a:uLnTx/>
              <a:uFillTx/>
              <a:latin typeface="Open Sans Light"/>
            </a:endParaRPr>
          </a:p>
        </p:txBody>
      </p:sp>
      <p:sp>
        <p:nvSpPr>
          <p:cNvPr id="4" name="Rectangle 3">
            <a:extLst>
              <a:ext uri="{FF2B5EF4-FFF2-40B4-BE49-F238E27FC236}">
                <a16:creationId xmlns:a16="http://schemas.microsoft.com/office/drawing/2014/main" id="{41D5996D-5493-45D9-8FBF-5AED88C15CE6}"/>
              </a:ext>
            </a:extLst>
          </p:cNvPr>
          <p:cNvSpPr/>
          <p:nvPr/>
        </p:nvSpPr>
        <p:spPr>
          <a:xfrm>
            <a:off x="6032779" y="1547781"/>
            <a:ext cx="2277306" cy="769441"/>
          </a:xfrm>
          <a:prstGeom prst="rect">
            <a:avLst/>
          </a:prstGeom>
        </p:spPr>
        <p:txBody>
          <a:bodyPr wrap="square">
            <a:spAutoFit/>
          </a:bodyPr>
          <a:lstStyle/>
          <a:p>
            <a:r>
              <a:rPr lang="en-US" sz="1600" b="1" kern="0" dirty="0">
                <a:latin typeface="Arial" panose="020B0604020202020204" pitchFamily="34" charset="0"/>
                <a:cs typeface="Arial" panose="020B0604020202020204" pitchFamily="34" charset="0"/>
              </a:rPr>
              <a:t>      </a:t>
            </a:r>
            <a:r>
              <a:rPr lang="en-US" sz="1400" b="1" kern="0" dirty="0">
                <a:latin typeface="Arial" panose="020B0604020202020204" pitchFamily="34" charset="0"/>
                <a:cs typeface="Arial" panose="020B0604020202020204" pitchFamily="34" charset="0"/>
              </a:rPr>
              <a:t>Correctness</a:t>
            </a:r>
          </a:p>
          <a:p>
            <a:r>
              <a:rPr lang="en-US" sz="1400" kern="0" dirty="0">
                <a:latin typeface="Open Sans Light"/>
              </a:rPr>
              <a:t>should be correct as per requirement</a:t>
            </a:r>
            <a:endParaRPr lang="en-US" sz="1400" dirty="0"/>
          </a:p>
        </p:txBody>
      </p:sp>
      <p:sp>
        <p:nvSpPr>
          <p:cNvPr id="5" name="Rectangle 4">
            <a:extLst>
              <a:ext uri="{FF2B5EF4-FFF2-40B4-BE49-F238E27FC236}">
                <a16:creationId xmlns:a16="http://schemas.microsoft.com/office/drawing/2014/main" id="{5D9DF45C-A386-4877-928D-BA3C456EF6DA}"/>
              </a:ext>
            </a:extLst>
          </p:cNvPr>
          <p:cNvSpPr/>
          <p:nvPr/>
        </p:nvSpPr>
        <p:spPr>
          <a:xfrm>
            <a:off x="7264852" y="3209782"/>
            <a:ext cx="1974354" cy="1384995"/>
          </a:xfrm>
          <a:prstGeom prst="rect">
            <a:avLst/>
          </a:prstGeom>
        </p:spPr>
        <p:txBody>
          <a:bodyPr wrap="square">
            <a:spAutoFit/>
          </a:bodyPr>
          <a:lstStyle/>
          <a:p>
            <a:r>
              <a:rPr lang="en-US" sz="1400" b="1" dirty="0">
                <a:solidFill>
                  <a:srgbClr val="000000"/>
                </a:solidFill>
                <a:latin typeface="Arial" panose="020B0604020202020204" pitchFamily="34" charset="0"/>
                <a:cs typeface="Arial" panose="020B0604020202020204" pitchFamily="34" charset="0"/>
              </a:rPr>
              <a:t>Completeness</a:t>
            </a:r>
          </a:p>
          <a:p>
            <a:r>
              <a:rPr lang="en-US" sz="1400" dirty="0">
                <a:solidFill>
                  <a:srgbClr val="000000"/>
                </a:solidFill>
                <a:latin typeface="Arial" panose="020B0604020202020204" pitchFamily="34" charset="0"/>
                <a:cs typeface="Arial" panose="020B0604020202020204" pitchFamily="34" charset="0"/>
              </a:rPr>
              <a:t>should have all components like data structures, modules, and external interfaces, etc.</a:t>
            </a:r>
            <a:endParaRPr lang="en-US" sz="1400" dirty="0">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397ABF67-FDD7-4C12-A2BE-EBC43A75DA88}"/>
              </a:ext>
            </a:extLst>
          </p:cNvPr>
          <p:cNvSpPr/>
          <p:nvPr/>
        </p:nvSpPr>
        <p:spPr>
          <a:xfrm>
            <a:off x="6132184" y="5194383"/>
            <a:ext cx="1974354" cy="954107"/>
          </a:xfrm>
          <a:prstGeom prst="rect">
            <a:avLst/>
          </a:prstGeom>
        </p:spPr>
        <p:txBody>
          <a:bodyPr wrap="square">
            <a:spAutoFit/>
          </a:bodyPr>
          <a:lstStyle/>
          <a:p>
            <a:r>
              <a:rPr lang="en-US" sz="1400" b="1" dirty="0">
                <a:solidFill>
                  <a:srgbClr val="000000"/>
                </a:solidFill>
                <a:latin typeface="Arial" panose="020B0604020202020204" pitchFamily="34" charset="0"/>
                <a:cs typeface="Arial" panose="020B0604020202020204" pitchFamily="34" charset="0"/>
              </a:rPr>
              <a:t>Efficiency</a:t>
            </a:r>
          </a:p>
          <a:p>
            <a:r>
              <a:rPr lang="en-US" sz="1400" dirty="0">
                <a:solidFill>
                  <a:srgbClr val="000000"/>
                </a:solidFill>
                <a:latin typeface="Arial" panose="020B0604020202020204" pitchFamily="34" charset="0"/>
                <a:cs typeface="Arial" panose="020B0604020202020204" pitchFamily="34" charset="0"/>
              </a:rPr>
              <a:t>Resources should be used efficiently by the program.</a:t>
            </a:r>
            <a:endParaRPr lang="en-US" sz="1400" dirty="0">
              <a:latin typeface="Arial" panose="020B0604020202020204" pitchFamily="34" charset="0"/>
              <a:cs typeface="Arial" panose="020B0604020202020204" pitchFamily="34" charset="0"/>
            </a:endParaRPr>
          </a:p>
        </p:txBody>
      </p:sp>
      <p:sp>
        <p:nvSpPr>
          <p:cNvPr id="36" name="Rectangle 35">
            <a:extLst>
              <a:ext uri="{FF2B5EF4-FFF2-40B4-BE49-F238E27FC236}">
                <a16:creationId xmlns:a16="http://schemas.microsoft.com/office/drawing/2014/main" id="{9F9BA0A4-E0B6-4FE9-AA09-D1AB66A92456}"/>
              </a:ext>
            </a:extLst>
          </p:cNvPr>
          <p:cNvSpPr/>
          <p:nvPr/>
        </p:nvSpPr>
        <p:spPr>
          <a:xfrm>
            <a:off x="3094618" y="3598029"/>
            <a:ext cx="1974354" cy="954107"/>
          </a:xfrm>
          <a:prstGeom prst="rect">
            <a:avLst/>
          </a:prstGeom>
        </p:spPr>
        <p:txBody>
          <a:bodyPr wrap="square">
            <a:spAutoFit/>
          </a:bodyPr>
          <a:lstStyle/>
          <a:p>
            <a:r>
              <a:rPr lang="en-US" sz="1400" b="1" dirty="0">
                <a:solidFill>
                  <a:srgbClr val="000000"/>
                </a:solidFill>
                <a:latin typeface="Arial" panose="020B0604020202020204" pitchFamily="34" charset="0"/>
                <a:cs typeface="Arial" panose="020B0604020202020204" pitchFamily="34" charset="0"/>
              </a:rPr>
              <a:t>Consistency</a:t>
            </a:r>
          </a:p>
          <a:p>
            <a:r>
              <a:rPr lang="en-US" sz="1400" dirty="0">
                <a:solidFill>
                  <a:srgbClr val="000000"/>
                </a:solidFill>
                <a:latin typeface="Arial" panose="020B0604020202020204" pitchFamily="34" charset="0"/>
                <a:cs typeface="Arial" panose="020B0604020202020204" pitchFamily="34" charset="0"/>
              </a:rPr>
              <a:t>There should not be any inconsistency in the design..</a:t>
            </a:r>
            <a:endParaRPr lang="en-US" sz="1400" dirty="0">
              <a:latin typeface="Arial" panose="020B0604020202020204" pitchFamily="34" charset="0"/>
              <a:cs typeface="Arial" panose="020B0604020202020204" pitchFamily="34" charset="0"/>
            </a:endParaRPr>
          </a:p>
        </p:txBody>
      </p:sp>
      <p:sp>
        <p:nvSpPr>
          <p:cNvPr id="37" name="Rectangle 36">
            <a:extLst>
              <a:ext uri="{FF2B5EF4-FFF2-40B4-BE49-F238E27FC236}">
                <a16:creationId xmlns:a16="http://schemas.microsoft.com/office/drawing/2014/main" id="{8028F7E1-C7AE-49E5-8C35-E567423B4275}"/>
              </a:ext>
            </a:extLst>
          </p:cNvPr>
          <p:cNvSpPr/>
          <p:nvPr/>
        </p:nvSpPr>
        <p:spPr>
          <a:xfrm>
            <a:off x="4476210" y="5403298"/>
            <a:ext cx="1974354" cy="800219"/>
          </a:xfrm>
          <a:prstGeom prst="rect">
            <a:avLst/>
          </a:prstGeom>
        </p:spPr>
        <p:txBody>
          <a:bodyPr wrap="square">
            <a:spAutoFit/>
          </a:bodyPr>
          <a:lstStyle/>
          <a:p>
            <a:r>
              <a:rPr lang="en-US" sz="1400" b="1" dirty="0">
                <a:solidFill>
                  <a:srgbClr val="000000"/>
                </a:solidFill>
                <a:latin typeface="Arial" panose="020B0604020202020204" pitchFamily="34" charset="0"/>
                <a:cs typeface="Arial" panose="020B0604020202020204" pitchFamily="34" charset="0"/>
              </a:rPr>
              <a:t>Flexibility</a:t>
            </a:r>
          </a:p>
          <a:p>
            <a:r>
              <a:rPr lang="en-US" sz="1400" dirty="0">
                <a:solidFill>
                  <a:srgbClr val="000000"/>
                </a:solidFill>
                <a:latin typeface="Arial" panose="020B0604020202020204" pitchFamily="34" charset="0"/>
                <a:cs typeface="Arial" panose="020B0604020202020204" pitchFamily="34" charset="0"/>
              </a:rPr>
              <a:t>Able to modify on changing needs</a:t>
            </a:r>
            <a:r>
              <a:rPr lang="en-US" dirty="0"/>
              <a:t>.</a:t>
            </a:r>
            <a:endParaRPr lang="en-US" sz="1400" dirty="0">
              <a:latin typeface="Arial" panose="020B0604020202020204" pitchFamily="34" charset="0"/>
              <a:cs typeface="Arial" panose="020B0604020202020204" pitchFamily="34" charset="0"/>
            </a:endParaRPr>
          </a:p>
        </p:txBody>
      </p:sp>
      <p:sp>
        <p:nvSpPr>
          <p:cNvPr id="38" name="Rectangle 37">
            <a:extLst>
              <a:ext uri="{FF2B5EF4-FFF2-40B4-BE49-F238E27FC236}">
                <a16:creationId xmlns:a16="http://schemas.microsoft.com/office/drawing/2014/main" id="{3584EAE7-0116-4567-ACB3-6961E4D8BD65}"/>
              </a:ext>
            </a:extLst>
          </p:cNvPr>
          <p:cNvSpPr/>
          <p:nvPr/>
        </p:nvSpPr>
        <p:spPr>
          <a:xfrm>
            <a:off x="4143316" y="1523349"/>
            <a:ext cx="1974354" cy="1169551"/>
          </a:xfrm>
          <a:prstGeom prst="rect">
            <a:avLst/>
          </a:prstGeom>
        </p:spPr>
        <p:txBody>
          <a:bodyPr wrap="square">
            <a:spAutoFit/>
          </a:bodyPr>
          <a:lstStyle/>
          <a:p>
            <a:r>
              <a:rPr lang="en-US" sz="1400" b="1" dirty="0">
                <a:solidFill>
                  <a:srgbClr val="000000"/>
                </a:solidFill>
                <a:latin typeface="Arial" panose="020B0604020202020204" pitchFamily="34" charset="0"/>
                <a:cs typeface="Arial" panose="020B0604020202020204" pitchFamily="34" charset="0"/>
              </a:rPr>
              <a:t>     Maintainability</a:t>
            </a:r>
          </a:p>
          <a:p>
            <a:r>
              <a:rPr lang="en-US" sz="1400" b="1" dirty="0">
                <a:solidFill>
                  <a:srgbClr val="000000"/>
                </a:solidFill>
                <a:latin typeface="Arial" panose="020B0604020202020204" pitchFamily="34" charset="0"/>
                <a:cs typeface="Arial" panose="020B0604020202020204" pitchFamily="34" charset="0"/>
              </a:rPr>
              <a:t>s</a:t>
            </a:r>
            <a:r>
              <a:rPr lang="en-US" sz="1400" dirty="0">
                <a:solidFill>
                  <a:srgbClr val="000000"/>
                </a:solidFill>
                <a:latin typeface="Arial" panose="020B0604020202020204" pitchFamily="34" charset="0"/>
                <a:cs typeface="Arial" panose="020B0604020202020204" pitchFamily="34" charset="0"/>
              </a:rPr>
              <a:t>hould be so simple so that it can be easily maintainable by other designers.</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7305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BD1E2-6F6D-7EDB-F17D-6A65553DC6A9}"/>
              </a:ext>
            </a:extLst>
          </p:cNvPr>
          <p:cNvSpPr>
            <a:spLocks noGrp="1"/>
          </p:cNvSpPr>
          <p:nvPr>
            <p:ph type="title"/>
          </p:nvPr>
        </p:nvSpPr>
        <p:spPr/>
        <p:txBody>
          <a:bodyPr/>
          <a:lstStyle/>
          <a:p>
            <a:r>
              <a:rPr lang="en-US" dirty="0"/>
              <a:t>Why Software Design is Important?</a:t>
            </a:r>
          </a:p>
        </p:txBody>
      </p:sp>
      <p:sp>
        <p:nvSpPr>
          <p:cNvPr id="8" name="Rectangle 3">
            <a:extLst>
              <a:ext uri="{FF2B5EF4-FFF2-40B4-BE49-F238E27FC236}">
                <a16:creationId xmlns:a16="http://schemas.microsoft.com/office/drawing/2014/main" id="{48AFF9A9-58D6-B7D5-E7C1-0C84477D694E}"/>
              </a:ext>
            </a:extLst>
          </p:cNvPr>
          <p:cNvSpPr>
            <a:spLocks noChangeArrowheads="1"/>
          </p:cNvSpPr>
          <p:nvPr/>
        </p:nvSpPr>
        <p:spPr bwMode="auto">
          <a:xfrm>
            <a:off x="443863" y="501711"/>
            <a:ext cx="11844205" cy="2534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Arial" panose="020B0604020202020204" pitchFamily="34" charset="0"/>
              </a:rPr>
              <a:t>Makes code easier to understand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Arial" panose="020B0604020202020204" pitchFamily="34" charset="0"/>
              </a:rPr>
              <a:t>Easier to fix bugs &amp; add new features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Arial" panose="020B0604020202020204" pitchFamily="34" charset="0"/>
              </a:rPr>
              <a:t>Saves time &amp; money in long run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Arial" panose="020B0604020202020204" pitchFamily="34" charset="0"/>
              </a:rPr>
              <a:t>Helps team work together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Arial" panose="020B0604020202020204" pitchFamily="34" charset="0"/>
              </a:rPr>
              <a:t>Reduces frustration later! </a:t>
            </a:r>
          </a:p>
        </p:txBody>
      </p:sp>
    </p:spTree>
    <p:extLst>
      <p:ext uri="{BB962C8B-B14F-4D97-AF65-F5344CB8AC3E}">
        <p14:creationId xmlns:p14="http://schemas.microsoft.com/office/powerpoint/2010/main" val="2955593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E12DC-0B92-C242-46E7-143FEBF552A8}"/>
              </a:ext>
            </a:extLst>
          </p:cNvPr>
          <p:cNvSpPr>
            <a:spLocks noGrp="1"/>
          </p:cNvSpPr>
          <p:nvPr>
            <p:ph type="title"/>
          </p:nvPr>
        </p:nvSpPr>
        <p:spPr>
          <a:xfrm>
            <a:off x="346208" y="243001"/>
            <a:ext cx="10229850" cy="997196"/>
          </a:xfrm>
        </p:spPr>
        <p:txBody>
          <a:bodyPr/>
          <a:lstStyle/>
          <a:p>
            <a:r>
              <a:rPr lang="en-US" dirty="0">
                <a:effectLst/>
              </a:rPr>
              <a:t>Bad Design vs Good Design</a:t>
            </a:r>
            <a:br>
              <a:rPr lang="en-US" dirty="0">
                <a:effectLst/>
              </a:rPr>
            </a:br>
            <a:endParaRPr lang="en-US" dirty="0"/>
          </a:p>
        </p:txBody>
      </p:sp>
      <p:sp>
        <p:nvSpPr>
          <p:cNvPr id="5" name="TextBox 4">
            <a:extLst>
              <a:ext uri="{FF2B5EF4-FFF2-40B4-BE49-F238E27FC236}">
                <a16:creationId xmlns:a16="http://schemas.microsoft.com/office/drawing/2014/main" id="{722872EA-704B-7580-7BD6-5F85F2A49E08}"/>
              </a:ext>
            </a:extLst>
          </p:cNvPr>
          <p:cNvSpPr txBox="1"/>
          <p:nvPr/>
        </p:nvSpPr>
        <p:spPr>
          <a:xfrm>
            <a:off x="346207" y="1021802"/>
            <a:ext cx="12384371" cy="1055545"/>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en-US" sz="2200" dirty="0">
                <a:effectLst/>
              </a:rPr>
              <a:t>Bad: House with no plan → walls in wrong place, costly fixes </a:t>
            </a:r>
          </a:p>
          <a:p>
            <a:pPr marL="342900" indent="-342900">
              <a:lnSpc>
                <a:spcPct val="150000"/>
              </a:lnSpc>
              <a:buFont typeface="Wingdings" panose="05000000000000000000" pitchFamily="2" charset="2"/>
              <a:buChar char="ü"/>
            </a:pPr>
            <a:r>
              <a:rPr lang="en-US" sz="2200" dirty="0">
                <a:effectLst/>
              </a:rPr>
              <a:t>Good: Proper blueprint → everything fits, easy to extend</a:t>
            </a:r>
          </a:p>
        </p:txBody>
      </p:sp>
      <p:sp>
        <p:nvSpPr>
          <p:cNvPr id="7" name="TextBox 6">
            <a:extLst>
              <a:ext uri="{FF2B5EF4-FFF2-40B4-BE49-F238E27FC236}">
                <a16:creationId xmlns:a16="http://schemas.microsoft.com/office/drawing/2014/main" id="{EAB291D3-0910-7780-0DFB-792D41DC2EBA}"/>
              </a:ext>
            </a:extLst>
          </p:cNvPr>
          <p:cNvSpPr txBox="1"/>
          <p:nvPr/>
        </p:nvSpPr>
        <p:spPr>
          <a:xfrm>
            <a:off x="4605977" y="4743353"/>
            <a:ext cx="2978458" cy="461665"/>
          </a:xfrm>
          <a:prstGeom prst="rect">
            <a:avLst/>
          </a:prstGeom>
          <a:noFill/>
        </p:spPr>
        <p:txBody>
          <a:bodyPr wrap="square">
            <a:spAutoFit/>
          </a:bodyPr>
          <a:lstStyle/>
          <a:p>
            <a:pPr>
              <a:buNone/>
            </a:pPr>
            <a:r>
              <a:rPr lang="en-US" sz="2400" dirty="0">
                <a:effectLst/>
              </a:rPr>
              <a:t>Software is the same!</a:t>
            </a:r>
          </a:p>
        </p:txBody>
      </p:sp>
      <p:pic>
        <p:nvPicPr>
          <p:cNvPr id="9" name="Picture 8">
            <a:extLst>
              <a:ext uri="{FF2B5EF4-FFF2-40B4-BE49-F238E27FC236}">
                <a16:creationId xmlns:a16="http://schemas.microsoft.com/office/drawing/2014/main" id="{9AAD1BEE-A1F6-1705-A1A4-1EF6261A1B50}"/>
              </a:ext>
            </a:extLst>
          </p:cNvPr>
          <p:cNvPicPr>
            <a:picLocks noChangeAspect="1"/>
          </p:cNvPicPr>
          <p:nvPr/>
        </p:nvPicPr>
        <p:blipFill>
          <a:blip r:embed="rId2"/>
          <a:stretch>
            <a:fillRect/>
          </a:stretch>
        </p:blipFill>
        <p:spPr>
          <a:xfrm>
            <a:off x="2480187" y="2304221"/>
            <a:ext cx="6553200" cy="2124075"/>
          </a:xfrm>
          <a:prstGeom prst="rect">
            <a:avLst/>
          </a:prstGeom>
        </p:spPr>
      </p:pic>
      <p:pic>
        <p:nvPicPr>
          <p:cNvPr id="11" name="Picture 10">
            <a:extLst>
              <a:ext uri="{FF2B5EF4-FFF2-40B4-BE49-F238E27FC236}">
                <a16:creationId xmlns:a16="http://schemas.microsoft.com/office/drawing/2014/main" id="{33568035-FA05-8DD8-4B78-C467998ED4D1}"/>
              </a:ext>
            </a:extLst>
          </p:cNvPr>
          <p:cNvPicPr>
            <a:picLocks noChangeAspect="1"/>
          </p:cNvPicPr>
          <p:nvPr/>
        </p:nvPicPr>
        <p:blipFill>
          <a:blip r:embed="rId3"/>
          <a:stretch>
            <a:fillRect/>
          </a:stretch>
        </p:blipFill>
        <p:spPr>
          <a:xfrm>
            <a:off x="2523049" y="2304221"/>
            <a:ext cx="6467475" cy="2095500"/>
          </a:xfrm>
          <a:prstGeom prst="rect">
            <a:avLst/>
          </a:prstGeom>
        </p:spPr>
      </p:pic>
    </p:spTree>
    <p:extLst>
      <p:ext uri="{BB962C8B-B14F-4D97-AF65-F5344CB8AC3E}">
        <p14:creationId xmlns:p14="http://schemas.microsoft.com/office/powerpoint/2010/main" val="517613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BA2F6-86B7-6CD9-6A3F-6A9804F5D4B9}"/>
              </a:ext>
            </a:extLst>
          </p:cNvPr>
          <p:cNvSpPr>
            <a:spLocks noGrp="1"/>
          </p:cNvSpPr>
          <p:nvPr>
            <p:ph type="title"/>
          </p:nvPr>
        </p:nvSpPr>
        <p:spPr>
          <a:xfrm>
            <a:off x="346208" y="243001"/>
            <a:ext cx="10229850" cy="997196"/>
          </a:xfrm>
        </p:spPr>
        <p:txBody>
          <a:bodyPr/>
          <a:lstStyle/>
          <a:p>
            <a:r>
              <a:rPr lang="en-US" dirty="0">
                <a:effectLst/>
              </a:rPr>
              <a:t>When Do We Do Design?</a:t>
            </a:r>
            <a:br>
              <a:rPr lang="en-US" dirty="0">
                <a:effectLst/>
              </a:rPr>
            </a:br>
            <a:endParaRPr lang="en-US" dirty="0"/>
          </a:p>
        </p:txBody>
      </p:sp>
      <p:pic>
        <p:nvPicPr>
          <p:cNvPr id="2050" name="Picture 2" descr="Phases of SDLC in Custom Software Development - BSPOKE Software | Digital  Transformation Partners">
            <a:extLst>
              <a:ext uri="{FF2B5EF4-FFF2-40B4-BE49-F238E27FC236}">
                <a16:creationId xmlns:a16="http://schemas.microsoft.com/office/drawing/2014/main" id="{D7B4DA23-A48F-FFA2-9C9E-561FF99106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901" y="1078029"/>
            <a:ext cx="7165708" cy="5171710"/>
          </a:xfrm>
          <a:prstGeom prst="rect">
            <a:avLst/>
          </a:prstGeom>
          <a:noFill/>
          <a:extLst>
            <a:ext uri="{909E8E84-426E-40DD-AFC4-6F175D3DCCD1}">
              <a14:hiddenFill xmlns:a14="http://schemas.microsoft.com/office/drawing/2010/main">
                <a:solidFill>
                  <a:srgbClr val="FFFFFF"/>
                </a:solidFill>
              </a14:hiddenFill>
            </a:ext>
          </a:extLst>
        </p:spPr>
      </p:pic>
      <p:sp>
        <p:nvSpPr>
          <p:cNvPr id="4" name="Oval 3">
            <a:extLst>
              <a:ext uri="{FF2B5EF4-FFF2-40B4-BE49-F238E27FC236}">
                <a16:creationId xmlns:a16="http://schemas.microsoft.com/office/drawing/2014/main" id="{0A6580DE-868A-D280-CB00-ED05FA307644}"/>
              </a:ext>
            </a:extLst>
          </p:cNvPr>
          <p:cNvSpPr/>
          <p:nvPr/>
        </p:nvSpPr>
        <p:spPr>
          <a:xfrm>
            <a:off x="6165544" y="3663884"/>
            <a:ext cx="1705912" cy="1742617"/>
          </a:xfrm>
          <a:prstGeom prst="ellipse">
            <a:avLst/>
          </a:prstGeom>
          <a:noFill/>
          <a:ln w="571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6" name="TextBox 5">
            <a:extLst>
              <a:ext uri="{FF2B5EF4-FFF2-40B4-BE49-F238E27FC236}">
                <a16:creationId xmlns:a16="http://schemas.microsoft.com/office/drawing/2014/main" id="{B595A852-4197-6296-973B-DF723AF72D2C}"/>
              </a:ext>
            </a:extLst>
          </p:cNvPr>
          <p:cNvSpPr txBox="1"/>
          <p:nvPr/>
        </p:nvSpPr>
        <p:spPr>
          <a:xfrm>
            <a:off x="7991302" y="4212026"/>
            <a:ext cx="3382926" cy="646331"/>
          </a:xfrm>
          <a:prstGeom prst="rect">
            <a:avLst/>
          </a:prstGeom>
          <a:noFill/>
        </p:spPr>
        <p:txBody>
          <a:bodyPr wrap="square">
            <a:spAutoFit/>
          </a:bodyPr>
          <a:lstStyle/>
          <a:p>
            <a:pPr>
              <a:buNone/>
            </a:pPr>
            <a:r>
              <a:rPr lang="en-US" dirty="0">
                <a:effectLst/>
              </a:rPr>
              <a:t>Design comes early, but we keep improving it</a:t>
            </a:r>
          </a:p>
        </p:txBody>
      </p:sp>
    </p:spTree>
    <p:extLst>
      <p:ext uri="{BB962C8B-B14F-4D97-AF65-F5344CB8AC3E}">
        <p14:creationId xmlns:p14="http://schemas.microsoft.com/office/powerpoint/2010/main" val="1037114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F5EBB-AAF9-4638-AF6D-CA6AED69623A}"/>
              </a:ext>
            </a:extLst>
          </p:cNvPr>
          <p:cNvSpPr>
            <a:spLocks noGrp="1"/>
          </p:cNvSpPr>
          <p:nvPr>
            <p:ph type="title"/>
          </p:nvPr>
        </p:nvSpPr>
        <p:spPr/>
        <p:txBody>
          <a:bodyPr/>
          <a:lstStyle/>
          <a:p>
            <a:r>
              <a:rPr lang="en-AU" dirty="0"/>
              <a:t>SW Design Level</a:t>
            </a:r>
            <a:endParaRPr lang="en-US" dirty="0"/>
          </a:p>
        </p:txBody>
      </p:sp>
      <p:sp>
        <p:nvSpPr>
          <p:cNvPr id="9" name="Rectangle 8">
            <a:extLst>
              <a:ext uri="{FF2B5EF4-FFF2-40B4-BE49-F238E27FC236}">
                <a16:creationId xmlns:a16="http://schemas.microsoft.com/office/drawing/2014/main" id="{1722A4E1-19A0-40DC-BBF8-23C6EF7C1547}"/>
              </a:ext>
            </a:extLst>
          </p:cNvPr>
          <p:cNvSpPr>
            <a:spLocks noChangeArrowheads="1"/>
          </p:cNvSpPr>
          <p:nvPr/>
        </p:nvSpPr>
        <p:spPr bwMode="auto">
          <a:xfrm>
            <a:off x="346208" y="2293377"/>
            <a:ext cx="11492866" cy="20574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dirty="0">
              <a:latin typeface="+mn-lt"/>
            </a:endParaRPr>
          </a:p>
        </p:txBody>
      </p:sp>
      <p:pic>
        <p:nvPicPr>
          <p:cNvPr id="3074" name="Picture 2" descr="Software Design">
            <a:extLst>
              <a:ext uri="{FF2B5EF4-FFF2-40B4-BE49-F238E27FC236}">
                <a16:creationId xmlns:a16="http://schemas.microsoft.com/office/drawing/2014/main" id="{859842EB-9C84-43AB-A1A8-645496EFB4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2884" y="1005891"/>
            <a:ext cx="7502211" cy="5491162"/>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5">
            <a:extLst>
              <a:ext uri="{FF2B5EF4-FFF2-40B4-BE49-F238E27FC236}">
                <a16:creationId xmlns:a16="http://schemas.microsoft.com/office/drawing/2014/main" id="{D51F2C6A-7C10-4D4C-BC61-85A796099D2C}"/>
              </a:ext>
            </a:extLst>
          </p:cNvPr>
          <p:cNvSpPr txBox="1">
            <a:spLocks noChangeArrowheads="1"/>
          </p:cNvSpPr>
          <p:nvPr/>
        </p:nvSpPr>
        <p:spPr bwMode="auto">
          <a:xfrm rot="16200000">
            <a:off x="-523221" y="3848535"/>
            <a:ext cx="2854192" cy="523220"/>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eaLnBrk="1" hangingPunct="1"/>
            <a:r>
              <a:rPr lang="en-US" altLang="en-US" sz="2800" dirty="0">
                <a:latin typeface="+mn-lt"/>
              </a:rPr>
              <a:t>High Level Design</a:t>
            </a:r>
          </a:p>
        </p:txBody>
      </p:sp>
      <p:sp>
        <p:nvSpPr>
          <p:cNvPr id="11" name="Text Box 5">
            <a:extLst>
              <a:ext uri="{FF2B5EF4-FFF2-40B4-BE49-F238E27FC236}">
                <a16:creationId xmlns:a16="http://schemas.microsoft.com/office/drawing/2014/main" id="{C89B8C0C-5D72-4AEA-813D-51E320DD9ED8}"/>
              </a:ext>
            </a:extLst>
          </p:cNvPr>
          <p:cNvSpPr txBox="1">
            <a:spLocks noChangeArrowheads="1"/>
          </p:cNvSpPr>
          <p:nvPr/>
        </p:nvSpPr>
        <p:spPr bwMode="auto">
          <a:xfrm rot="16200000">
            <a:off x="8827191" y="3571805"/>
            <a:ext cx="2974515" cy="523220"/>
          </a:xfrm>
          <a:prstGeom prst="rect">
            <a:avLst/>
          </a:prstGeom>
          <a:noFill/>
          <a:ln w="9525">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eaLnBrk="1" hangingPunct="1"/>
            <a:r>
              <a:rPr lang="en-US" altLang="en-US" sz="2800" dirty="0">
                <a:latin typeface="+mn-lt"/>
              </a:rPr>
              <a:t>Detail Level Design</a:t>
            </a:r>
          </a:p>
        </p:txBody>
      </p:sp>
      <p:sp>
        <p:nvSpPr>
          <p:cNvPr id="4" name="Rectangle 3">
            <a:extLst>
              <a:ext uri="{FF2B5EF4-FFF2-40B4-BE49-F238E27FC236}">
                <a16:creationId xmlns:a16="http://schemas.microsoft.com/office/drawing/2014/main" id="{176841AA-7EF2-4619-85C2-9BAE3CE54D06}"/>
              </a:ext>
            </a:extLst>
          </p:cNvPr>
          <p:cNvSpPr/>
          <p:nvPr/>
        </p:nvSpPr>
        <p:spPr>
          <a:xfrm>
            <a:off x="1904916" y="1961147"/>
            <a:ext cx="3280695" cy="4788569"/>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Arrow: Right 4">
            <a:extLst>
              <a:ext uri="{FF2B5EF4-FFF2-40B4-BE49-F238E27FC236}">
                <a16:creationId xmlns:a16="http://schemas.microsoft.com/office/drawing/2014/main" id="{F82E062C-C87B-4398-9214-83B5BC95125C}"/>
              </a:ext>
            </a:extLst>
          </p:cNvPr>
          <p:cNvSpPr/>
          <p:nvPr/>
        </p:nvSpPr>
        <p:spPr>
          <a:xfrm>
            <a:off x="1165485" y="3060680"/>
            <a:ext cx="727399" cy="150666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C7B479A3-A013-424D-B5BE-9675BD5DFED6}"/>
              </a:ext>
            </a:extLst>
          </p:cNvPr>
          <p:cNvSpPr/>
          <p:nvPr/>
        </p:nvSpPr>
        <p:spPr>
          <a:xfrm>
            <a:off x="5855362" y="1961148"/>
            <a:ext cx="3515669" cy="4788569"/>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Arrow: Right 12">
            <a:extLst>
              <a:ext uri="{FF2B5EF4-FFF2-40B4-BE49-F238E27FC236}">
                <a16:creationId xmlns:a16="http://schemas.microsoft.com/office/drawing/2014/main" id="{5548987A-AF36-4F17-AA84-6CFDE9B7C8E7}"/>
              </a:ext>
            </a:extLst>
          </p:cNvPr>
          <p:cNvSpPr/>
          <p:nvPr/>
        </p:nvSpPr>
        <p:spPr>
          <a:xfrm flipH="1">
            <a:off x="9407454" y="2844115"/>
            <a:ext cx="645384" cy="150666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92239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4" grpId="0" animBg="1"/>
      <p:bldP spid="5" grpId="0" animBg="1"/>
      <p:bldP spid="14" grpId="0" animBg="1"/>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DDF24-0BBF-4F77-6216-EA91871D8E73}"/>
              </a:ext>
            </a:extLst>
          </p:cNvPr>
          <p:cNvSpPr>
            <a:spLocks noGrp="1"/>
          </p:cNvSpPr>
          <p:nvPr>
            <p:ph type="title"/>
          </p:nvPr>
        </p:nvSpPr>
        <p:spPr>
          <a:xfrm>
            <a:off x="346208" y="243001"/>
            <a:ext cx="10229850" cy="498598"/>
          </a:xfrm>
        </p:spPr>
        <p:txBody>
          <a:bodyPr/>
          <a:lstStyle/>
          <a:p>
            <a:r>
              <a:rPr lang="en-US" dirty="0">
                <a:effectLst/>
              </a:rPr>
              <a:t>Modularity – The Most Important Idea</a:t>
            </a:r>
            <a:endParaRPr lang="en-US" dirty="0"/>
          </a:p>
        </p:txBody>
      </p:sp>
      <p:sp>
        <p:nvSpPr>
          <p:cNvPr id="5" name="TextBox 4">
            <a:extLst>
              <a:ext uri="{FF2B5EF4-FFF2-40B4-BE49-F238E27FC236}">
                <a16:creationId xmlns:a16="http://schemas.microsoft.com/office/drawing/2014/main" id="{FFF5EB70-CAFD-38D8-D108-620E0BB8BD49}"/>
              </a:ext>
            </a:extLst>
          </p:cNvPr>
          <p:cNvSpPr txBox="1"/>
          <p:nvPr/>
        </p:nvSpPr>
        <p:spPr>
          <a:xfrm>
            <a:off x="277427" y="993377"/>
            <a:ext cx="8511466" cy="1446550"/>
          </a:xfrm>
          <a:prstGeom prst="rect">
            <a:avLst/>
          </a:prstGeom>
          <a:noFill/>
        </p:spPr>
        <p:txBody>
          <a:bodyPr wrap="square">
            <a:spAutoFit/>
          </a:bodyPr>
          <a:lstStyle/>
          <a:p>
            <a:pPr marL="342900" indent="-342900">
              <a:buFont typeface="Wingdings" panose="05000000000000000000" pitchFamily="2" charset="2"/>
              <a:buChar char="ü"/>
            </a:pPr>
            <a:r>
              <a:rPr lang="en-US" sz="2200" dirty="0">
                <a:effectLst/>
              </a:rPr>
              <a:t>Divide big problem → small independent pieces (modules)</a:t>
            </a:r>
          </a:p>
          <a:p>
            <a:pPr marL="342900" indent="-342900">
              <a:buFont typeface="Wingdings" panose="05000000000000000000" pitchFamily="2" charset="2"/>
              <a:buChar char="ü"/>
            </a:pPr>
            <a:endParaRPr lang="en-US" sz="2200" dirty="0"/>
          </a:p>
          <a:p>
            <a:pPr marL="342900" indent="-342900">
              <a:buFont typeface="Wingdings" panose="05000000000000000000" pitchFamily="2" charset="2"/>
              <a:buChar char="ü"/>
            </a:pPr>
            <a:r>
              <a:rPr lang="en-US" sz="2200" dirty="0"/>
              <a:t>Car = engine + wheels + seats</a:t>
            </a:r>
          </a:p>
          <a:p>
            <a:pPr marL="342900" indent="-342900">
              <a:buFont typeface="Wingdings" panose="05000000000000000000" pitchFamily="2" charset="2"/>
              <a:buChar char="ü"/>
            </a:pPr>
            <a:r>
              <a:rPr lang="en-US" sz="2200" dirty="0"/>
              <a:t>App = login + dashboard + payment</a:t>
            </a:r>
          </a:p>
        </p:txBody>
      </p:sp>
      <p:pic>
        <p:nvPicPr>
          <p:cNvPr id="7" name="Picture 6">
            <a:extLst>
              <a:ext uri="{FF2B5EF4-FFF2-40B4-BE49-F238E27FC236}">
                <a16:creationId xmlns:a16="http://schemas.microsoft.com/office/drawing/2014/main" id="{E315798C-420C-FBC2-7EC9-74D5A58E2028}"/>
              </a:ext>
            </a:extLst>
          </p:cNvPr>
          <p:cNvPicPr>
            <a:picLocks noChangeAspect="1"/>
          </p:cNvPicPr>
          <p:nvPr/>
        </p:nvPicPr>
        <p:blipFill>
          <a:blip r:embed="rId2"/>
          <a:stretch>
            <a:fillRect/>
          </a:stretch>
        </p:blipFill>
        <p:spPr>
          <a:xfrm>
            <a:off x="2516165" y="2778304"/>
            <a:ext cx="6658436" cy="2841262"/>
          </a:xfrm>
          <a:prstGeom prst="rect">
            <a:avLst/>
          </a:prstGeom>
        </p:spPr>
      </p:pic>
    </p:spTree>
    <p:extLst>
      <p:ext uri="{BB962C8B-B14F-4D97-AF65-F5344CB8AC3E}">
        <p14:creationId xmlns:p14="http://schemas.microsoft.com/office/powerpoint/2010/main" val="2635205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E8E25-4E4F-8F5E-19EB-FE9B4DD27C31}"/>
              </a:ext>
            </a:extLst>
          </p:cNvPr>
          <p:cNvSpPr>
            <a:spLocks noGrp="1"/>
          </p:cNvSpPr>
          <p:nvPr>
            <p:ph type="title"/>
          </p:nvPr>
        </p:nvSpPr>
        <p:spPr>
          <a:xfrm>
            <a:off x="346208" y="243001"/>
            <a:ext cx="10229850" cy="498598"/>
          </a:xfrm>
        </p:spPr>
        <p:txBody>
          <a:bodyPr/>
          <a:lstStyle/>
          <a:p>
            <a:r>
              <a:rPr lang="en-US" dirty="0">
                <a:effectLst/>
              </a:rPr>
              <a:t>Benefits of Modularity</a:t>
            </a:r>
            <a:endParaRPr lang="en-US" dirty="0"/>
          </a:p>
        </p:txBody>
      </p:sp>
      <p:pic>
        <p:nvPicPr>
          <p:cNvPr id="7" name="Picture 6">
            <a:extLst>
              <a:ext uri="{FF2B5EF4-FFF2-40B4-BE49-F238E27FC236}">
                <a16:creationId xmlns:a16="http://schemas.microsoft.com/office/drawing/2014/main" id="{56C10A5A-709D-E81B-20FA-71AE9D29E645}"/>
              </a:ext>
            </a:extLst>
          </p:cNvPr>
          <p:cNvPicPr>
            <a:picLocks noChangeAspect="1"/>
          </p:cNvPicPr>
          <p:nvPr/>
        </p:nvPicPr>
        <p:blipFill>
          <a:blip r:embed="rId2"/>
          <a:stretch>
            <a:fillRect/>
          </a:stretch>
        </p:blipFill>
        <p:spPr>
          <a:xfrm>
            <a:off x="2399677" y="960381"/>
            <a:ext cx="6566769" cy="5656206"/>
          </a:xfrm>
          <a:prstGeom prst="rect">
            <a:avLst/>
          </a:prstGeom>
        </p:spPr>
      </p:pic>
    </p:spTree>
    <p:extLst>
      <p:ext uri="{BB962C8B-B14F-4D97-AF65-F5344CB8AC3E}">
        <p14:creationId xmlns:p14="http://schemas.microsoft.com/office/powerpoint/2010/main" val="1737488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9EB7C-42D9-EC0F-8E35-E82F76AAD4CA}"/>
              </a:ext>
            </a:extLst>
          </p:cNvPr>
          <p:cNvSpPr>
            <a:spLocks noGrp="1"/>
          </p:cNvSpPr>
          <p:nvPr>
            <p:ph type="title"/>
          </p:nvPr>
        </p:nvSpPr>
        <p:spPr>
          <a:xfrm>
            <a:off x="346208" y="243001"/>
            <a:ext cx="10229850" cy="997196"/>
          </a:xfrm>
        </p:spPr>
        <p:txBody>
          <a:bodyPr/>
          <a:lstStyle/>
          <a:p>
            <a:r>
              <a:rPr lang="en-US" dirty="0">
                <a:effectLst/>
              </a:rPr>
              <a:t>Cohesion – Keep Related Things Together</a:t>
            </a:r>
            <a:br>
              <a:rPr lang="en-US" dirty="0">
                <a:effectLst/>
              </a:rPr>
            </a:br>
            <a:endParaRPr lang="en-US" dirty="0"/>
          </a:p>
        </p:txBody>
      </p:sp>
      <p:sp>
        <p:nvSpPr>
          <p:cNvPr id="5" name="TextBox 4">
            <a:extLst>
              <a:ext uri="{FF2B5EF4-FFF2-40B4-BE49-F238E27FC236}">
                <a16:creationId xmlns:a16="http://schemas.microsoft.com/office/drawing/2014/main" id="{AAEE3A38-E1EE-0FE9-5CB2-35123788438B}"/>
              </a:ext>
            </a:extLst>
          </p:cNvPr>
          <p:cNvSpPr txBox="1"/>
          <p:nvPr/>
        </p:nvSpPr>
        <p:spPr>
          <a:xfrm>
            <a:off x="346207" y="1007589"/>
            <a:ext cx="11497997" cy="2071208"/>
          </a:xfrm>
          <a:prstGeom prst="rect">
            <a:avLst/>
          </a:prstGeom>
          <a:noFill/>
        </p:spPr>
        <p:txBody>
          <a:bodyPr wrap="square">
            <a:spAutoFit/>
          </a:bodyPr>
          <a:lstStyle/>
          <a:p>
            <a:pPr marL="342900" indent="-342900">
              <a:lnSpc>
                <a:spcPct val="150000"/>
              </a:lnSpc>
              <a:buFont typeface="Wingdings" panose="05000000000000000000" pitchFamily="2" charset="2"/>
              <a:buChar char="ü"/>
            </a:pPr>
            <a:r>
              <a:rPr lang="en-US" sz="2200" b="1" dirty="0">
                <a:effectLst/>
              </a:rPr>
              <a:t>High Cohesion</a:t>
            </a:r>
            <a:r>
              <a:rPr lang="en-US" sz="2200" dirty="0">
                <a:effectLst/>
              </a:rPr>
              <a:t> = good All code in a module does </a:t>
            </a:r>
            <a:r>
              <a:rPr lang="en-US" sz="2200" b="1" dirty="0">
                <a:effectLst/>
              </a:rPr>
              <a:t>one clear job</a:t>
            </a:r>
            <a:endParaRPr lang="en-US" sz="2200" dirty="0">
              <a:effectLst/>
            </a:endParaRPr>
          </a:p>
          <a:p>
            <a:pPr>
              <a:lnSpc>
                <a:spcPct val="150000"/>
              </a:lnSpc>
            </a:pPr>
            <a:r>
              <a:rPr lang="en-US" sz="2200" dirty="0">
                <a:effectLst/>
              </a:rPr>
              <a:t>Example: </a:t>
            </a:r>
          </a:p>
          <a:p>
            <a:pPr marL="342900" indent="-342900">
              <a:lnSpc>
                <a:spcPct val="150000"/>
              </a:lnSpc>
              <a:buFont typeface="Wingdings" panose="05000000000000000000" pitchFamily="2" charset="2"/>
              <a:buChar char="ü"/>
            </a:pPr>
            <a:r>
              <a:rPr lang="en-US" sz="2200" dirty="0">
                <a:effectLst/>
              </a:rPr>
              <a:t>Good → </a:t>
            </a:r>
            <a:r>
              <a:rPr lang="en-US" sz="2200" dirty="0" err="1">
                <a:effectLst/>
              </a:rPr>
              <a:t>LoginModule</a:t>
            </a:r>
            <a:r>
              <a:rPr lang="en-US" sz="2200" dirty="0">
                <a:effectLst/>
              </a:rPr>
              <a:t> (only login, logout, forgot password) </a:t>
            </a:r>
          </a:p>
          <a:p>
            <a:pPr marL="342900" indent="-342900">
              <a:lnSpc>
                <a:spcPct val="150000"/>
              </a:lnSpc>
              <a:buFont typeface="Wingdings" panose="05000000000000000000" pitchFamily="2" charset="2"/>
              <a:buChar char="ü"/>
            </a:pPr>
            <a:r>
              <a:rPr lang="en-US" sz="2200" dirty="0">
                <a:effectLst/>
              </a:rPr>
              <a:t>Bad → </a:t>
            </a:r>
            <a:r>
              <a:rPr lang="en-US" sz="2200" dirty="0" err="1">
                <a:effectLst/>
              </a:rPr>
              <a:t>GodModule</a:t>
            </a:r>
            <a:r>
              <a:rPr lang="en-US" sz="2200" dirty="0">
                <a:effectLst/>
              </a:rPr>
              <a:t> (login + payment + chat + game)</a:t>
            </a:r>
          </a:p>
        </p:txBody>
      </p:sp>
      <p:pic>
        <p:nvPicPr>
          <p:cNvPr id="6" name="Picture 2" descr="Coupling and Cohesion">
            <a:extLst>
              <a:ext uri="{FF2B5EF4-FFF2-40B4-BE49-F238E27FC236}">
                <a16:creationId xmlns:a16="http://schemas.microsoft.com/office/drawing/2014/main" id="{2DA121D9-212F-7A8F-ABDE-5A2F2F65C5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6848" y="3429794"/>
            <a:ext cx="4693384" cy="3125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6818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8BCF1-62EE-6D9A-AFB3-1FDF9C14963E}"/>
              </a:ext>
            </a:extLst>
          </p:cNvPr>
          <p:cNvSpPr>
            <a:spLocks noGrp="1"/>
          </p:cNvSpPr>
          <p:nvPr>
            <p:ph type="title"/>
          </p:nvPr>
        </p:nvSpPr>
        <p:spPr>
          <a:xfrm>
            <a:off x="346208" y="243001"/>
            <a:ext cx="10229850" cy="443198"/>
          </a:xfrm>
        </p:spPr>
        <p:txBody>
          <a:bodyPr/>
          <a:lstStyle/>
          <a:p>
            <a:r>
              <a:rPr lang="en-US" sz="3200" dirty="0">
                <a:effectLst/>
              </a:rPr>
              <a:t>Coupling – How Much Modules Depend on Each Other</a:t>
            </a:r>
            <a:endParaRPr lang="en-US" sz="3200" dirty="0"/>
          </a:p>
        </p:txBody>
      </p:sp>
      <p:sp>
        <p:nvSpPr>
          <p:cNvPr id="5" name="TextBox 4">
            <a:extLst>
              <a:ext uri="{FF2B5EF4-FFF2-40B4-BE49-F238E27FC236}">
                <a16:creationId xmlns:a16="http://schemas.microsoft.com/office/drawing/2014/main" id="{C0E47B03-5B25-7637-6A70-B4389DBAEE36}"/>
              </a:ext>
            </a:extLst>
          </p:cNvPr>
          <p:cNvSpPr txBox="1"/>
          <p:nvPr/>
        </p:nvSpPr>
        <p:spPr>
          <a:xfrm>
            <a:off x="241917" y="963201"/>
            <a:ext cx="10810782" cy="1055545"/>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US" sz="2200" b="1" dirty="0">
                <a:effectLst/>
              </a:rPr>
              <a:t>Low Coupling</a:t>
            </a:r>
            <a:r>
              <a:rPr lang="en-US" sz="2200" dirty="0">
                <a:effectLst/>
              </a:rPr>
              <a:t> = good Modules should be as independent as possible</a:t>
            </a:r>
          </a:p>
          <a:p>
            <a:pPr marL="285750" indent="-285750">
              <a:lnSpc>
                <a:spcPct val="150000"/>
              </a:lnSpc>
              <a:buFont typeface="Wingdings" panose="05000000000000000000" pitchFamily="2" charset="2"/>
              <a:buChar char="ü"/>
            </a:pPr>
            <a:r>
              <a:rPr lang="en-US" sz="2200" dirty="0">
                <a:effectLst/>
              </a:rPr>
              <a:t>Like: Changing car color shouldn't break engine</a:t>
            </a:r>
          </a:p>
        </p:txBody>
      </p:sp>
      <p:pic>
        <p:nvPicPr>
          <p:cNvPr id="7" name="Picture 4" descr="Coupling and Cohesion">
            <a:extLst>
              <a:ext uri="{FF2B5EF4-FFF2-40B4-BE49-F238E27FC236}">
                <a16:creationId xmlns:a16="http://schemas.microsoft.com/office/drawing/2014/main" id="{899EC2AB-8FD8-53A3-6FD9-83D82CF7EB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246" y="2192142"/>
            <a:ext cx="4636601" cy="231830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17C88043-CA7D-E3EF-2AA6-5B03AB3C8C9A}"/>
              </a:ext>
            </a:extLst>
          </p:cNvPr>
          <p:cNvPicPr>
            <a:picLocks noChangeAspect="1"/>
          </p:cNvPicPr>
          <p:nvPr/>
        </p:nvPicPr>
        <p:blipFill>
          <a:blip r:embed="rId3"/>
          <a:stretch>
            <a:fillRect/>
          </a:stretch>
        </p:blipFill>
        <p:spPr>
          <a:xfrm>
            <a:off x="8563615" y="1407535"/>
            <a:ext cx="3514725" cy="4648200"/>
          </a:xfrm>
          <a:prstGeom prst="rect">
            <a:avLst/>
          </a:prstGeom>
        </p:spPr>
      </p:pic>
      <p:sp>
        <p:nvSpPr>
          <p:cNvPr id="11" name="TextBox 10">
            <a:extLst>
              <a:ext uri="{FF2B5EF4-FFF2-40B4-BE49-F238E27FC236}">
                <a16:creationId xmlns:a16="http://schemas.microsoft.com/office/drawing/2014/main" id="{DA425ABF-9ED5-3030-001B-78BCFDE7BBC8}"/>
              </a:ext>
            </a:extLst>
          </p:cNvPr>
          <p:cNvSpPr txBox="1"/>
          <p:nvPr/>
        </p:nvSpPr>
        <p:spPr>
          <a:xfrm>
            <a:off x="672245" y="5007875"/>
            <a:ext cx="8347468" cy="769441"/>
          </a:xfrm>
          <a:prstGeom prst="rect">
            <a:avLst/>
          </a:prstGeom>
          <a:noFill/>
        </p:spPr>
        <p:txBody>
          <a:bodyPr wrap="square">
            <a:spAutoFit/>
          </a:bodyPr>
          <a:lstStyle/>
          <a:p>
            <a:pPr>
              <a:buNone/>
            </a:pPr>
            <a:r>
              <a:rPr lang="en-US" sz="2200" dirty="0">
                <a:effectLst/>
              </a:rPr>
              <a:t>High Coupling is always bad..</a:t>
            </a:r>
          </a:p>
          <a:p>
            <a:pPr>
              <a:buNone/>
            </a:pPr>
            <a:r>
              <a:rPr lang="en-US" sz="2200" dirty="0">
                <a:effectLst/>
              </a:rPr>
              <a:t>Example:  Module A changes → Module B breaks → like </a:t>
            </a:r>
            <a:r>
              <a:rPr lang="en-US" sz="2200" b="1" dirty="0">
                <a:effectLst/>
              </a:rPr>
              <a:t>domino effect</a:t>
            </a:r>
          </a:p>
        </p:txBody>
      </p:sp>
    </p:spTree>
    <p:extLst>
      <p:ext uri="{BB962C8B-B14F-4D97-AF65-F5344CB8AC3E}">
        <p14:creationId xmlns:p14="http://schemas.microsoft.com/office/powerpoint/2010/main" val="4149448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BAA2D-A4CA-3873-9709-3A5D714053C8}"/>
              </a:ext>
            </a:extLst>
          </p:cNvPr>
          <p:cNvSpPr>
            <a:spLocks noGrp="1"/>
          </p:cNvSpPr>
          <p:nvPr>
            <p:ph type="title"/>
          </p:nvPr>
        </p:nvSpPr>
        <p:spPr>
          <a:xfrm>
            <a:off x="346208" y="243001"/>
            <a:ext cx="10229850" cy="498598"/>
          </a:xfrm>
        </p:spPr>
        <p:txBody>
          <a:bodyPr/>
          <a:lstStyle/>
          <a:p>
            <a:r>
              <a:rPr lang="en-US" dirty="0">
                <a:effectLst/>
              </a:rPr>
              <a:t>Goal of Good Design</a:t>
            </a:r>
            <a:endParaRPr lang="en-US" dirty="0"/>
          </a:p>
        </p:txBody>
      </p:sp>
      <p:sp>
        <p:nvSpPr>
          <p:cNvPr id="5" name="TextBox 4">
            <a:extLst>
              <a:ext uri="{FF2B5EF4-FFF2-40B4-BE49-F238E27FC236}">
                <a16:creationId xmlns:a16="http://schemas.microsoft.com/office/drawing/2014/main" id="{D4B6164F-4D71-40EF-236E-E7CCFB9DAE3C}"/>
              </a:ext>
            </a:extLst>
          </p:cNvPr>
          <p:cNvSpPr txBox="1"/>
          <p:nvPr/>
        </p:nvSpPr>
        <p:spPr>
          <a:xfrm>
            <a:off x="2414726" y="2981131"/>
            <a:ext cx="7830105" cy="553998"/>
          </a:xfrm>
          <a:prstGeom prst="rect">
            <a:avLst/>
          </a:prstGeom>
          <a:noFill/>
        </p:spPr>
        <p:txBody>
          <a:bodyPr wrap="square">
            <a:spAutoFit/>
          </a:bodyPr>
          <a:lstStyle/>
          <a:p>
            <a:pPr>
              <a:buNone/>
            </a:pPr>
            <a:r>
              <a:rPr lang="en-US" sz="3000" b="1" dirty="0">
                <a:effectLst>
                  <a:outerShdw blurRad="38100" dist="38100" dir="2700000" algn="tl">
                    <a:srgbClr val="000000">
                      <a:alpha val="43137"/>
                    </a:srgbClr>
                  </a:outerShdw>
                </a:effectLst>
              </a:rPr>
              <a:t>High Cohesion + Low Coupling = Good Design</a:t>
            </a:r>
          </a:p>
        </p:txBody>
      </p:sp>
      <p:pic>
        <p:nvPicPr>
          <p:cNvPr id="7" name="Picture 6">
            <a:extLst>
              <a:ext uri="{FF2B5EF4-FFF2-40B4-BE49-F238E27FC236}">
                <a16:creationId xmlns:a16="http://schemas.microsoft.com/office/drawing/2014/main" id="{C39586D6-8DE4-176E-FB10-9F631A2BC4C7}"/>
              </a:ext>
            </a:extLst>
          </p:cNvPr>
          <p:cNvPicPr>
            <a:picLocks noChangeAspect="1"/>
          </p:cNvPicPr>
          <p:nvPr/>
        </p:nvPicPr>
        <p:blipFill>
          <a:blip r:embed="rId2"/>
          <a:stretch>
            <a:fillRect/>
          </a:stretch>
        </p:blipFill>
        <p:spPr>
          <a:xfrm>
            <a:off x="2063393" y="3113307"/>
            <a:ext cx="351333" cy="359843"/>
          </a:xfrm>
          <a:prstGeom prst="rect">
            <a:avLst/>
          </a:prstGeom>
        </p:spPr>
      </p:pic>
    </p:spTree>
    <p:extLst>
      <p:ext uri="{BB962C8B-B14F-4D97-AF65-F5344CB8AC3E}">
        <p14:creationId xmlns:p14="http://schemas.microsoft.com/office/powerpoint/2010/main" val="2931202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9F7D2-3933-47E0-9DD8-F0839D1F63C9}"/>
              </a:ext>
            </a:extLst>
          </p:cNvPr>
          <p:cNvSpPr>
            <a:spLocks noGrp="1"/>
          </p:cNvSpPr>
          <p:nvPr>
            <p:ph type="title"/>
          </p:nvPr>
        </p:nvSpPr>
        <p:spPr/>
        <p:txBody>
          <a:bodyPr/>
          <a:lstStyle/>
          <a:p>
            <a:r>
              <a:rPr lang="en-US" dirty="0"/>
              <a:t>Software Design Principles</a:t>
            </a:r>
          </a:p>
        </p:txBody>
      </p:sp>
      <p:sp>
        <p:nvSpPr>
          <p:cNvPr id="3" name="Content Placeholder 2">
            <a:extLst>
              <a:ext uri="{FF2B5EF4-FFF2-40B4-BE49-F238E27FC236}">
                <a16:creationId xmlns:a16="http://schemas.microsoft.com/office/drawing/2014/main" id="{FCE6ED09-B839-4E33-9AFF-DE00C35219B6}"/>
              </a:ext>
            </a:extLst>
          </p:cNvPr>
          <p:cNvSpPr>
            <a:spLocks noGrp="1"/>
          </p:cNvSpPr>
          <p:nvPr>
            <p:ph idx="1"/>
          </p:nvPr>
        </p:nvSpPr>
        <p:spPr>
          <a:xfrm>
            <a:off x="346208" y="898391"/>
            <a:ext cx="11457930" cy="5369457"/>
          </a:xfrm>
        </p:spPr>
        <p:txBody>
          <a:bodyPr>
            <a:normAutofit/>
          </a:bodyPr>
          <a:lstStyle/>
          <a:p>
            <a:pPr>
              <a:lnSpc>
                <a:spcPct val="150000"/>
              </a:lnSpc>
              <a:buFont typeface="Wingdings" panose="05000000000000000000" pitchFamily="2" charset="2"/>
              <a:buChar char="ü"/>
            </a:pPr>
            <a:r>
              <a:rPr lang="en-US" sz="1800" dirty="0">
                <a:latin typeface="Arial" panose="020B0604020202020204" pitchFamily="34" charset="0"/>
                <a:cs typeface="Arial" panose="020B0604020202020204" pitchFamily="34" charset="0"/>
              </a:rPr>
              <a:t>Software design principles are concerned with providing means to handle the complexity of the design process effectively. </a:t>
            </a:r>
          </a:p>
          <a:p>
            <a:pPr>
              <a:lnSpc>
                <a:spcPct val="150000"/>
              </a:lnSpc>
              <a:buFont typeface="Wingdings" panose="05000000000000000000" pitchFamily="2" charset="2"/>
              <a:buChar char="ü"/>
            </a:pPr>
            <a:r>
              <a:rPr lang="en-US" sz="1800" dirty="0">
                <a:latin typeface="Arial" panose="020B0604020202020204" pitchFamily="34" charset="0"/>
                <a:cs typeface="Arial" panose="020B0604020202020204" pitchFamily="34" charset="0"/>
              </a:rPr>
              <a:t>Effectively managing the complexity will not only reduce the effort needed for design but can also reduce the scope of introducing errors during design.</a:t>
            </a:r>
            <a:r>
              <a:rPr lang="en-US" sz="1800" dirty="0">
                <a:solidFill>
                  <a:srgbClr val="161616"/>
                </a:solidFill>
                <a:latin typeface="Segoe UI" panose="020B0502040204020203" pitchFamily="34" charset="0"/>
              </a:rPr>
              <a:t> </a:t>
            </a:r>
          </a:p>
          <a:p>
            <a:pPr>
              <a:lnSpc>
                <a:spcPct val="150000"/>
              </a:lnSpc>
              <a:buFont typeface="Wingdings" panose="05000000000000000000" pitchFamily="2" charset="2"/>
              <a:buChar char="ü"/>
            </a:pPr>
            <a:r>
              <a:rPr lang="en-US" sz="1800" dirty="0">
                <a:latin typeface="Arial" panose="020B0604020202020204" pitchFamily="34" charset="0"/>
                <a:cs typeface="Arial" panose="020B0604020202020204" pitchFamily="34" charset="0"/>
              </a:rPr>
              <a:t>The key software design principles are:</a:t>
            </a:r>
          </a:p>
          <a:p>
            <a:pPr>
              <a:lnSpc>
                <a:spcPct val="150000"/>
              </a:lnSpc>
              <a:buFont typeface="Wingdings" panose="05000000000000000000" pitchFamily="2" charset="2"/>
              <a:buChar char="ü"/>
            </a:pPr>
            <a:endParaRPr lang="en-US" dirty="0">
              <a:latin typeface="Arial" panose="020B0604020202020204" pitchFamily="34" charset="0"/>
              <a:cs typeface="Arial" panose="020B0604020202020204" pitchFamily="34" charset="0"/>
            </a:endParaRPr>
          </a:p>
        </p:txBody>
      </p:sp>
      <p:graphicFrame>
        <p:nvGraphicFramePr>
          <p:cNvPr id="15" name="Diagram 14">
            <a:extLst>
              <a:ext uri="{FF2B5EF4-FFF2-40B4-BE49-F238E27FC236}">
                <a16:creationId xmlns:a16="http://schemas.microsoft.com/office/drawing/2014/main" id="{75660821-D0CF-485C-9006-6133B5A5901E}"/>
              </a:ext>
            </a:extLst>
          </p:cNvPr>
          <p:cNvGraphicFramePr/>
          <p:nvPr>
            <p:extLst>
              <p:ext uri="{D42A27DB-BD31-4B8C-83A1-F6EECF244321}">
                <p14:modId xmlns:p14="http://schemas.microsoft.com/office/powerpoint/2010/main" val="3872892227"/>
              </p:ext>
            </p:extLst>
          </p:nvPr>
        </p:nvGraphicFramePr>
        <p:xfrm>
          <a:off x="6498044" y="2886649"/>
          <a:ext cx="3429000" cy="3479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TextBox 15">
            <a:extLst>
              <a:ext uri="{FF2B5EF4-FFF2-40B4-BE49-F238E27FC236}">
                <a16:creationId xmlns:a16="http://schemas.microsoft.com/office/drawing/2014/main" id="{3C314881-90E4-4C05-8E56-3EEB3A98258E}"/>
              </a:ext>
            </a:extLst>
          </p:cNvPr>
          <p:cNvSpPr txBox="1"/>
          <p:nvPr/>
        </p:nvSpPr>
        <p:spPr>
          <a:xfrm>
            <a:off x="9812745" y="2765033"/>
            <a:ext cx="649152" cy="338554"/>
          </a:xfrm>
          <a:prstGeom prst="rect">
            <a:avLst/>
          </a:prstGeom>
          <a:noFill/>
        </p:spPr>
        <p:txBody>
          <a:bodyPr wrap="none" rtlCol="0">
            <a:spAutoFit/>
          </a:bodyPr>
          <a:lstStyle/>
          <a:p>
            <a:pPr defTabSz="1219170"/>
            <a:r>
              <a:rPr lang="en-US" sz="1600" b="1" dirty="0">
                <a:solidFill>
                  <a:srgbClr val="0070C0"/>
                </a:solidFill>
                <a:latin typeface="Open Sans" panose="020B0606030504020204" pitchFamily="34" charset="0"/>
                <a:ea typeface="Open Sans" panose="020B0606030504020204" pitchFamily="34" charset="0"/>
                <a:cs typeface="Open Sans" panose="020B0606030504020204" pitchFamily="34" charset="0"/>
              </a:rPr>
              <a:t>DRY </a:t>
            </a:r>
          </a:p>
        </p:txBody>
      </p:sp>
      <p:sp>
        <p:nvSpPr>
          <p:cNvPr id="17" name="TextBox 16">
            <a:extLst>
              <a:ext uri="{FF2B5EF4-FFF2-40B4-BE49-F238E27FC236}">
                <a16:creationId xmlns:a16="http://schemas.microsoft.com/office/drawing/2014/main" id="{622703F0-F776-4890-9BD5-74ADE42FF6CF}"/>
              </a:ext>
            </a:extLst>
          </p:cNvPr>
          <p:cNvSpPr txBox="1"/>
          <p:nvPr/>
        </p:nvSpPr>
        <p:spPr>
          <a:xfrm>
            <a:off x="9812743" y="3005291"/>
            <a:ext cx="2377669" cy="1815882"/>
          </a:xfrm>
          <a:prstGeom prst="rect">
            <a:avLst/>
          </a:prstGeom>
          <a:noFill/>
        </p:spPr>
        <p:txBody>
          <a:bodyPr wrap="square" rtlCol="0">
            <a:spAutoFit/>
          </a:bodyPr>
          <a:lstStyle/>
          <a:p>
            <a:pPr marL="120650" indent="-120650" defTabSz="1219170">
              <a:buFont typeface="Arial" panose="020B0604020202020204" pitchFamily="34" charset="0"/>
              <a:buChar char="•"/>
            </a:pPr>
            <a:r>
              <a:rPr lang="en-US" sz="1400" dirty="0">
                <a:latin typeface="Open Sans Light"/>
              </a:rPr>
              <a:t>Don’t Repeat Yourself</a:t>
            </a:r>
          </a:p>
          <a:p>
            <a:pPr marL="120650" indent="-120650" defTabSz="1219170">
              <a:buFont typeface="Arial" panose="020B0604020202020204" pitchFamily="34" charset="0"/>
              <a:buChar char="•"/>
            </a:pPr>
            <a:r>
              <a:rPr lang="en-US" sz="1400" dirty="0">
                <a:latin typeface="Open Sans Light"/>
              </a:rPr>
              <a:t>each small pieces of knowledge (code) may only occur exactly once in the entire system.</a:t>
            </a:r>
          </a:p>
          <a:p>
            <a:pPr marL="120650" indent="-120650" defTabSz="1219170">
              <a:buFont typeface="Arial" panose="020B0604020202020204" pitchFamily="34" charset="0"/>
              <a:buChar char="•"/>
            </a:pPr>
            <a:r>
              <a:rPr lang="en-US" sz="1400" dirty="0">
                <a:latin typeface="Open Sans Light"/>
              </a:rPr>
              <a:t>This helps us to write scalable, maintainable and reusable code.</a:t>
            </a:r>
          </a:p>
        </p:txBody>
      </p:sp>
      <p:sp>
        <p:nvSpPr>
          <p:cNvPr id="18" name="TextBox 17">
            <a:extLst>
              <a:ext uri="{FF2B5EF4-FFF2-40B4-BE49-F238E27FC236}">
                <a16:creationId xmlns:a16="http://schemas.microsoft.com/office/drawing/2014/main" id="{C0333D01-C3A0-4FA4-BF8A-39D83F5C07E3}"/>
              </a:ext>
            </a:extLst>
          </p:cNvPr>
          <p:cNvSpPr txBox="1"/>
          <p:nvPr/>
        </p:nvSpPr>
        <p:spPr>
          <a:xfrm>
            <a:off x="9812744" y="5170578"/>
            <a:ext cx="614271" cy="338554"/>
          </a:xfrm>
          <a:prstGeom prst="rect">
            <a:avLst/>
          </a:prstGeom>
          <a:noFill/>
        </p:spPr>
        <p:txBody>
          <a:bodyPr wrap="none" rtlCol="0">
            <a:spAutoFit/>
          </a:bodyPr>
          <a:lstStyle/>
          <a:p>
            <a:pPr defTabSz="1219170"/>
            <a:r>
              <a:rPr lang="en-US" sz="1600" b="1" dirty="0">
                <a:solidFill>
                  <a:srgbClr val="0070C0"/>
                </a:solidFill>
                <a:latin typeface="Open Sans" panose="020B0606030504020204" pitchFamily="34" charset="0"/>
                <a:ea typeface="Open Sans" panose="020B0606030504020204" pitchFamily="34" charset="0"/>
                <a:cs typeface="Open Sans" panose="020B0606030504020204" pitchFamily="34" charset="0"/>
              </a:rPr>
              <a:t>KISS</a:t>
            </a:r>
          </a:p>
        </p:txBody>
      </p:sp>
      <p:sp>
        <p:nvSpPr>
          <p:cNvPr id="19" name="TextBox 18">
            <a:extLst>
              <a:ext uri="{FF2B5EF4-FFF2-40B4-BE49-F238E27FC236}">
                <a16:creationId xmlns:a16="http://schemas.microsoft.com/office/drawing/2014/main" id="{2FC68E9D-3778-4E73-B556-6DA6FBF3E547}"/>
              </a:ext>
            </a:extLst>
          </p:cNvPr>
          <p:cNvSpPr txBox="1"/>
          <p:nvPr/>
        </p:nvSpPr>
        <p:spPr>
          <a:xfrm>
            <a:off x="9812744" y="5409764"/>
            <a:ext cx="2377668" cy="1169551"/>
          </a:xfrm>
          <a:prstGeom prst="rect">
            <a:avLst/>
          </a:prstGeom>
          <a:noFill/>
        </p:spPr>
        <p:txBody>
          <a:bodyPr wrap="square" rtlCol="0">
            <a:spAutoFit/>
          </a:bodyPr>
          <a:lstStyle/>
          <a:p>
            <a:pPr marL="120650" indent="-120650" defTabSz="1219170">
              <a:buFont typeface="Arial" panose="020B0604020202020204" pitchFamily="34" charset="0"/>
              <a:buChar char="•"/>
            </a:pPr>
            <a:r>
              <a:rPr lang="en-US" sz="1400" dirty="0">
                <a:latin typeface="Open Sans Light"/>
              </a:rPr>
              <a:t>Keep it simple, Stupid!</a:t>
            </a:r>
          </a:p>
          <a:p>
            <a:pPr marL="120650" indent="-120650" defTabSz="1219170">
              <a:buFont typeface="Arial" panose="020B0604020202020204" pitchFamily="34" charset="0"/>
              <a:buChar char="•"/>
            </a:pPr>
            <a:r>
              <a:rPr lang="en-US" sz="1400" dirty="0">
                <a:latin typeface="Open Sans Light"/>
              </a:rPr>
              <a:t>keep each small piece of software simple</a:t>
            </a:r>
          </a:p>
          <a:p>
            <a:pPr marL="120650" indent="-120650" defTabSz="1219170">
              <a:buFont typeface="Arial" panose="020B0604020202020204" pitchFamily="34" charset="0"/>
              <a:buChar char="•"/>
            </a:pPr>
            <a:r>
              <a:rPr lang="en-US" sz="1400" dirty="0">
                <a:latin typeface="Open Sans Light"/>
              </a:rPr>
              <a:t>unnecessary complexity should be avoided. </a:t>
            </a:r>
          </a:p>
        </p:txBody>
      </p:sp>
      <p:sp>
        <p:nvSpPr>
          <p:cNvPr id="20" name="TextBox 19">
            <a:extLst>
              <a:ext uri="{FF2B5EF4-FFF2-40B4-BE49-F238E27FC236}">
                <a16:creationId xmlns:a16="http://schemas.microsoft.com/office/drawing/2014/main" id="{CA89DAB0-E7C4-4ED7-A32A-32B7625E6E30}"/>
              </a:ext>
            </a:extLst>
          </p:cNvPr>
          <p:cNvSpPr txBox="1"/>
          <p:nvPr/>
        </p:nvSpPr>
        <p:spPr>
          <a:xfrm>
            <a:off x="4729401" y="2811199"/>
            <a:ext cx="1768643" cy="1015663"/>
          </a:xfrm>
          <a:prstGeom prst="rect">
            <a:avLst/>
          </a:prstGeom>
          <a:noFill/>
        </p:spPr>
        <p:txBody>
          <a:bodyPr wrap="square" rtlCol="0">
            <a:spAutoFit/>
          </a:bodyPr>
          <a:lstStyle/>
          <a:p>
            <a:pPr algn="r" defTabSz="1219170"/>
            <a:r>
              <a:rPr lang="en-GB" altLang="en-US" sz="1600" b="1" dirty="0">
                <a:solidFill>
                  <a:srgbClr val="0070C0"/>
                </a:solidFill>
                <a:latin typeface="Open Sans" panose="020B0606030504020204" pitchFamily="34" charset="0"/>
                <a:ea typeface="Open Sans" panose="020B0606030504020204" pitchFamily="34" charset="0"/>
                <a:cs typeface="Open Sans" panose="020B0606030504020204" pitchFamily="34" charset="0"/>
              </a:rPr>
              <a:t>SOLID</a:t>
            </a:r>
          </a:p>
          <a:p>
            <a:pPr marL="285750" indent="-285750" algn="r" defTabSz="1219170">
              <a:buFont typeface="Arial" panose="020B0604020202020204" pitchFamily="34" charset="0"/>
              <a:buChar char="•"/>
            </a:pPr>
            <a:r>
              <a:rPr lang="en-US" sz="1400" dirty="0">
                <a:latin typeface="Open Sans Light"/>
              </a:rPr>
              <a:t>Pls check next Slide</a:t>
            </a:r>
            <a:endParaRPr lang="en-GB" altLang="en-US" sz="1400" b="1" dirty="0">
              <a:solidFill>
                <a:srgbClr val="0070C0"/>
              </a:solidFill>
              <a:latin typeface="Open Sans" panose="020B0606030504020204" pitchFamily="34" charset="0"/>
              <a:ea typeface="Open Sans" panose="020B0606030504020204" pitchFamily="34" charset="0"/>
              <a:cs typeface="Open Sans" panose="020B0606030504020204" pitchFamily="34" charset="0"/>
            </a:endParaRPr>
          </a:p>
          <a:p>
            <a:pPr defTabSz="1219170"/>
            <a:endParaRPr lang="en-GB" altLang="en-US" sz="1600" b="1" dirty="0">
              <a:solidFill>
                <a:srgbClr val="0070C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TextBox 20">
            <a:extLst>
              <a:ext uri="{FF2B5EF4-FFF2-40B4-BE49-F238E27FC236}">
                <a16:creationId xmlns:a16="http://schemas.microsoft.com/office/drawing/2014/main" id="{BFB8BF63-370D-4091-90D9-1CE8F884FDE0}"/>
              </a:ext>
            </a:extLst>
          </p:cNvPr>
          <p:cNvSpPr txBox="1"/>
          <p:nvPr/>
        </p:nvSpPr>
        <p:spPr>
          <a:xfrm>
            <a:off x="5670009" y="5170578"/>
            <a:ext cx="866135" cy="338554"/>
          </a:xfrm>
          <a:prstGeom prst="rect">
            <a:avLst/>
          </a:prstGeom>
          <a:noFill/>
        </p:spPr>
        <p:txBody>
          <a:bodyPr wrap="none" rtlCol="0">
            <a:spAutoFit/>
          </a:bodyPr>
          <a:lstStyle/>
          <a:p>
            <a:pPr algn="r" defTabSz="1219170"/>
            <a:r>
              <a:rPr lang="en-US" sz="1600" b="1" dirty="0">
                <a:solidFill>
                  <a:srgbClr val="0070C0"/>
                </a:solidFill>
                <a:latin typeface="Open Sans" panose="020B0606030504020204" pitchFamily="34" charset="0"/>
                <a:ea typeface="Open Sans" panose="020B0606030504020204" pitchFamily="34" charset="0"/>
                <a:cs typeface="Open Sans" panose="020B0606030504020204" pitchFamily="34" charset="0"/>
              </a:rPr>
              <a:t>YAGNI </a:t>
            </a:r>
          </a:p>
        </p:txBody>
      </p:sp>
      <p:sp>
        <p:nvSpPr>
          <p:cNvPr id="22" name="TextBox 21">
            <a:extLst>
              <a:ext uri="{FF2B5EF4-FFF2-40B4-BE49-F238E27FC236}">
                <a16:creationId xmlns:a16="http://schemas.microsoft.com/office/drawing/2014/main" id="{3900E727-D409-4767-86C9-8DF42AD861EF}"/>
              </a:ext>
            </a:extLst>
          </p:cNvPr>
          <p:cNvSpPr txBox="1"/>
          <p:nvPr/>
        </p:nvSpPr>
        <p:spPr>
          <a:xfrm>
            <a:off x="2983832" y="5409764"/>
            <a:ext cx="3552312" cy="1169551"/>
          </a:xfrm>
          <a:prstGeom prst="rect">
            <a:avLst/>
          </a:prstGeom>
          <a:noFill/>
        </p:spPr>
        <p:txBody>
          <a:bodyPr wrap="square" rtlCol="0">
            <a:spAutoFit/>
          </a:bodyPr>
          <a:lstStyle/>
          <a:p>
            <a:pPr marL="285750" indent="-285750" algn="r" defTabSz="1219170">
              <a:buFont typeface="Arial" panose="020B0604020202020204" pitchFamily="34" charset="0"/>
              <a:buChar char="•"/>
            </a:pPr>
            <a:r>
              <a:rPr lang="en-US" sz="1400" dirty="0">
                <a:latin typeface="Open Sans Light"/>
              </a:rPr>
              <a:t>You ain't gonna need it</a:t>
            </a:r>
          </a:p>
          <a:p>
            <a:pPr marL="285750" indent="-285750" algn="r" defTabSz="1219170">
              <a:buFont typeface="Arial" panose="020B0604020202020204" pitchFamily="34" charset="0"/>
              <a:buChar char="•"/>
            </a:pPr>
            <a:r>
              <a:rPr lang="en-US" sz="1400" dirty="0">
                <a:latin typeface="Open Sans Light"/>
              </a:rPr>
              <a:t>always implement things when you actually need them </a:t>
            </a:r>
          </a:p>
          <a:p>
            <a:pPr marL="285750" indent="-285750" algn="r" defTabSz="1219170">
              <a:buFont typeface="Arial" panose="020B0604020202020204" pitchFamily="34" charset="0"/>
              <a:buChar char="•"/>
            </a:pPr>
            <a:r>
              <a:rPr lang="en-US" sz="1400" dirty="0">
                <a:latin typeface="Open Sans Light"/>
              </a:rPr>
              <a:t>never implements things before you need them.</a:t>
            </a:r>
          </a:p>
        </p:txBody>
      </p:sp>
    </p:spTree>
    <p:extLst>
      <p:ext uri="{BB962C8B-B14F-4D97-AF65-F5344CB8AC3E}">
        <p14:creationId xmlns:p14="http://schemas.microsoft.com/office/powerpoint/2010/main" val="354933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graphicEl>
                                              <a:dgm id="{CCF46950-3CC7-1647-8986-D66AF0C30036}"/>
                                            </p:graphicEl>
                                          </p:spTgt>
                                        </p:tgtEl>
                                        <p:attrNameLst>
                                          <p:attrName>style.visibility</p:attrName>
                                        </p:attrNameLst>
                                      </p:cBhvr>
                                      <p:to>
                                        <p:strVal val="visible"/>
                                      </p:to>
                                    </p:set>
                                    <p:animEffect transition="in" filter="fade">
                                      <p:cBhvr>
                                        <p:cTn id="7" dur="200"/>
                                        <p:tgtEl>
                                          <p:spTgt spid="15">
                                            <p:graphicEl>
                                              <a:dgm id="{CCF46950-3CC7-1647-8986-D66AF0C30036}"/>
                                            </p:graphicEl>
                                          </p:spTgt>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15">
                                            <p:graphicEl>
                                              <a:dgm id="{4869DAB9-E400-284B-BA17-D97171070EA6}"/>
                                            </p:graphicEl>
                                          </p:spTgt>
                                        </p:tgtEl>
                                        <p:attrNameLst>
                                          <p:attrName>style.visibility</p:attrName>
                                        </p:attrNameLst>
                                      </p:cBhvr>
                                      <p:to>
                                        <p:strVal val="visible"/>
                                      </p:to>
                                    </p:set>
                                    <p:animEffect transition="in" filter="fade">
                                      <p:cBhvr>
                                        <p:cTn id="10" dur="200"/>
                                        <p:tgtEl>
                                          <p:spTgt spid="15">
                                            <p:graphicEl>
                                              <a:dgm id="{4869DAB9-E400-284B-BA17-D97171070EA6}"/>
                                            </p:graphicEl>
                                          </p:spTgt>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grpId="0" nodeType="withEffect">
                                  <p:stCondLst>
                                    <p:cond delay="400"/>
                                  </p:stCondLst>
                                  <p:childTnLst>
                                    <p:set>
                                      <p:cBhvr>
                                        <p:cTn id="15" dur="1" fill="hold">
                                          <p:stCondLst>
                                            <p:cond delay="0"/>
                                          </p:stCondLst>
                                        </p:cTn>
                                        <p:tgtEl>
                                          <p:spTgt spid="15">
                                            <p:graphicEl>
                                              <a:dgm id="{02F97DDD-29D8-7341-870C-A0DFF4162F28}"/>
                                            </p:graphicEl>
                                          </p:spTgt>
                                        </p:tgtEl>
                                        <p:attrNameLst>
                                          <p:attrName>style.visibility</p:attrName>
                                        </p:attrNameLst>
                                      </p:cBhvr>
                                      <p:to>
                                        <p:strVal val="visible"/>
                                      </p:to>
                                    </p:set>
                                    <p:animEffect transition="in" filter="fade">
                                      <p:cBhvr>
                                        <p:cTn id="16" dur="200"/>
                                        <p:tgtEl>
                                          <p:spTgt spid="15">
                                            <p:graphicEl>
                                              <a:dgm id="{02F97DDD-29D8-7341-870C-A0DFF4162F28}"/>
                                            </p:graphicEl>
                                          </p:spTgt>
                                        </p:tgtEl>
                                      </p:cBhvr>
                                    </p:animEffect>
                                  </p:childTnLst>
                                </p:cTn>
                              </p:par>
                              <p:par>
                                <p:cTn id="17" presetID="10" presetClass="entr" presetSubtype="0" fill="hold" grpId="0" nodeType="withEffect">
                                  <p:stCondLst>
                                    <p:cond delay="70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par>
                                <p:cTn id="20" presetID="10" presetClass="entr" presetSubtype="0" fill="hold" grpId="0" nodeType="withEffect">
                                  <p:stCondLst>
                                    <p:cond delay="70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grpId="0" nodeType="withEffect">
                                  <p:stCondLst>
                                    <p:cond delay="600"/>
                                  </p:stCondLst>
                                  <p:childTnLst>
                                    <p:set>
                                      <p:cBhvr>
                                        <p:cTn id="24" dur="1" fill="hold">
                                          <p:stCondLst>
                                            <p:cond delay="0"/>
                                          </p:stCondLst>
                                        </p:cTn>
                                        <p:tgtEl>
                                          <p:spTgt spid="15">
                                            <p:graphicEl>
                                              <a:dgm id="{F28DA34A-3F78-2A49-9D10-DA63C4670857}"/>
                                            </p:graphicEl>
                                          </p:spTgt>
                                        </p:tgtEl>
                                        <p:attrNameLst>
                                          <p:attrName>style.visibility</p:attrName>
                                        </p:attrNameLst>
                                      </p:cBhvr>
                                      <p:to>
                                        <p:strVal val="visible"/>
                                      </p:to>
                                    </p:set>
                                    <p:animEffect transition="in" filter="fade">
                                      <p:cBhvr>
                                        <p:cTn id="25" dur="200"/>
                                        <p:tgtEl>
                                          <p:spTgt spid="15">
                                            <p:graphicEl>
                                              <a:dgm id="{F28DA34A-3F78-2A49-9D10-DA63C4670857}"/>
                                            </p:graphicEl>
                                          </p:spTgt>
                                        </p:tgtEl>
                                      </p:cBhvr>
                                    </p:animEffect>
                                  </p:childTnLst>
                                </p:cTn>
                              </p:par>
                              <p:par>
                                <p:cTn id="26" presetID="10" presetClass="entr" presetSubtype="0" fill="hold" grpId="0" nodeType="withEffect">
                                  <p:stCondLst>
                                    <p:cond delay="90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90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15">
                                            <p:graphicEl>
                                              <a:dgm id="{B55C5231-3E17-204C-9BC9-20065CA52065}"/>
                                            </p:graphicEl>
                                          </p:spTgt>
                                        </p:tgtEl>
                                        <p:attrNameLst>
                                          <p:attrName>style.visibility</p:attrName>
                                        </p:attrNameLst>
                                      </p:cBhvr>
                                      <p:to>
                                        <p:strVal val="visible"/>
                                      </p:to>
                                    </p:set>
                                    <p:animEffect transition="in" filter="fade">
                                      <p:cBhvr>
                                        <p:cTn id="34" dur="200"/>
                                        <p:tgtEl>
                                          <p:spTgt spid="15">
                                            <p:graphicEl>
                                              <a:dgm id="{B55C5231-3E17-204C-9BC9-20065CA52065}"/>
                                            </p:graphicEl>
                                          </p:spTgt>
                                        </p:tgtEl>
                                      </p:cBhvr>
                                    </p:animEffect>
                                  </p:childTnLst>
                                </p:cTn>
                              </p:par>
                              <p:par>
                                <p:cTn id="35" presetID="10" presetClass="entr" presetSubtype="0" fill="hold" grpId="0" nodeType="withEffect">
                                  <p:stCondLst>
                                    <p:cond delay="110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grpId="0" nodeType="withEffect">
                                  <p:stCondLst>
                                    <p:cond delay="110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5" grpId="0">
        <p:bldSub>
          <a:bldDgm bld="one"/>
        </p:bldSub>
      </p:bldGraphic>
      <p:bldP spid="16" grpId="0"/>
      <p:bldP spid="17" grpId="0"/>
      <p:bldP spid="18" grpId="0"/>
      <p:bldP spid="19" grpId="0"/>
      <p:bldP spid="20" grpId="0"/>
      <p:bldP spid="21" grpId="0"/>
      <p:bldP spid="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D3F46-EE46-4E89-B126-DC23165BEB77}"/>
              </a:ext>
            </a:extLst>
          </p:cNvPr>
          <p:cNvSpPr>
            <a:spLocks noGrp="1"/>
          </p:cNvSpPr>
          <p:nvPr>
            <p:ph type="title"/>
          </p:nvPr>
        </p:nvSpPr>
        <p:spPr/>
        <p:txBody>
          <a:bodyPr/>
          <a:lstStyle/>
          <a:p>
            <a:r>
              <a:rPr lang="en-US" dirty="0"/>
              <a:t>Software Design Principles - SOLID</a:t>
            </a:r>
          </a:p>
        </p:txBody>
      </p:sp>
      <p:sp>
        <p:nvSpPr>
          <p:cNvPr id="6" name="Rectangle 5">
            <a:extLst>
              <a:ext uri="{FF2B5EF4-FFF2-40B4-BE49-F238E27FC236}">
                <a16:creationId xmlns:a16="http://schemas.microsoft.com/office/drawing/2014/main" id="{6F2F04D6-1581-42BF-9307-48B3FAF9A59C}"/>
              </a:ext>
            </a:extLst>
          </p:cNvPr>
          <p:cNvSpPr/>
          <p:nvPr/>
        </p:nvSpPr>
        <p:spPr>
          <a:xfrm>
            <a:off x="256673" y="975969"/>
            <a:ext cx="11582401" cy="4862870"/>
          </a:xfrm>
          <a:prstGeom prst="rect">
            <a:avLst/>
          </a:prstGeom>
        </p:spPr>
        <p:txBody>
          <a:bodyPr wrap="square">
            <a:spAutoFit/>
          </a:bodyPr>
          <a:lstStyle/>
          <a:p>
            <a:pPr marL="342900" indent="-342900">
              <a:buFont typeface="Wingdings" panose="05000000000000000000" pitchFamily="2" charset="2"/>
              <a:buChar char="ü"/>
            </a:pPr>
            <a:r>
              <a:rPr lang="en-US" sz="2200" dirty="0">
                <a:solidFill>
                  <a:srgbClr val="161616"/>
                </a:solidFill>
              </a:rPr>
              <a:t>In Object Oriented Programming (OOP), SOLID is an acronym, introduced by Michael Feathers, for five design principles used to make software design more understandable, flexible, and maintainable. </a:t>
            </a:r>
          </a:p>
          <a:p>
            <a:pPr marL="342900" indent="-342900">
              <a:buFont typeface="Wingdings" panose="05000000000000000000" pitchFamily="2" charset="2"/>
              <a:buChar char="ü"/>
            </a:pPr>
            <a:r>
              <a:rPr lang="en-US" sz="2200" dirty="0">
                <a:solidFill>
                  <a:srgbClr val="161616"/>
                </a:solidFill>
              </a:rPr>
              <a:t>There are five SOLID principles:</a:t>
            </a:r>
          </a:p>
          <a:p>
            <a:endParaRPr lang="en-US" sz="2200" dirty="0">
              <a:solidFill>
                <a:srgbClr val="161616"/>
              </a:solidFill>
            </a:endParaRPr>
          </a:p>
          <a:p>
            <a:pPr marL="1257347" lvl="2" indent="-342900">
              <a:buFont typeface="Wingdings" panose="05000000000000000000" pitchFamily="2" charset="2"/>
              <a:buChar char="Ø"/>
            </a:pPr>
            <a:r>
              <a:rPr lang="en-US" sz="2000" dirty="0">
                <a:solidFill>
                  <a:srgbClr val="161616"/>
                </a:solidFill>
              </a:rPr>
              <a:t>Single Responsibility Principle (SRP)</a:t>
            </a:r>
          </a:p>
          <a:p>
            <a:pPr marL="1257347" lvl="2" indent="-342900">
              <a:buFont typeface="Wingdings" panose="05000000000000000000" pitchFamily="2" charset="2"/>
              <a:buChar char="Ø"/>
            </a:pPr>
            <a:endParaRPr lang="en-US" sz="2000" dirty="0">
              <a:solidFill>
                <a:srgbClr val="161616"/>
              </a:solidFill>
            </a:endParaRPr>
          </a:p>
          <a:p>
            <a:pPr marL="1257347" lvl="2" indent="-342900">
              <a:buFont typeface="Wingdings" panose="05000000000000000000" pitchFamily="2" charset="2"/>
              <a:buChar char="Ø"/>
            </a:pPr>
            <a:r>
              <a:rPr lang="en-US" sz="2000" dirty="0">
                <a:solidFill>
                  <a:srgbClr val="161616"/>
                </a:solidFill>
              </a:rPr>
              <a:t>Open Closed Principle (OCP)</a:t>
            </a:r>
          </a:p>
          <a:p>
            <a:pPr marL="1257347" lvl="2" indent="-342900">
              <a:buFont typeface="Wingdings" panose="05000000000000000000" pitchFamily="2" charset="2"/>
              <a:buChar char="Ø"/>
            </a:pPr>
            <a:endParaRPr lang="en-US" sz="2000" dirty="0">
              <a:solidFill>
                <a:srgbClr val="161616"/>
              </a:solidFill>
            </a:endParaRPr>
          </a:p>
          <a:p>
            <a:pPr marL="1257347" lvl="2" indent="-342900">
              <a:buFont typeface="Wingdings" panose="05000000000000000000" pitchFamily="2" charset="2"/>
              <a:buChar char="Ø"/>
            </a:pPr>
            <a:r>
              <a:rPr lang="en-US" sz="2000" dirty="0" err="1">
                <a:solidFill>
                  <a:srgbClr val="161616"/>
                </a:solidFill>
              </a:rPr>
              <a:t>Liskov</a:t>
            </a:r>
            <a:r>
              <a:rPr lang="en-US" sz="2000" dirty="0">
                <a:solidFill>
                  <a:srgbClr val="161616"/>
                </a:solidFill>
              </a:rPr>
              <a:t> Substitution Principle (LSP)</a:t>
            </a:r>
          </a:p>
          <a:p>
            <a:pPr marL="1257347" lvl="2" indent="-342900">
              <a:buFont typeface="Wingdings" panose="05000000000000000000" pitchFamily="2" charset="2"/>
              <a:buChar char="Ø"/>
            </a:pPr>
            <a:endParaRPr lang="en-US" sz="2000" dirty="0">
              <a:solidFill>
                <a:srgbClr val="161616"/>
              </a:solidFill>
            </a:endParaRPr>
          </a:p>
          <a:p>
            <a:pPr marL="1257347" lvl="2" indent="-342900">
              <a:buFont typeface="Wingdings" panose="05000000000000000000" pitchFamily="2" charset="2"/>
              <a:buChar char="Ø"/>
            </a:pPr>
            <a:r>
              <a:rPr lang="en-US" sz="2000" dirty="0">
                <a:solidFill>
                  <a:srgbClr val="161616"/>
                </a:solidFill>
              </a:rPr>
              <a:t>Interface Segregation Principle (ISP)</a:t>
            </a:r>
          </a:p>
          <a:p>
            <a:pPr marL="1257347" lvl="2" indent="-342900">
              <a:buFont typeface="Wingdings" panose="05000000000000000000" pitchFamily="2" charset="2"/>
              <a:buChar char="Ø"/>
            </a:pPr>
            <a:endParaRPr lang="en-US" sz="2000" dirty="0">
              <a:solidFill>
                <a:srgbClr val="161616"/>
              </a:solidFill>
            </a:endParaRPr>
          </a:p>
          <a:p>
            <a:pPr marL="1257347" lvl="2" indent="-342900">
              <a:buFont typeface="Wingdings" panose="05000000000000000000" pitchFamily="2" charset="2"/>
              <a:buChar char="Ø"/>
            </a:pPr>
            <a:r>
              <a:rPr lang="en-US" sz="2000" dirty="0">
                <a:solidFill>
                  <a:srgbClr val="161616"/>
                </a:solidFill>
              </a:rPr>
              <a:t>Dependency Inversion Principle (DIP) </a:t>
            </a:r>
          </a:p>
          <a:p>
            <a:endParaRPr lang="en-US" sz="2000" dirty="0"/>
          </a:p>
        </p:txBody>
      </p:sp>
      <p:pic>
        <p:nvPicPr>
          <p:cNvPr id="7" name="Picture 2">
            <a:extLst>
              <a:ext uri="{FF2B5EF4-FFF2-40B4-BE49-F238E27FC236}">
                <a16:creationId xmlns:a16="http://schemas.microsoft.com/office/drawing/2014/main" id="{3CA97AAC-3E11-4258-B40B-588924FDC301}"/>
              </a:ext>
            </a:extLst>
          </p:cNvPr>
          <p:cNvPicPr>
            <a:picLocks noChangeAspect="1" noChangeArrowheads="1"/>
          </p:cNvPicPr>
          <p:nvPr/>
        </p:nvPicPr>
        <p:blipFill>
          <a:blip r:embed="rId2"/>
          <a:srcRect/>
          <a:stretch>
            <a:fillRect/>
          </a:stretch>
        </p:blipFill>
        <p:spPr bwMode="auto">
          <a:xfrm>
            <a:off x="5483728" y="1884506"/>
            <a:ext cx="5235879" cy="4188703"/>
          </a:xfrm>
          <a:prstGeom prst="rect">
            <a:avLst/>
          </a:prstGeom>
          <a:noFill/>
          <a:ln w="9525">
            <a:noFill/>
            <a:miter lim="800000"/>
            <a:headEnd/>
            <a:tailEnd/>
          </a:ln>
          <a:effectLst/>
        </p:spPr>
      </p:pic>
      <p:pic>
        <p:nvPicPr>
          <p:cNvPr id="3" name="Picture 2"/>
          <p:cNvPicPr>
            <a:picLocks noChangeAspect="1"/>
          </p:cNvPicPr>
          <p:nvPr/>
        </p:nvPicPr>
        <p:blipFill>
          <a:blip r:embed="rId3"/>
          <a:stretch>
            <a:fillRect/>
          </a:stretch>
        </p:blipFill>
        <p:spPr>
          <a:xfrm>
            <a:off x="9804865" y="2018540"/>
            <a:ext cx="2034209" cy="3920633"/>
          </a:xfrm>
          <a:prstGeom prst="rect">
            <a:avLst/>
          </a:prstGeom>
        </p:spPr>
      </p:pic>
    </p:spTree>
    <p:extLst>
      <p:ext uri="{BB962C8B-B14F-4D97-AF65-F5344CB8AC3E}">
        <p14:creationId xmlns:p14="http://schemas.microsoft.com/office/powerpoint/2010/main" val="2105745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19039E-DFCB-46F3-A3ED-E96DC091146B}"/>
              </a:ext>
            </a:extLst>
          </p:cNvPr>
          <p:cNvSpPr txBox="1"/>
          <p:nvPr/>
        </p:nvSpPr>
        <p:spPr>
          <a:xfrm>
            <a:off x="2765735" y="2818540"/>
            <a:ext cx="5671683" cy="590931"/>
          </a:xfrm>
          <a:prstGeom prst="rect">
            <a:avLst/>
          </a:prstGeom>
          <a:noFill/>
        </p:spPr>
        <p:txBody>
          <a:bodyPr wrap="square" rtlCol="0">
            <a:spAutoFit/>
          </a:bodyPr>
          <a:lstStyle/>
          <a:p>
            <a:pPr algn="ctr" defTabSz="914309">
              <a:lnSpc>
                <a:spcPct val="90000"/>
              </a:lnSpc>
              <a:spcBef>
                <a:spcPct val="0"/>
              </a:spcBef>
            </a:pPr>
            <a:r>
              <a:rPr lang="en-US" altLang="en-US" sz="3600" cap="small" dirty="0">
                <a:solidFill>
                  <a:schemeClr val="tx1">
                    <a:lumMod val="95000"/>
                    <a:lumOff val="5000"/>
                  </a:schemeClr>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OO Concept</a:t>
            </a:r>
            <a:endParaRPr lang="en-US" dirty="0"/>
          </a:p>
        </p:txBody>
      </p:sp>
    </p:spTree>
    <p:extLst>
      <p:ext uri="{BB962C8B-B14F-4D97-AF65-F5344CB8AC3E}">
        <p14:creationId xmlns:p14="http://schemas.microsoft.com/office/powerpoint/2010/main" val="3301691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558F87A4-08AD-4E90-90B0-FFDE0ED62596}"/>
              </a:ext>
            </a:extLst>
          </p:cNvPr>
          <p:cNvSpPr>
            <a:spLocks noGrp="1" noChangeArrowheads="1"/>
          </p:cNvSpPr>
          <p:nvPr>
            <p:ph type="title"/>
          </p:nvPr>
        </p:nvSpPr>
        <p:spPr>
          <a:xfrm>
            <a:off x="350278" y="360442"/>
            <a:ext cx="7774199" cy="498598"/>
          </a:xfrm>
        </p:spPr>
        <p:txBody>
          <a:bodyPr/>
          <a:lstStyle/>
          <a:p>
            <a:r>
              <a:rPr lang="en-US" altLang="en-US" dirty="0"/>
              <a:t>Classes and Objects</a:t>
            </a:r>
          </a:p>
        </p:txBody>
      </p:sp>
      <p:sp>
        <p:nvSpPr>
          <p:cNvPr id="3075" name="Rectangle 3">
            <a:extLst>
              <a:ext uri="{FF2B5EF4-FFF2-40B4-BE49-F238E27FC236}">
                <a16:creationId xmlns:a16="http://schemas.microsoft.com/office/drawing/2014/main" id="{0C6307DD-4098-4E65-BCB4-5953BD262935}"/>
              </a:ext>
            </a:extLst>
          </p:cNvPr>
          <p:cNvSpPr>
            <a:spLocks noGrp="1" noChangeArrowheads="1"/>
          </p:cNvSpPr>
          <p:nvPr>
            <p:ph type="body" idx="1"/>
          </p:nvPr>
        </p:nvSpPr>
        <p:spPr>
          <a:xfrm>
            <a:off x="350278" y="1012779"/>
            <a:ext cx="11464351" cy="5585729"/>
          </a:xfrm>
        </p:spPr>
        <p:txBody>
          <a:bodyPr>
            <a:normAutofit fontScale="85000" lnSpcReduction="10000"/>
          </a:bodyPr>
          <a:lstStyle/>
          <a:p>
            <a:pPr marL="347663" indent="-347663">
              <a:lnSpc>
                <a:spcPct val="170000"/>
              </a:lnSpc>
              <a:buFont typeface="Wingdings" pitchFamily="2" charset="2"/>
              <a:buChar char="ü"/>
            </a:pPr>
            <a:r>
              <a:rPr lang="en-US" sz="2800" dirty="0"/>
              <a:t>A </a:t>
            </a:r>
            <a:r>
              <a:rPr lang="en-US" sz="2800" b="1" dirty="0"/>
              <a:t>class</a:t>
            </a:r>
            <a:r>
              <a:rPr lang="en-US" sz="2800" dirty="0"/>
              <a:t> is a template for objects. </a:t>
            </a:r>
          </a:p>
          <a:p>
            <a:pPr marL="347663" indent="-347663">
              <a:lnSpc>
                <a:spcPct val="170000"/>
              </a:lnSpc>
              <a:buFont typeface="Wingdings" pitchFamily="2" charset="2"/>
              <a:buChar char="ü"/>
            </a:pPr>
            <a:r>
              <a:rPr lang="en-US" sz="2800" dirty="0"/>
              <a:t>A </a:t>
            </a:r>
            <a:r>
              <a:rPr lang="en-US" sz="2800" b="1" dirty="0"/>
              <a:t>class</a:t>
            </a:r>
            <a:r>
              <a:rPr lang="en-US" sz="2800" dirty="0"/>
              <a:t> defines object properties including a valid range of values, and a default value. </a:t>
            </a:r>
          </a:p>
          <a:p>
            <a:pPr marL="347663" indent="-347663">
              <a:lnSpc>
                <a:spcPct val="170000"/>
              </a:lnSpc>
              <a:buFont typeface="Wingdings" pitchFamily="2" charset="2"/>
              <a:buChar char="ü"/>
            </a:pPr>
            <a:r>
              <a:rPr lang="en-US" sz="2800" dirty="0"/>
              <a:t>A </a:t>
            </a:r>
            <a:r>
              <a:rPr lang="en-US" sz="2800" b="1" dirty="0"/>
              <a:t>class</a:t>
            </a:r>
            <a:r>
              <a:rPr lang="en-US" sz="2800" dirty="0"/>
              <a:t> also describes object behavior. </a:t>
            </a:r>
          </a:p>
          <a:p>
            <a:pPr marL="347663" indent="-347663">
              <a:lnSpc>
                <a:spcPct val="170000"/>
              </a:lnSpc>
              <a:buFont typeface="Wingdings" pitchFamily="2" charset="2"/>
              <a:buChar char="ü"/>
            </a:pPr>
            <a:r>
              <a:rPr lang="en-US" sz="2800" dirty="0"/>
              <a:t>An </a:t>
            </a:r>
            <a:r>
              <a:rPr lang="en-US" sz="2800" b="1" dirty="0"/>
              <a:t>object </a:t>
            </a:r>
            <a:r>
              <a:rPr lang="en-US" sz="2800" dirty="0"/>
              <a:t>is a member or an "instance" of a class. </a:t>
            </a:r>
          </a:p>
          <a:p>
            <a:pPr marL="347663" indent="-347663">
              <a:lnSpc>
                <a:spcPct val="170000"/>
              </a:lnSpc>
              <a:buFont typeface="Wingdings" pitchFamily="2" charset="2"/>
              <a:buChar char="ü"/>
            </a:pPr>
            <a:r>
              <a:rPr lang="en-US" sz="2800" dirty="0"/>
              <a:t>An </a:t>
            </a:r>
            <a:r>
              <a:rPr lang="en-US" sz="2800" b="1" dirty="0"/>
              <a:t>object</a:t>
            </a:r>
            <a:r>
              <a:rPr lang="en-US" sz="2800" dirty="0"/>
              <a:t> has a state in which all of its properties have values that you either explicitly define or that are defined by default settings</a:t>
            </a:r>
          </a:p>
          <a:p>
            <a:pPr>
              <a:lnSpc>
                <a:spcPct val="170000"/>
              </a:lnSpc>
              <a:buFont typeface="Wingdings" panose="05000000000000000000" pitchFamily="2" charset="2"/>
              <a:buChar char="ü"/>
            </a:pPr>
            <a:r>
              <a:rPr lang="en-US" altLang="en-US" sz="2800" dirty="0"/>
              <a:t>Objects are generated by the classes and they actually contain values.</a:t>
            </a:r>
          </a:p>
          <a:p>
            <a:pPr>
              <a:lnSpc>
                <a:spcPct val="170000"/>
              </a:lnSpc>
              <a:buFont typeface="Wingdings" panose="05000000000000000000" pitchFamily="2" charset="2"/>
              <a:buChar char="ü"/>
            </a:pPr>
            <a:r>
              <a:rPr lang="en-US" altLang="en-US" sz="2800" dirty="0"/>
              <a:t>We design an application at the class level.</a:t>
            </a:r>
          </a:p>
          <a:p>
            <a:pPr marL="347663" indent="-347663">
              <a:buNone/>
            </a:pP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9A8E60A9-8E6C-4A34-B8BC-14E6CFD4E06E}"/>
              </a:ext>
            </a:extLst>
          </p:cNvPr>
          <p:cNvSpPr>
            <a:spLocks noGrp="1" noChangeArrowheads="1"/>
          </p:cNvSpPr>
          <p:nvPr>
            <p:ph type="title"/>
          </p:nvPr>
        </p:nvSpPr>
        <p:spPr>
          <a:xfrm>
            <a:off x="400214" y="360442"/>
            <a:ext cx="7774199" cy="498598"/>
          </a:xfrm>
        </p:spPr>
        <p:txBody>
          <a:bodyPr/>
          <a:lstStyle/>
          <a:p>
            <a:r>
              <a:rPr lang="en-US" dirty="0"/>
              <a:t>Let's take an example</a:t>
            </a:r>
            <a:endParaRPr lang="en-US" altLang="en-US" dirty="0"/>
          </a:p>
        </p:txBody>
      </p:sp>
      <p:sp>
        <p:nvSpPr>
          <p:cNvPr id="54" name="Rectangle 53"/>
          <p:cNvSpPr/>
          <p:nvPr/>
        </p:nvSpPr>
        <p:spPr>
          <a:xfrm>
            <a:off x="238897" y="1054443"/>
            <a:ext cx="11508260" cy="1200329"/>
          </a:xfrm>
          <a:prstGeom prst="rect">
            <a:avLst/>
          </a:prstGeom>
        </p:spPr>
        <p:txBody>
          <a:bodyPr wrap="square">
            <a:spAutoFit/>
          </a:bodyPr>
          <a:lstStyle/>
          <a:p>
            <a:r>
              <a:rPr lang="en-US" sz="2400" dirty="0"/>
              <a:t>We want to develop device management system, for example Mobile phone. </a:t>
            </a:r>
          </a:p>
          <a:p>
            <a:r>
              <a:rPr lang="en-US" sz="2400" dirty="0"/>
              <a:t>how you design such software?</a:t>
            </a:r>
          </a:p>
          <a:p>
            <a:r>
              <a:rPr lang="en-US" sz="2400" dirty="0"/>
              <a:t>Let’s start with few mobiles</a:t>
            </a:r>
          </a:p>
        </p:txBody>
      </p:sp>
      <p:pic>
        <p:nvPicPr>
          <p:cNvPr id="14338" name="Picture 2" descr="Samsung Galaxy F52 5G&#10;MORE PICTURES"/>
          <p:cNvPicPr>
            <a:picLocks noChangeAspect="1" noChangeArrowheads="1"/>
          </p:cNvPicPr>
          <p:nvPr/>
        </p:nvPicPr>
        <p:blipFill>
          <a:blip r:embed="rId2"/>
          <a:srcRect/>
          <a:stretch>
            <a:fillRect/>
          </a:stretch>
        </p:blipFill>
        <p:spPr bwMode="auto">
          <a:xfrm>
            <a:off x="2388029" y="2993435"/>
            <a:ext cx="1524000" cy="2019301"/>
          </a:xfrm>
          <a:prstGeom prst="rect">
            <a:avLst/>
          </a:prstGeom>
          <a:noFill/>
        </p:spPr>
      </p:pic>
      <p:pic>
        <p:nvPicPr>
          <p:cNvPr id="14340" name="Picture 4" descr="Apple iPhone 12 Pro Max&#10;MORE PICTURES"/>
          <p:cNvPicPr>
            <a:picLocks noChangeAspect="1" noChangeArrowheads="1"/>
          </p:cNvPicPr>
          <p:nvPr/>
        </p:nvPicPr>
        <p:blipFill>
          <a:blip r:embed="rId3"/>
          <a:srcRect/>
          <a:stretch>
            <a:fillRect/>
          </a:stretch>
        </p:blipFill>
        <p:spPr bwMode="auto">
          <a:xfrm>
            <a:off x="4356872" y="2993435"/>
            <a:ext cx="1524000" cy="2019301"/>
          </a:xfrm>
          <a:prstGeom prst="rect">
            <a:avLst/>
          </a:prstGeom>
          <a:noFill/>
        </p:spPr>
      </p:pic>
      <p:pic>
        <p:nvPicPr>
          <p:cNvPr id="14342" name="Picture 6" descr="Huawei P40 4G&#10;MORE PICTURES"/>
          <p:cNvPicPr>
            <a:picLocks noChangeAspect="1" noChangeArrowheads="1"/>
          </p:cNvPicPr>
          <p:nvPr/>
        </p:nvPicPr>
        <p:blipFill>
          <a:blip r:embed="rId4"/>
          <a:srcRect/>
          <a:stretch>
            <a:fillRect/>
          </a:stretch>
        </p:blipFill>
        <p:spPr bwMode="auto">
          <a:xfrm>
            <a:off x="6325716" y="2993435"/>
            <a:ext cx="1524000" cy="2019301"/>
          </a:xfrm>
          <a:prstGeom prst="rect">
            <a:avLst/>
          </a:prstGeom>
          <a:noFill/>
        </p:spPr>
      </p:pic>
      <p:pic>
        <p:nvPicPr>
          <p:cNvPr id="14344" name="Picture 8" descr="Xiaomi Mi 11 Ultra&#10;MORE PICTURES"/>
          <p:cNvPicPr>
            <a:picLocks noChangeAspect="1" noChangeArrowheads="1"/>
          </p:cNvPicPr>
          <p:nvPr/>
        </p:nvPicPr>
        <p:blipFill>
          <a:blip r:embed="rId5"/>
          <a:srcRect/>
          <a:stretch>
            <a:fillRect/>
          </a:stretch>
        </p:blipFill>
        <p:spPr bwMode="auto">
          <a:xfrm>
            <a:off x="8360461" y="2993435"/>
            <a:ext cx="1524000" cy="2019301"/>
          </a:xfrm>
          <a:prstGeom prst="rect">
            <a:avLst/>
          </a:prstGeom>
          <a:noFill/>
        </p:spPr>
      </p:pic>
      <p:sp>
        <p:nvSpPr>
          <p:cNvPr id="59" name="Rectangle 58"/>
          <p:cNvSpPr/>
          <p:nvPr/>
        </p:nvSpPr>
        <p:spPr>
          <a:xfrm>
            <a:off x="4161042" y="5151390"/>
            <a:ext cx="3439660" cy="461665"/>
          </a:xfrm>
          <a:prstGeom prst="rect">
            <a:avLst/>
          </a:prstGeom>
        </p:spPr>
        <p:txBody>
          <a:bodyPr wrap="none">
            <a:spAutoFit/>
          </a:bodyPr>
          <a:lstStyle/>
          <a:p>
            <a:r>
              <a:rPr lang="en-US" sz="2400" dirty="0"/>
              <a:t>Figure out few differences</a:t>
            </a:r>
          </a:p>
        </p:txBody>
      </p:sp>
      <p:sp>
        <p:nvSpPr>
          <p:cNvPr id="60" name="Rectangle 59"/>
          <p:cNvSpPr/>
          <p:nvPr/>
        </p:nvSpPr>
        <p:spPr>
          <a:xfrm>
            <a:off x="2146272" y="5530331"/>
            <a:ext cx="7227300" cy="461665"/>
          </a:xfrm>
          <a:prstGeom prst="rect">
            <a:avLst/>
          </a:prstGeom>
        </p:spPr>
        <p:txBody>
          <a:bodyPr wrap="none">
            <a:spAutoFit/>
          </a:bodyPr>
          <a:lstStyle/>
          <a:p>
            <a:r>
              <a:rPr lang="en-US" sz="2400" dirty="0"/>
              <a:t>These also can be listed as their  common characteristics</a:t>
            </a:r>
          </a:p>
        </p:txBody>
      </p:sp>
      <p:sp>
        <p:nvSpPr>
          <p:cNvPr id="61" name="Rectangle 60"/>
          <p:cNvSpPr/>
          <p:nvPr/>
        </p:nvSpPr>
        <p:spPr>
          <a:xfrm>
            <a:off x="1377171" y="5975988"/>
            <a:ext cx="9007402" cy="461665"/>
          </a:xfrm>
          <a:prstGeom prst="rect">
            <a:avLst/>
          </a:prstGeom>
        </p:spPr>
        <p:txBody>
          <a:bodyPr wrap="none">
            <a:spAutoFit/>
          </a:bodyPr>
          <a:lstStyle/>
          <a:p>
            <a:r>
              <a:rPr lang="en-US" sz="2400" dirty="0"/>
              <a:t>Figure out few common action that can be performed by these devices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3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34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34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34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0" grpId="0"/>
      <p:bldP spid="6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amsung Galaxy F52 5G&#10;MORE PICTURES"/>
          <p:cNvPicPr>
            <a:picLocks noChangeAspect="1" noChangeArrowheads="1"/>
          </p:cNvPicPr>
          <p:nvPr/>
        </p:nvPicPr>
        <p:blipFill>
          <a:blip r:embed="rId2"/>
          <a:srcRect/>
          <a:stretch>
            <a:fillRect/>
          </a:stretch>
        </p:blipFill>
        <p:spPr bwMode="auto">
          <a:xfrm>
            <a:off x="612772" y="1406447"/>
            <a:ext cx="1524000" cy="2019301"/>
          </a:xfrm>
          <a:prstGeom prst="rect">
            <a:avLst/>
          </a:prstGeom>
          <a:noFill/>
        </p:spPr>
      </p:pic>
      <p:pic>
        <p:nvPicPr>
          <p:cNvPr id="5" name="Picture 4" descr="Apple iPhone 12 Pro Max&#10;MORE PICTURES"/>
          <p:cNvPicPr>
            <a:picLocks noChangeAspect="1" noChangeArrowheads="1"/>
          </p:cNvPicPr>
          <p:nvPr/>
        </p:nvPicPr>
        <p:blipFill>
          <a:blip r:embed="rId3"/>
          <a:srcRect/>
          <a:stretch>
            <a:fillRect/>
          </a:stretch>
        </p:blipFill>
        <p:spPr bwMode="auto">
          <a:xfrm>
            <a:off x="2581615" y="1406447"/>
            <a:ext cx="1524000" cy="2019301"/>
          </a:xfrm>
          <a:prstGeom prst="rect">
            <a:avLst/>
          </a:prstGeom>
          <a:noFill/>
        </p:spPr>
      </p:pic>
      <p:pic>
        <p:nvPicPr>
          <p:cNvPr id="6" name="Picture 6" descr="Huawei P40 4G&#10;MORE PICTURES"/>
          <p:cNvPicPr>
            <a:picLocks noChangeAspect="1" noChangeArrowheads="1"/>
          </p:cNvPicPr>
          <p:nvPr/>
        </p:nvPicPr>
        <p:blipFill>
          <a:blip r:embed="rId4"/>
          <a:srcRect/>
          <a:stretch>
            <a:fillRect/>
          </a:stretch>
        </p:blipFill>
        <p:spPr bwMode="auto">
          <a:xfrm>
            <a:off x="4550459" y="1406447"/>
            <a:ext cx="1524000" cy="2019301"/>
          </a:xfrm>
          <a:prstGeom prst="rect">
            <a:avLst/>
          </a:prstGeom>
          <a:noFill/>
        </p:spPr>
      </p:pic>
      <p:pic>
        <p:nvPicPr>
          <p:cNvPr id="7" name="Picture 8" descr="Xiaomi Mi 11 Ultra&#10;MORE PICTURES"/>
          <p:cNvPicPr>
            <a:picLocks noChangeAspect="1" noChangeArrowheads="1"/>
          </p:cNvPicPr>
          <p:nvPr/>
        </p:nvPicPr>
        <p:blipFill>
          <a:blip r:embed="rId5"/>
          <a:srcRect/>
          <a:stretch>
            <a:fillRect/>
          </a:stretch>
        </p:blipFill>
        <p:spPr bwMode="auto">
          <a:xfrm>
            <a:off x="6585204" y="1406447"/>
            <a:ext cx="1524000" cy="2019301"/>
          </a:xfrm>
          <a:prstGeom prst="rect">
            <a:avLst/>
          </a:prstGeom>
          <a:noFill/>
        </p:spPr>
      </p:pic>
      <p:sp>
        <p:nvSpPr>
          <p:cNvPr id="10" name="Rectangle 2">
            <a:extLst>
              <a:ext uri="{FF2B5EF4-FFF2-40B4-BE49-F238E27FC236}">
                <a16:creationId xmlns:a16="http://schemas.microsoft.com/office/drawing/2014/main" id="{9A8E60A9-8E6C-4A34-B8BC-14E6CFD4E06E}"/>
              </a:ext>
            </a:extLst>
          </p:cNvPr>
          <p:cNvSpPr>
            <a:spLocks noGrp="1" noChangeArrowheads="1"/>
          </p:cNvSpPr>
          <p:nvPr>
            <p:ph type="title"/>
          </p:nvPr>
        </p:nvSpPr>
        <p:spPr/>
        <p:txBody>
          <a:bodyPr/>
          <a:lstStyle/>
          <a:p>
            <a:r>
              <a:rPr lang="en-US" dirty="0"/>
              <a:t>Let's take an example</a:t>
            </a:r>
            <a:endParaRPr lang="en-US" altLang="en-US" dirty="0"/>
          </a:p>
        </p:txBody>
      </p:sp>
      <p:pic>
        <p:nvPicPr>
          <p:cNvPr id="11" name="Picture 2" descr="Samsung Galaxy F52 5G&#10;MORE PICTURES"/>
          <p:cNvPicPr>
            <a:picLocks noChangeAspect="1" noChangeArrowheads="1"/>
          </p:cNvPicPr>
          <p:nvPr/>
        </p:nvPicPr>
        <p:blipFill>
          <a:blip r:embed="rId2"/>
          <a:srcRect/>
          <a:stretch>
            <a:fillRect/>
          </a:stretch>
        </p:blipFill>
        <p:spPr bwMode="auto">
          <a:xfrm>
            <a:off x="612772" y="4606835"/>
            <a:ext cx="1524000" cy="2019301"/>
          </a:xfrm>
          <a:prstGeom prst="rect">
            <a:avLst/>
          </a:prstGeom>
          <a:noFill/>
        </p:spPr>
      </p:pic>
      <p:pic>
        <p:nvPicPr>
          <p:cNvPr id="12" name="Picture 11" descr="Apple iPhone 12 Pro Max&#10;MORE PICTURES"/>
          <p:cNvPicPr>
            <a:picLocks noChangeAspect="1" noChangeArrowheads="1"/>
          </p:cNvPicPr>
          <p:nvPr/>
        </p:nvPicPr>
        <p:blipFill>
          <a:blip r:embed="rId3"/>
          <a:srcRect/>
          <a:stretch>
            <a:fillRect/>
          </a:stretch>
        </p:blipFill>
        <p:spPr bwMode="auto">
          <a:xfrm>
            <a:off x="2581615" y="4606835"/>
            <a:ext cx="1524000" cy="2019301"/>
          </a:xfrm>
          <a:prstGeom prst="rect">
            <a:avLst/>
          </a:prstGeom>
          <a:noFill/>
        </p:spPr>
      </p:pic>
      <p:pic>
        <p:nvPicPr>
          <p:cNvPr id="13" name="Picture 6" descr="Huawei P40 4G&#10;MORE PICTURES"/>
          <p:cNvPicPr>
            <a:picLocks noChangeAspect="1" noChangeArrowheads="1"/>
          </p:cNvPicPr>
          <p:nvPr/>
        </p:nvPicPr>
        <p:blipFill>
          <a:blip r:embed="rId4"/>
          <a:srcRect/>
          <a:stretch>
            <a:fillRect/>
          </a:stretch>
        </p:blipFill>
        <p:spPr bwMode="auto">
          <a:xfrm>
            <a:off x="4550459" y="4606835"/>
            <a:ext cx="1524000" cy="2019301"/>
          </a:xfrm>
          <a:prstGeom prst="rect">
            <a:avLst/>
          </a:prstGeom>
          <a:noFill/>
        </p:spPr>
      </p:pic>
      <p:pic>
        <p:nvPicPr>
          <p:cNvPr id="14" name="Picture 8" descr="Xiaomi Mi 11 Ultra&#10;MORE PICTURES"/>
          <p:cNvPicPr>
            <a:picLocks noChangeAspect="1" noChangeArrowheads="1"/>
          </p:cNvPicPr>
          <p:nvPr/>
        </p:nvPicPr>
        <p:blipFill>
          <a:blip r:embed="rId5"/>
          <a:srcRect/>
          <a:stretch>
            <a:fillRect/>
          </a:stretch>
        </p:blipFill>
        <p:spPr bwMode="auto">
          <a:xfrm>
            <a:off x="6585204" y="4606835"/>
            <a:ext cx="1524000" cy="2019301"/>
          </a:xfrm>
          <a:prstGeom prst="rect">
            <a:avLst/>
          </a:prstGeom>
          <a:noFill/>
        </p:spPr>
      </p:pic>
      <p:sp>
        <p:nvSpPr>
          <p:cNvPr id="15" name="Rectangle 2">
            <a:extLst>
              <a:ext uri="{FF2B5EF4-FFF2-40B4-BE49-F238E27FC236}">
                <a16:creationId xmlns:a16="http://schemas.microsoft.com/office/drawing/2014/main" id="{9A8E60A9-8E6C-4A34-B8BC-14E6CFD4E06E}"/>
              </a:ext>
            </a:extLst>
          </p:cNvPr>
          <p:cNvSpPr txBox="1">
            <a:spLocks noChangeArrowheads="1"/>
          </p:cNvSpPr>
          <p:nvPr/>
        </p:nvSpPr>
        <p:spPr>
          <a:xfrm>
            <a:off x="612772" y="921627"/>
            <a:ext cx="5610912" cy="512448"/>
          </a:xfrm>
          <a:prstGeom prst="rect">
            <a:avLst/>
          </a:prstGeom>
        </p:spPr>
        <p:txBody>
          <a:bodyPr vert="horz" wrap="square" lIns="0" tIns="0" rIns="0" bIns="0" rtlCol="0" anchor="t" anchorCtr="0">
            <a:spAutoFit/>
          </a:bodyPr>
          <a:lstStyle/>
          <a:p>
            <a:pPr marL="0" marR="0" lvl="0" indent="0" algn="l" defTabSz="914309" rtl="0" eaLnBrk="1" fontAlgn="auto" latinLnBrk="0" hangingPunct="1">
              <a:lnSpc>
                <a:spcPct val="90000"/>
              </a:lnSpc>
              <a:spcBef>
                <a:spcPct val="0"/>
              </a:spcBef>
              <a:spcAft>
                <a:spcPts val="0"/>
              </a:spcAft>
              <a:buClrTx/>
              <a:buSzTx/>
              <a:buFontTx/>
              <a:buNone/>
              <a:tabLst/>
              <a:defRPr/>
            </a:pPr>
            <a:r>
              <a:rPr lang="en-US" altLang="en-US" sz="3600" b="1" cap="small" dirty="0">
                <a:solidFill>
                  <a:srgbClr val="C0000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Common Characteristics</a:t>
            </a:r>
            <a:endParaRPr kumimoji="0" lang="en-US" altLang="en-US" sz="3600" b="1" i="0" u="none" strike="noStrike" kern="1200" cap="small" spc="0" normalizeH="0" baseline="0" noProof="0" dirty="0">
              <a:ln>
                <a:noFill/>
              </a:ln>
              <a:solidFill>
                <a:srgbClr val="C00000"/>
              </a:solidFill>
              <a:effectLst>
                <a:outerShdw blurRad="38100" dist="38100" dir="2700000" algn="tl">
                  <a:srgbClr val="000000">
                    <a:alpha val="43137"/>
                  </a:srgbClr>
                </a:outerShdw>
              </a:effectLst>
              <a:uLnTx/>
              <a:uFillTx/>
              <a:latin typeface="Bradley Hand ITC" pitchFamily="66" charset="0"/>
              <a:ea typeface="Tahoma" panose="020B0604030504040204" pitchFamily="34" charset="0"/>
              <a:cs typeface="Tahoma" panose="020B0604030504040204" pitchFamily="34" charset="0"/>
            </a:endParaRPr>
          </a:p>
        </p:txBody>
      </p:sp>
      <p:sp>
        <p:nvSpPr>
          <p:cNvPr id="16" name="Rectangle 2">
            <a:extLst>
              <a:ext uri="{FF2B5EF4-FFF2-40B4-BE49-F238E27FC236}">
                <a16:creationId xmlns:a16="http://schemas.microsoft.com/office/drawing/2014/main" id="{9A8E60A9-8E6C-4A34-B8BC-14E6CFD4E06E}"/>
              </a:ext>
            </a:extLst>
          </p:cNvPr>
          <p:cNvSpPr txBox="1">
            <a:spLocks noChangeArrowheads="1"/>
          </p:cNvSpPr>
          <p:nvPr/>
        </p:nvSpPr>
        <p:spPr>
          <a:xfrm>
            <a:off x="612772" y="4094387"/>
            <a:ext cx="5610912" cy="512448"/>
          </a:xfrm>
          <a:prstGeom prst="rect">
            <a:avLst/>
          </a:prstGeom>
        </p:spPr>
        <p:txBody>
          <a:bodyPr vert="horz" wrap="square" lIns="0" tIns="0" rIns="0" bIns="0" rtlCol="0" anchor="t" anchorCtr="0">
            <a:spAutoFit/>
          </a:bodyPr>
          <a:lstStyle/>
          <a:p>
            <a:pPr marL="0" marR="0" lvl="0" indent="0" algn="l" defTabSz="914309" rtl="0" eaLnBrk="1" fontAlgn="auto" latinLnBrk="0" hangingPunct="1">
              <a:lnSpc>
                <a:spcPct val="90000"/>
              </a:lnSpc>
              <a:spcBef>
                <a:spcPct val="0"/>
              </a:spcBef>
              <a:spcAft>
                <a:spcPts val="0"/>
              </a:spcAft>
              <a:buClrTx/>
              <a:buSzTx/>
              <a:buFontTx/>
              <a:buNone/>
              <a:tabLst/>
              <a:defRPr/>
            </a:pPr>
            <a:r>
              <a:rPr lang="en-US" altLang="en-US" sz="3600" b="1" cap="small" dirty="0">
                <a:solidFill>
                  <a:srgbClr val="C0000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Common action</a:t>
            </a:r>
            <a:endParaRPr kumimoji="0" lang="en-US" altLang="en-US" sz="3600" b="1" i="0" u="none" strike="noStrike" kern="1200" cap="small" spc="0" normalizeH="0" baseline="0" noProof="0" dirty="0">
              <a:ln>
                <a:noFill/>
              </a:ln>
              <a:solidFill>
                <a:srgbClr val="C00000"/>
              </a:solidFill>
              <a:effectLst>
                <a:outerShdw blurRad="38100" dist="38100" dir="2700000" algn="tl">
                  <a:srgbClr val="000000">
                    <a:alpha val="43137"/>
                  </a:srgbClr>
                </a:outerShdw>
              </a:effectLst>
              <a:uLnTx/>
              <a:uFillTx/>
              <a:latin typeface="Bradley Hand ITC" pitchFamily="66" charset="0"/>
              <a:ea typeface="Tahoma" panose="020B0604030504040204" pitchFamily="34" charset="0"/>
              <a:cs typeface="Tahoma" panose="020B0604030504040204" pitchFamily="34" charset="0"/>
            </a:endParaRPr>
          </a:p>
        </p:txBody>
      </p:sp>
      <p:sp>
        <p:nvSpPr>
          <p:cNvPr id="17" name="Rectangle 2">
            <a:extLst>
              <a:ext uri="{FF2B5EF4-FFF2-40B4-BE49-F238E27FC236}">
                <a16:creationId xmlns:a16="http://schemas.microsoft.com/office/drawing/2014/main" id="{9A8E60A9-8E6C-4A34-B8BC-14E6CFD4E06E}"/>
              </a:ext>
            </a:extLst>
          </p:cNvPr>
          <p:cNvSpPr txBox="1">
            <a:spLocks noChangeArrowheads="1"/>
          </p:cNvSpPr>
          <p:nvPr/>
        </p:nvSpPr>
        <p:spPr>
          <a:xfrm>
            <a:off x="8289583" y="1434075"/>
            <a:ext cx="3737660" cy="1661993"/>
          </a:xfrm>
          <a:prstGeom prst="rect">
            <a:avLst/>
          </a:prstGeom>
        </p:spPr>
        <p:txBody>
          <a:bodyPr vert="horz" wrap="square" lIns="0" tIns="0" rIns="0" bIns="0" rtlCol="0" anchor="t" anchorCtr="0">
            <a:spAutoFit/>
          </a:bodyPr>
          <a:lstStyle/>
          <a:p>
            <a:pPr marL="0" marR="0" lvl="0" indent="0" algn="l" defTabSz="914309" rtl="0" eaLnBrk="1" fontAlgn="auto" latinLnBrk="0" hangingPunct="1">
              <a:lnSpc>
                <a:spcPct val="90000"/>
              </a:lnSpc>
              <a:spcBef>
                <a:spcPct val="0"/>
              </a:spcBef>
              <a:spcAft>
                <a:spcPts val="0"/>
              </a:spcAft>
              <a:buClrTx/>
              <a:buSzTx/>
              <a:buFont typeface="Wingdings" pitchFamily="2" charset="2"/>
              <a:buChar char="ü"/>
              <a:tabLst/>
              <a:defRPr/>
            </a:pPr>
            <a:r>
              <a:rPr lang="en-US" altLang="en-US" sz="24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Manufacturer</a:t>
            </a:r>
          </a:p>
          <a:p>
            <a:pPr marL="0" marR="0" lvl="0" indent="0" algn="l" defTabSz="914309" rtl="0" eaLnBrk="1" fontAlgn="auto" latinLnBrk="0" hangingPunct="1">
              <a:lnSpc>
                <a:spcPct val="90000"/>
              </a:lnSpc>
              <a:spcBef>
                <a:spcPct val="0"/>
              </a:spcBef>
              <a:spcAft>
                <a:spcPts val="0"/>
              </a:spcAft>
              <a:buClrTx/>
              <a:buSzTx/>
              <a:buFont typeface="Wingdings" pitchFamily="2" charset="2"/>
              <a:buChar char="ü"/>
              <a:tabLst/>
              <a:defRPr/>
            </a:pPr>
            <a:r>
              <a:rPr lang="en-US" altLang="en-US" sz="24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Dimension</a:t>
            </a:r>
          </a:p>
          <a:p>
            <a:pPr marL="0" marR="0" lvl="0" indent="0" algn="l" defTabSz="914309" rtl="0" eaLnBrk="1" fontAlgn="auto" latinLnBrk="0" hangingPunct="1">
              <a:lnSpc>
                <a:spcPct val="90000"/>
              </a:lnSpc>
              <a:spcBef>
                <a:spcPct val="0"/>
              </a:spcBef>
              <a:spcAft>
                <a:spcPts val="0"/>
              </a:spcAft>
              <a:buClrTx/>
              <a:buSzTx/>
              <a:buFont typeface="Wingdings" pitchFamily="2" charset="2"/>
              <a:buChar char="ü"/>
              <a:tabLst/>
              <a:defRPr/>
            </a:pPr>
            <a:r>
              <a:rPr lang="en-US" altLang="en-US" sz="24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No. of Camera</a:t>
            </a:r>
          </a:p>
          <a:p>
            <a:pPr marL="0" marR="0" lvl="0" indent="0" algn="l" defTabSz="914309" rtl="0" eaLnBrk="1" fontAlgn="auto" latinLnBrk="0" hangingPunct="1">
              <a:lnSpc>
                <a:spcPct val="90000"/>
              </a:lnSpc>
              <a:spcBef>
                <a:spcPct val="0"/>
              </a:spcBef>
              <a:spcAft>
                <a:spcPts val="0"/>
              </a:spcAft>
              <a:buClrTx/>
              <a:buSzTx/>
              <a:buFont typeface="Wingdings" pitchFamily="2" charset="2"/>
              <a:buChar char="ü"/>
              <a:tabLst/>
              <a:defRPr/>
            </a:pPr>
            <a:r>
              <a:rPr lang="en-US" altLang="en-US" sz="24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No. of Sim supported</a:t>
            </a:r>
          </a:p>
          <a:p>
            <a:pPr marL="0" marR="0" lvl="0" indent="0" algn="l" defTabSz="914309" rtl="0" eaLnBrk="1" fontAlgn="auto" latinLnBrk="0" hangingPunct="1">
              <a:lnSpc>
                <a:spcPct val="90000"/>
              </a:lnSpc>
              <a:spcBef>
                <a:spcPct val="0"/>
              </a:spcBef>
              <a:spcAft>
                <a:spcPts val="0"/>
              </a:spcAft>
              <a:buClrTx/>
              <a:buSzTx/>
              <a:buFont typeface="Wingdings" pitchFamily="2" charset="2"/>
              <a:buChar char="ü"/>
              <a:tabLst/>
              <a:defRPr/>
            </a:pPr>
            <a:r>
              <a:rPr lang="en-US" altLang="en-US" sz="24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Price</a:t>
            </a:r>
          </a:p>
        </p:txBody>
      </p:sp>
      <p:sp>
        <p:nvSpPr>
          <p:cNvPr id="18" name="Rectangle 2">
            <a:extLst>
              <a:ext uri="{FF2B5EF4-FFF2-40B4-BE49-F238E27FC236}">
                <a16:creationId xmlns:a16="http://schemas.microsoft.com/office/drawing/2014/main" id="{9A8E60A9-8E6C-4A34-B8BC-14E6CFD4E06E}"/>
              </a:ext>
            </a:extLst>
          </p:cNvPr>
          <p:cNvSpPr txBox="1">
            <a:spLocks noChangeArrowheads="1"/>
          </p:cNvSpPr>
          <p:nvPr/>
        </p:nvSpPr>
        <p:spPr>
          <a:xfrm>
            <a:off x="8289583" y="4606835"/>
            <a:ext cx="2785334" cy="1329595"/>
          </a:xfrm>
          <a:prstGeom prst="rect">
            <a:avLst/>
          </a:prstGeom>
        </p:spPr>
        <p:txBody>
          <a:bodyPr vert="horz" wrap="square" lIns="0" tIns="0" rIns="0" bIns="0" rtlCol="0" anchor="t" anchorCtr="0">
            <a:spAutoFit/>
          </a:bodyPr>
          <a:lstStyle/>
          <a:p>
            <a:pPr marL="0" marR="0" lvl="0" indent="0" algn="l" defTabSz="914309" rtl="0" eaLnBrk="1" fontAlgn="auto" latinLnBrk="0" hangingPunct="1">
              <a:lnSpc>
                <a:spcPct val="90000"/>
              </a:lnSpc>
              <a:spcBef>
                <a:spcPct val="0"/>
              </a:spcBef>
              <a:spcAft>
                <a:spcPts val="0"/>
              </a:spcAft>
              <a:buClrTx/>
              <a:buSzTx/>
              <a:buFont typeface="Wingdings" pitchFamily="2" charset="2"/>
              <a:buChar char="ü"/>
              <a:tabLst/>
              <a:defRPr/>
            </a:pPr>
            <a:r>
              <a:rPr lang="en-US" altLang="en-US" sz="24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Make call</a:t>
            </a:r>
          </a:p>
          <a:p>
            <a:pPr marL="0" marR="0" lvl="0" indent="0" algn="l" defTabSz="914309" rtl="0" eaLnBrk="1" fontAlgn="auto" latinLnBrk="0" hangingPunct="1">
              <a:lnSpc>
                <a:spcPct val="90000"/>
              </a:lnSpc>
              <a:spcBef>
                <a:spcPct val="0"/>
              </a:spcBef>
              <a:spcAft>
                <a:spcPts val="0"/>
              </a:spcAft>
              <a:buClrTx/>
              <a:buSzTx/>
              <a:buFont typeface="Wingdings" pitchFamily="2" charset="2"/>
              <a:buChar char="ü"/>
              <a:tabLst/>
              <a:defRPr/>
            </a:pPr>
            <a:r>
              <a:rPr lang="en-US" altLang="en-US" sz="24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Capture image</a:t>
            </a:r>
          </a:p>
          <a:p>
            <a:pPr marL="0" marR="0" lvl="0" indent="0" algn="l" defTabSz="914309" rtl="0" eaLnBrk="1" fontAlgn="auto" latinLnBrk="0" hangingPunct="1">
              <a:lnSpc>
                <a:spcPct val="90000"/>
              </a:lnSpc>
              <a:spcBef>
                <a:spcPct val="0"/>
              </a:spcBef>
              <a:spcAft>
                <a:spcPts val="0"/>
              </a:spcAft>
              <a:buClrTx/>
              <a:buSzTx/>
              <a:buFont typeface="Wingdings" pitchFamily="2" charset="2"/>
              <a:buChar char="ü"/>
              <a:tabLst/>
              <a:defRPr/>
            </a:pPr>
            <a:r>
              <a:rPr lang="en-US" altLang="en-US" sz="24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Send SMS</a:t>
            </a:r>
          </a:p>
          <a:p>
            <a:pPr marL="0" marR="0" lvl="0" indent="0" algn="l" defTabSz="914309" rtl="0" eaLnBrk="1" fontAlgn="auto" latinLnBrk="0" hangingPunct="1">
              <a:lnSpc>
                <a:spcPct val="90000"/>
              </a:lnSpc>
              <a:spcBef>
                <a:spcPct val="0"/>
              </a:spcBef>
              <a:spcAft>
                <a:spcPts val="0"/>
              </a:spcAft>
              <a:buClrTx/>
              <a:buSzTx/>
              <a:buFont typeface="Wingdings" pitchFamily="2" charset="2"/>
              <a:buChar char="ü"/>
              <a:tabLst/>
              <a:defRPr/>
            </a:pPr>
            <a:r>
              <a:rPr lang="en-US" altLang="en-US" sz="24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Play music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6208" y="1043531"/>
            <a:ext cx="5255522" cy="5369457"/>
          </a:xfrm>
        </p:spPr>
        <p:txBody>
          <a:bodyPr>
            <a:normAutofit/>
          </a:bodyPr>
          <a:lstStyle/>
          <a:p>
            <a:r>
              <a:rPr lang="en-US" sz="2800" dirty="0"/>
              <a:t>So far we have defined following things,</a:t>
            </a:r>
          </a:p>
          <a:p>
            <a:r>
              <a:rPr lang="en-US" sz="2800" b="1" dirty="0"/>
              <a:t>Class</a:t>
            </a:r>
            <a:r>
              <a:rPr lang="en-US" sz="2800" dirty="0"/>
              <a:t> - Mobile</a:t>
            </a:r>
          </a:p>
          <a:p>
            <a:pPr marL="0" lvl="0" indent="0">
              <a:spcBef>
                <a:spcPct val="0"/>
              </a:spcBef>
              <a:buFont typeface="Wingdings" pitchFamily="2" charset="2"/>
              <a:buChar char="ü"/>
              <a:defRPr/>
            </a:pPr>
            <a:r>
              <a:rPr lang="en-US" sz="2800" b="1" dirty="0"/>
              <a:t>Attributes – </a:t>
            </a:r>
            <a:r>
              <a:rPr lang="en-US" altLang="en-US" sz="2800" dirty="0"/>
              <a:t>Manufacturer, Dimension, No. of Camera, No. of SIM supported, Price</a:t>
            </a:r>
            <a:endParaRPr lang="en-US" sz="2800" dirty="0"/>
          </a:p>
          <a:p>
            <a:pPr marL="0" lvl="0" indent="0">
              <a:spcBef>
                <a:spcPct val="0"/>
              </a:spcBef>
              <a:buFont typeface="Wingdings" pitchFamily="2" charset="2"/>
              <a:buChar char="ü"/>
              <a:defRPr/>
            </a:pPr>
            <a:r>
              <a:rPr lang="en-US" sz="2800" b="1" dirty="0"/>
              <a:t>Methods</a:t>
            </a:r>
            <a:r>
              <a:rPr lang="en-US" sz="2800" dirty="0"/>
              <a:t>- </a:t>
            </a:r>
            <a:r>
              <a:rPr lang="en-US" altLang="en-US" sz="2800" dirty="0"/>
              <a:t>Make call ,Capture image, Send SMS, Play music</a:t>
            </a:r>
          </a:p>
          <a:p>
            <a:endParaRPr lang="en-US" sz="2800" dirty="0"/>
          </a:p>
        </p:txBody>
      </p:sp>
      <p:pic>
        <p:nvPicPr>
          <p:cNvPr id="38915" name="Picture 3"/>
          <p:cNvPicPr>
            <a:picLocks noChangeAspect="1" noChangeArrowheads="1"/>
          </p:cNvPicPr>
          <p:nvPr/>
        </p:nvPicPr>
        <p:blipFill>
          <a:blip r:embed="rId2"/>
          <a:srcRect/>
          <a:stretch>
            <a:fillRect/>
          </a:stretch>
        </p:blipFill>
        <p:spPr bwMode="auto">
          <a:xfrm>
            <a:off x="5829643" y="1181100"/>
            <a:ext cx="3857625" cy="4495800"/>
          </a:xfrm>
          <a:prstGeom prst="rect">
            <a:avLst/>
          </a:prstGeom>
          <a:noFill/>
          <a:ln w="9525">
            <a:noFill/>
            <a:miter lim="800000"/>
            <a:headEnd/>
            <a:tailEnd/>
          </a:ln>
          <a:effectLst/>
        </p:spPr>
      </p:pic>
      <p:sp>
        <p:nvSpPr>
          <p:cNvPr id="9" name="Rounded Rectangular Callout 8"/>
          <p:cNvSpPr/>
          <p:nvPr/>
        </p:nvSpPr>
        <p:spPr>
          <a:xfrm>
            <a:off x="9366421" y="1252151"/>
            <a:ext cx="1828800" cy="543697"/>
          </a:xfrm>
          <a:prstGeom prst="wedgeRoundRectCallout">
            <a:avLst>
              <a:gd name="adj1" fmla="val -91103"/>
              <a:gd name="adj2" fmla="val 53989"/>
              <a:gd name="adj3" fmla="val 16667"/>
            </a:avLst>
          </a:prstGeom>
          <a:solidFill>
            <a:schemeClr val="accent2">
              <a:lumMod val="40000"/>
              <a:lumOff val="6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C00000"/>
                </a:solidFill>
              </a:rPr>
              <a:t>Class</a:t>
            </a:r>
          </a:p>
        </p:txBody>
      </p:sp>
      <p:sp>
        <p:nvSpPr>
          <p:cNvPr id="10" name="Rounded Rectangular Callout 9"/>
          <p:cNvSpPr/>
          <p:nvPr/>
        </p:nvSpPr>
        <p:spPr>
          <a:xfrm>
            <a:off x="9819502" y="2463114"/>
            <a:ext cx="1828800" cy="543697"/>
          </a:xfrm>
          <a:prstGeom prst="wedgeRoundRectCallout">
            <a:avLst>
              <a:gd name="adj1" fmla="val -91103"/>
              <a:gd name="adj2" fmla="val 53989"/>
              <a:gd name="adj3" fmla="val 16667"/>
            </a:avLst>
          </a:prstGeom>
          <a:solidFill>
            <a:schemeClr val="accent2">
              <a:lumMod val="40000"/>
              <a:lumOff val="6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C00000"/>
                </a:solidFill>
              </a:rPr>
              <a:t>Attribute</a:t>
            </a:r>
          </a:p>
        </p:txBody>
      </p:sp>
      <p:sp>
        <p:nvSpPr>
          <p:cNvPr id="11" name="Rounded Rectangular Callout 10"/>
          <p:cNvSpPr/>
          <p:nvPr/>
        </p:nvSpPr>
        <p:spPr>
          <a:xfrm>
            <a:off x="9967783" y="4374292"/>
            <a:ext cx="1828800" cy="543697"/>
          </a:xfrm>
          <a:prstGeom prst="wedgeRoundRectCallout">
            <a:avLst>
              <a:gd name="adj1" fmla="val -91103"/>
              <a:gd name="adj2" fmla="val 53989"/>
              <a:gd name="adj3" fmla="val 16667"/>
            </a:avLst>
          </a:prstGeom>
          <a:solidFill>
            <a:schemeClr val="accent2">
              <a:lumMod val="40000"/>
              <a:lumOff val="6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C00000"/>
                </a:solidFill>
              </a:rPr>
              <a:t>Method</a:t>
            </a:r>
          </a:p>
        </p:txBody>
      </p:sp>
      <p:sp>
        <p:nvSpPr>
          <p:cNvPr id="12" name="Rectangle 2">
            <a:extLst>
              <a:ext uri="{FF2B5EF4-FFF2-40B4-BE49-F238E27FC236}">
                <a16:creationId xmlns:a16="http://schemas.microsoft.com/office/drawing/2014/main" id="{9A8E60A9-8E6C-4A34-B8BC-14E6CFD4E06E}"/>
              </a:ext>
            </a:extLst>
          </p:cNvPr>
          <p:cNvSpPr>
            <a:spLocks noGrp="1" noChangeArrowheads="1"/>
          </p:cNvSpPr>
          <p:nvPr>
            <p:ph type="title"/>
          </p:nvPr>
        </p:nvSpPr>
        <p:spPr/>
        <p:txBody>
          <a:bodyPr/>
          <a:lstStyle/>
          <a:p>
            <a:r>
              <a:rPr lang="en-US" dirty="0"/>
              <a:t>Let's take an example</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amsung Galaxy F52 5G&#10;MORE PICTURES"/>
          <p:cNvPicPr>
            <a:picLocks noChangeAspect="1" noChangeArrowheads="1"/>
          </p:cNvPicPr>
          <p:nvPr/>
        </p:nvPicPr>
        <p:blipFill>
          <a:blip r:embed="rId2"/>
          <a:srcRect/>
          <a:stretch>
            <a:fillRect/>
          </a:stretch>
        </p:blipFill>
        <p:spPr bwMode="auto">
          <a:xfrm>
            <a:off x="7898688" y="3006351"/>
            <a:ext cx="1043034" cy="1382021"/>
          </a:xfrm>
          <a:prstGeom prst="rect">
            <a:avLst/>
          </a:prstGeom>
          <a:noFill/>
        </p:spPr>
      </p:pic>
      <p:pic>
        <p:nvPicPr>
          <p:cNvPr id="5" name="Picture 4" descr="Apple iPhone 12 Pro Max&#10;MORE PICTURES"/>
          <p:cNvPicPr>
            <a:picLocks noChangeAspect="1" noChangeArrowheads="1"/>
          </p:cNvPicPr>
          <p:nvPr/>
        </p:nvPicPr>
        <p:blipFill>
          <a:blip r:embed="rId3"/>
          <a:srcRect/>
          <a:stretch>
            <a:fillRect/>
          </a:stretch>
        </p:blipFill>
        <p:spPr bwMode="auto">
          <a:xfrm>
            <a:off x="7868194" y="1457243"/>
            <a:ext cx="1051357" cy="1393049"/>
          </a:xfrm>
          <a:prstGeom prst="rect">
            <a:avLst/>
          </a:prstGeom>
          <a:noFill/>
        </p:spPr>
      </p:pic>
      <p:pic>
        <p:nvPicPr>
          <p:cNvPr id="7" name="Picture 8" descr="Xiaomi Mi 11 Ultra&#10;MORE PICTURES"/>
          <p:cNvPicPr>
            <a:picLocks noChangeAspect="1" noChangeArrowheads="1"/>
          </p:cNvPicPr>
          <p:nvPr/>
        </p:nvPicPr>
        <p:blipFill>
          <a:blip r:embed="rId4"/>
          <a:srcRect/>
          <a:stretch>
            <a:fillRect/>
          </a:stretch>
        </p:blipFill>
        <p:spPr bwMode="auto">
          <a:xfrm>
            <a:off x="7979045" y="4685106"/>
            <a:ext cx="1039956" cy="1377943"/>
          </a:xfrm>
          <a:prstGeom prst="rect">
            <a:avLst/>
          </a:prstGeom>
          <a:noFill/>
        </p:spPr>
      </p:pic>
      <p:sp>
        <p:nvSpPr>
          <p:cNvPr id="10" name="Rectangle 2">
            <a:extLst>
              <a:ext uri="{FF2B5EF4-FFF2-40B4-BE49-F238E27FC236}">
                <a16:creationId xmlns:a16="http://schemas.microsoft.com/office/drawing/2014/main" id="{9A8E60A9-8E6C-4A34-B8BC-14E6CFD4E06E}"/>
              </a:ext>
            </a:extLst>
          </p:cNvPr>
          <p:cNvSpPr>
            <a:spLocks noGrp="1" noChangeArrowheads="1"/>
          </p:cNvSpPr>
          <p:nvPr>
            <p:ph type="title"/>
          </p:nvPr>
        </p:nvSpPr>
        <p:spPr/>
        <p:txBody>
          <a:bodyPr/>
          <a:lstStyle/>
          <a:p>
            <a:r>
              <a:rPr lang="en-US" dirty="0"/>
              <a:t>Let's take an example</a:t>
            </a:r>
            <a:endParaRPr lang="en-US" altLang="en-US" dirty="0"/>
          </a:p>
        </p:txBody>
      </p:sp>
      <p:sp>
        <p:nvSpPr>
          <p:cNvPr id="19" name="Rectangle 18"/>
          <p:cNvSpPr/>
          <p:nvPr/>
        </p:nvSpPr>
        <p:spPr>
          <a:xfrm>
            <a:off x="346208" y="981832"/>
            <a:ext cx="11416301" cy="646331"/>
          </a:xfrm>
          <a:prstGeom prst="rect">
            <a:avLst/>
          </a:prstGeom>
        </p:spPr>
        <p:txBody>
          <a:bodyPr wrap="square">
            <a:spAutoFit/>
          </a:bodyPr>
          <a:lstStyle/>
          <a:p>
            <a:r>
              <a:rPr lang="en-US" dirty="0"/>
              <a:t>Now, for different values of attribute (manufacturer, dimension, no. of camera..</a:t>
            </a:r>
            <a:r>
              <a:rPr lang="en-US" dirty="0" err="1"/>
              <a:t>etc</a:t>
            </a:r>
            <a:r>
              <a:rPr lang="en-US" dirty="0"/>
              <a:t>.) in your class, you will get different mobile objects.</a:t>
            </a:r>
          </a:p>
        </p:txBody>
      </p:sp>
      <p:pic>
        <p:nvPicPr>
          <p:cNvPr id="21" name="Picture 3"/>
          <p:cNvPicPr>
            <a:picLocks noChangeAspect="1" noChangeArrowheads="1"/>
          </p:cNvPicPr>
          <p:nvPr/>
        </p:nvPicPr>
        <p:blipFill>
          <a:blip r:embed="rId5"/>
          <a:srcRect/>
          <a:stretch>
            <a:fillRect/>
          </a:stretch>
        </p:blipFill>
        <p:spPr bwMode="auto">
          <a:xfrm>
            <a:off x="763373" y="2630959"/>
            <a:ext cx="1762562" cy="2054147"/>
          </a:xfrm>
          <a:prstGeom prst="rect">
            <a:avLst/>
          </a:prstGeom>
          <a:noFill/>
          <a:ln w="9525">
            <a:noFill/>
            <a:miter lim="800000"/>
            <a:headEnd/>
            <a:tailEnd/>
          </a:ln>
          <a:effectLst/>
        </p:spPr>
      </p:pic>
      <p:sp>
        <p:nvSpPr>
          <p:cNvPr id="22" name="Rectangle 21"/>
          <p:cNvSpPr/>
          <p:nvPr/>
        </p:nvSpPr>
        <p:spPr>
          <a:xfrm>
            <a:off x="4108787" y="3188043"/>
            <a:ext cx="6092825" cy="1200329"/>
          </a:xfrm>
          <a:prstGeom prst="rect">
            <a:avLst/>
          </a:prstGeom>
        </p:spPr>
        <p:txBody>
          <a:bodyPr>
            <a:spAutoFit/>
          </a:bodyPr>
          <a:lstStyle/>
          <a:p>
            <a:pPr lvl="0" defTabSz="914309">
              <a:lnSpc>
                <a:spcPct val="90000"/>
              </a:lnSpc>
              <a:spcBef>
                <a:spcPct val="0"/>
              </a:spcBef>
              <a:defRPr/>
            </a:pPr>
            <a:r>
              <a:rPr lang="en-US" altLang="en-US" sz="16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Manufacturer = Samsung</a:t>
            </a:r>
          </a:p>
          <a:p>
            <a:pPr lvl="0" defTabSz="914309">
              <a:lnSpc>
                <a:spcPct val="90000"/>
              </a:lnSpc>
              <a:spcBef>
                <a:spcPct val="0"/>
              </a:spcBef>
              <a:defRPr/>
            </a:pPr>
            <a:r>
              <a:rPr lang="en-US" altLang="en-US" sz="16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Dimension = 164.3 x 74.6 x 8.4 mm</a:t>
            </a:r>
          </a:p>
          <a:p>
            <a:pPr lvl="0" defTabSz="914309">
              <a:lnSpc>
                <a:spcPct val="90000"/>
              </a:lnSpc>
              <a:spcBef>
                <a:spcPct val="0"/>
              </a:spcBef>
              <a:defRPr/>
            </a:pPr>
            <a:r>
              <a:rPr lang="en-US" altLang="en-US" sz="16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No. of Camera = 3</a:t>
            </a:r>
          </a:p>
          <a:p>
            <a:pPr lvl="0" defTabSz="914309">
              <a:lnSpc>
                <a:spcPct val="90000"/>
              </a:lnSpc>
              <a:spcBef>
                <a:spcPct val="0"/>
              </a:spcBef>
              <a:defRPr/>
            </a:pPr>
            <a:r>
              <a:rPr lang="en-US" altLang="en-US" sz="16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No. of Sim supported =2</a:t>
            </a:r>
          </a:p>
          <a:p>
            <a:pPr lvl="0" defTabSz="914309">
              <a:lnSpc>
                <a:spcPct val="90000"/>
              </a:lnSpc>
              <a:spcBef>
                <a:spcPct val="0"/>
              </a:spcBef>
              <a:defRPr/>
            </a:pPr>
            <a:r>
              <a:rPr lang="en-US" altLang="en-US" sz="16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Price = $440</a:t>
            </a:r>
          </a:p>
        </p:txBody>
      </p:sp>
      <p:sp>
        <p:nvSpPr>
          <p:cNvPr id="23" name="Rectangle 22"/>
          <p:cNvSpPr/>
          <p:nvPr/>
        </p:nvSpPr>
        <p:spPr>
          <a:xfrm>
            <a:off x="4108787" y="4835021"/>
            <a:ext cx="3759407" cy="1228028"/>
          </a:xfrm>
          <a:prstGeom prst="rect">
            <a:avLst/>
          </a:prstGeom>
        </p:spPr>
        <p:txBody>
          <a:bodyPr wrap="square">
            <a:spAutoFit/>
          </a:bodyPr>
          <a:lstStyle/>
          <a:p>
            <a:pPr defTabSz="914309">
              <a:lnSpc>
                <a:spcPct val="90000"/>
              </a:lnSpc>
              <a:spcBef>
                <a:spcPct val="0"/>
              </a:spcBef>
              <a:defRPr/>
            </a:pPr>
            <a:r>
              <a:rPr lang="en-US" altLang="en-US" sz="16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Manufacturer = </a:t>
            </a:r>
            <a:r>
              <a:rPr lang="en-US" altLang="en-US" sz="1600" b="1" cap="small" dirty="0" err="1">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Xiaomi</a:t>
            </a:r>
            <a:r>
              <a:rPr lang="en-US" altLang="en-US" sz="16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 </a:t>
            </a:r>
          </a:p>
          <a:p>
            <a:pPr lvl="0" defTabSz="914309">
              <a:lnSpc>
                <a:spcPct val="90000"/>
              </a:lnSpc>
              <a:spcBef>
                <a:spcPct val="0"/>
              </a:spcBef>
              <a:defRPr/>
            </a:pPr>
            <a:r>
              <a:rPr lang="en-US" altLang="en-US" sz="16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Dimension = 164.3 x 74.6 x 8.4 mm</a:t>
            </a:r>
          </a:p>
          <a:p>
            <a:pPr lvl="0" defTabSz="914309">
              <a:lnSpc>
                <a:spcPct val="90000"/>
              </a:lnSpc>
              <a:spcBef>
                <a:spcPct val="0"/>
              </a:spcBef>
              <a:defRPr/>
            </a:pPr>
            <a:r>
              <a:rPr lang="en-US" altLang="en-US" sz="16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No. of Camera = 3</a:t>
            </a:r>
          </a:p>
          <a:p>
            <a:pPr lvl="0" defTabSz="914309">
              <a:lnSpc>
                <a:spcPct val="90000"/>
              </a:lnSpc>
              <a:spcBef>
                <a:spcPct val="0"/>
              </a:spcBef>
              <a:defRPr/>
            </a:pPr>
            <a:r>
              <a:rPr lang="en-US" altLang="en-US" sz="16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No. of Sim supported =2</a:t>
            </a:r>
          </a:p>
          <a:p>
            <a:pPr lvl="0" defTabSz="914309">
              <a:lnSpc>
                <a:spcPct val="90000"/>
              </a:lnSpc>
              <a:spcBef>
                <a:spcPct val="0"/>
              </a:spcBef>
              <a:defRPr/>
            </a:pPr>
            <a:r>
              <a:rPr lang="en-US" altLang="en-US" sz="16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Price = $440</a:t>
            </a:r>
          </a:p>
        </p:txBody>
      </p:sp>
      <p:sp>
        <p:nvSpPr>
          <p:cNvPr id="24" name="Rectangle 23"/>
          <p:cNvSpPr/>
          <p:nvPr/>
        </p:nvSpPr>
        <p:spPr>
          <a:xfrm>
            <a:off x="4105615" y="1628163"/>
            <a:ext cx="4453499" cy="1228028"/>
          </a:xfrm>
          <a:prstGeom prst="rect">
            <a:avLst/>
          </a:prstGeom>
        </p:spPr>
        <p:txBody>
          <a:bodyPr wrap="square">
            <a:spAutoFit/>
          </a:bodyPr>
          <a:lstStyle/>
          <a:p>
            <a:pPr lvl="0" defTabSz="914309">
              <a:lnSpc>
                <a:spcPct val="90000"/>
              </a:lnSpc>
              <a:spcBef>
                <a:spcPct val="0"/>
              </a:spcBef>
              <a:defRPr/>
            </a:pPr>
            <a:r>
              <a:rPr lang="en-US" altLang="en-US" sz="16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Manufacturer = Apple</a:t>
            </a:r>
          </a:p>
          <a:p>
            <a:pPr lvl="0" defTabSz="914309">
              <a:lnSpc>
                <a:spcPct val="90000"/>
              </a:lnSpc>
              <a:spcBef>
                <a:spcPct val="0"/>
              </a:spcBef>
              <a:defRPr/>
            </a:pPr>
            <a:r>
              <a:rPr lang="en-US" altLang="en-US" sz="16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Dimension = 164.3 x 74.6 x 8.4 mm</a:t>
            </a:r>
          </a:p>
          <a:p>
            <a:pPr lvl="0" defTabSz="914309">
              <a:lnSpc>
                <a:spcPct val="90000"/>
              </a:lnSpc>
              <a:spcBef>
                <a:spcPct val="0"/>
              </a:spcBef>
              <a:defRPr/>
            </a:pPr>
            <a:r>
              <a:rPr lang="en-US" altLang="en-US" sz="16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No. of Camera = 3</a:t>
            </a:r>
          </a:p>
          <a:p>
            <a:pPr lvl="0" defTabSz="914309">
              <a:lnSpc>
                <a:spcPct val="90000"/>
              </a:lnSpc>
              <a:spcBef>
                <a:spcPct val="0"/>
              </a:spcBef>
              <a:defRPr/>
            </a:pPr>
            <a:r>
              <a:rPr lang="en-US" altLang="en-US" sz="16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No. of Sim supported =1</a:t>
            </a:r>
          </a:p>
          <a:p>
            <a:pPr lvl="0" defTabSz="914309">
              <a:lnSpc>
                <a:spcPct val="90000"/>
              </a:lnSpc>
              <a:spcBef>
                <a:spcPct val="0"/>
              </a:spcBef>
              <a:defRPr/>
            </a:pPr>
            <a:r>
              <a:rPr lang="en-US" altLang="en-US" sz="16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Price = $990</a:t>
            </a:r>
          </a:p>
        </p:txBody>
      </p:sp>
      <p:cxnSp>
        <p:nvCxnSpPr>
          <p:cNvPr id="26" name="Elbow Connector 25"/>
          <p:cNvCxnSpPr>
            <a:stCxn id="21" idx="3"/>
          </p:cNvCxnSpPr>
          <p:nvPr/>
        </p:nvCxnSpPr>
        <p:spPr>
          <a:xfrm flipV="1">
            <a:off x="2525935" y="2850292"/>
            <a:ext cx="5342259" cy="807741"/>
          </a:xfrm>
          <a:prstGeom prst="bentConnector3">
            <a:avLst>
              <a:gd name="adj1" fmla="val 25945"/>
            </a:avLst>
          </a:prstGeom>
          <a:ln w="28575">
            <a:solidFill>
              <a:srgbClr val="002060"/>
            </a:solidFill>
            <a:tailEnd type="arrow"/>
          </a:ln>
        </p:spPr>
        <p:style>
          <a:lnRef idx="1">
            <a:schemeClr val="accent1"/>
          </a:lnRef>
          <a:fillRef idx="0">
            <a:schemeClr val="accent1"/>
          </a:fillRef>
          <a:effectRef idx="0">
            <a:schemeClr val="accent1"/>
          </a:effectRef>
          <a:fontRef idx="minor">
            <a:schemeClr val="tx1"/>
          </a:fontRef>
        </p:style>
      </p:cxnSp>
      <p:cxnSp>
        <p:nvCxnSpPr>
          <p:cNvPr id="29" name="Elbow Connector 28"/>
          <p:cNvCxnSpPr>
            <a:stCxn id="21" idx="3"/>
          </p:cNvCxnSpPr>
          <p:nvPr/>
        </p:nvCxnSpPr>
        <p:spPr>
          <a:xfrm>
            <a:off x="2525935" y="3658033"/>
            <a:ext cx="5372753" cy="730339"/>
          </a:xfrm>
          <a:prstGeom prst="bentConnector3">
            <a:avLst>
              <a:gd name="adj1" fmla="val 25928"/>
            </a:avLst>
          </a:prstGeom>
          <a:ln w="28575">
            <a:solidFill>
              <a:srgbClr val="002060"/>
            </a:solidFill>
            <a:tailEnd type="arrow"/>
          </a:ln>
        </p:spPr>
        <p:style>
          <a:lnRef idx="1">
            <a:schemeClr val="accent1"/>
          </a:lnRef>
          <a:fillRef idx="0">
            <a:schemeClr val="accent1"/>
          </a:fillRef>
          <a:effectRef idx="0">
            <a:schemeClr val="accent1"/>
          </a:effectRef>
          <a:fontRef idx="minor">
            <a:schemeClr val="tx1"/>
          </a:fontRef>
        </p:style>
      </p:cxnSp>
      <p:cxnSp>
        <p:nvCxnSpPr>
          <p:cNvPr id="32" name="Elbow Connector 31"/>
          <p:cNvCxnSpPr>
            <a:stCxn id="21" idx="3"/>
          </p:cNvCxnSpPr>
          <p:nvPr/>
        </p:nvCxnSpPr>
        <p:spPr>
          <a:xfrm>
            <a:off x="2525935" y="3658033"/>
            <a:ext cx="5453110" cy="2405016"/>
          </a:xfrm>
          <a:prstGeom prst="bentConnector3">
            <a:avLst>
              <a:gd name="adj1" fmla="val 25678"/>
            </a:avLst>
          </a:prstGeom>
          <a:ln w="28575">
            <a:solidFill>
              <a:srgbClr val="002060"/>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F07019C-C378-3D38-EDC7-6623545AFC93}"/>
              </a:ext>
            </a:extLst>
          </p:cNvPr>
          <p:cNvSpPr txBox="1"/>
          <p:nvPr/>
        </p:nvSpPr>
        <p:spPr>
          <a:xfrm>
            <a:off x="531055" y="6186532"/>
            <a:ext cx="11231454" cy="523220"/>
          </a:xfrm>
          <a:prstGeom prst="rect">
            <a:avLst/>
          </a:prstGeom>
          <a:noFill/>
        </p:spPr>
        <p:txBody>
          <a:bodyPr wrap="square">
            <a:spAutoFit/>
          </a:bodyPr>
          <a:lstStyle/>
          <a:p>
            <a:pPr algn="ctr"/>
            <a:r>
              <a:rPr lang="en-US" sz="2800" i="0" u="none" strike="noStrike" baseline="0" dirty="0">
                <a:solidFill>
                  <a:srgbClr val="FF0000"/>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Each class describes a possibly infinite set of individual objects.</a:t>
            </a:r>
            <a:endParaRPr lang="en-US" sz="2800" dirty="0">
              <a:solidFill>
                <a:srgbClr val="FF0000"/>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EA740435-57EE-4116-B708-362DAC2097BC}"/>
              </a:ext>
            </a:extLst>
          </p:cNvPr>
          <p:cNvSpPr>
            <a:spLocks noGrp="1" noChangeArrowheads="1"/>
          </p:cNvSpPr>
          <p:nvPr>
            <p:ph type="title"/>
          </p:nvPr>
        </p:nvSpPr>
        <p:spPr>
          <a:xfrm>
            <a:off x="350279" y="360442"/>
            <a:ext cx="7774199" cy="498598"/>
          </a:xfrm>
        </p:spPr>
        <p:txBody>
          <a:bodyPr/>
          <a:lstStyle/>
          <a:p>
            <a:r>
              <a:rPr lang="en-US" altLang="en-US" dirty="0"/>
              <a:t>Encapsulation (</a:t>
            </a:r>
            <a:r>
              <a:rPr lang="en-US" altLang="en-US"/>
              <a:t>information hiding)</a:t>
            </a:r>
            <a:endParaRPr lang="en-US" altLang="en-US" dirty="0"/>
          </a:p>
        </p:txBody>
      </p:sp>
      <p:sp>
        <p:nvSpPr>
          <p:cNvPr id="4099" name="Rectangle 3">
            <a:extLst>
              <a:ext uri="{FF2B5EF4-FFF2-40B4-BE49-F238E27FC236}">
                <a16:creationId xmlns:a16="http://schemas.microsoft.com/office/drawing/2014/main" id="{5BCA5841-CEB0-4BA6-B149-E0E26D99CC21}"/>
              </a:ext>
            </a:extLst>
          </p:cNvPr>
          <p:cNvSpPr>
            <a:spLocks noGrp="1" noChangeArrowheads="1"/>
          </p:cNvSpPr>
          <p:nvPr>
            <p:ph type="body" idx="1"/>
          </p:nvPr>
        </p:nvSpPr>
        <p:spPr>
          <a:xfrm>
            <a:off x="350279" y="980032"/>
            <a:ext cx="11449835" cy="5182799"/>
          </a:xfrm>
        </p:spPr>
        <p:txBody>
          <a:bodyPr>
            <a:normAutofit/>
          </a:bodyPr>
          <a:lstStyle/>
          <a:p>
            <a:r>
              <a:rPr lang="en-US" sz="2400" dirty="0">
                <a:solidFill>
                  <a:srgbClr val="404040"/>
                </a:solidFill>
              </a:rPr>
              <a:t>The ability to protect some components of the object from external entities ("private"). </a:t>
            </a:r>
          </a:p>
          <a:p>
            <a:r>
              <a:rPr lang="en-US" sz="2400" dirty="0"/>
              <a:t>Encapsulation is achieved when each object keeps its state </a:t>
            </a:r>
            <a:r>
              <a:rPr lang="en-US" sz="2400" b="1" dirty="0"/>
              <a:t>private</a:t>
            </a:r>
            <a:r>
              <a:rPr lang="en-US" sz="2400" dirty="0"/>
              <a:t>, inside a class.  </a:t>
            </a:r>
          </a:p>
          <a:p>
            <a:r>
              <a:rPr lang="en-US" sz="2400" dirty="0"/>
              <a:t>Protect data from outside misuse</a:t>
            </a:r>
          </a:p>
          <a:p>
            <a:r>
              <a:rPr lang="en-US" sz="2400" dirty="0"/>
              <a:t>Other objects don’t have direct access to this state. Instead, they can only call a list of public functions — called methods.</a:t>
            </a:r>
          </a:p>
          <a:p>
            <a:r>
              <a:rPr lang="en-US" altLang="en-US" sz="2400" dirty="0"/>
              <a:t>Each objects methods manage it’s own attributes. </a:t>
            </a:r>
          </a:p>
          <a:p>
            <a:r>
              <a:rPr lang="en-US" altLang="en-US" sz="2400" dirty="0"/>
              <a:t>This is also known as </a:t>
            </a:r>
            <a:r>
              <a:rPr lang="en-US" altLang="en-US" sz="2400" b="1" i="1" dirty="0"/>
              <a:t>hiding. Like </a:t>
            </a:r>
            <a:r>
              <a:rPr lang="en-US" sz="2400" dirty="0"/>
              <a:t>Medicine capsule – content hidden &amp; protected</a:t>
            </a:r>
          </a:p>
          <a:p>
            <a:endParaRPr lang="en-US" altLang="en-US" sz="2801" b="1" i="1" dirty="0"/>
          </a:p>
          <a:p>
            <a:endParaRPr lang="en-US" altLang="en-US" sz="2801" dirty="0"/>
          </a:p>
        </p:txBody>
      </p:sp>
      <p:pic>
        <p:nvPicPr>
          <p:cNvPr id="3" name="Picture 2">
            <a:extLst>
              <a:ext uri="{FF2B5EF4-FFF2-40B4-BE49-F238E27FC236}">
                <a16:creationId xmlns:a16="http://schemas.microsoft.com/office/drawing/2014/main" id="{7C0DDDCA-74F6-03B5-74E3-C27722922A27}"/>
              </a:ext>
            </a:extLst>
          </p:cNvPr>
          <p:cNvPicPr>
            <a:picLocks noChangeAspect="1"/>
          </p:cNvPicPr>
          <p:nvPr/>
        </p:nvPicPr>
        <p:blipFill>
          <a:blip r:embed="rId2"/>
          <a:stretch>
            <a:fillRect/>
          </a:stretch>
        </p:blipFill>
        <p:spPr>
          <a:xfrm>
            <a:off x="4427569" y="3988519"/>
            <a:ext cx="3335274" cy="1385103"/>
          </a:xfrm>
          <a:prstGeom prst="rect">
            <a:avLst/>
          </a:prstGeom>
        </p:spPr>
      </p:pic>
      <p:sp>
        <p:nvSpPr>
          <p:cNvPr id="5" name="TextBox 4">
            <a:extLst>
              <a:ext uri="{FF2B5EF4-FFF2-40B4-BE49-F238E27FC236}">
                <a16:creationId xmlns:a16="http://schemas.microsoft.com/office/drawing/2014/main" id="{1E8A9465-B688-7A21-B2E3-668EBF9DD114}"/>
              </a:ext>
            </a:extLst>
          </p:cNvPr>
          <p:cNvSpPr txBox="1"/>
          <p:nvPr/>
        </p:nvSpPr>
        <p:spPr>
          <a:xfrm>
            <a:off x="3053918" y="5793499"/>
            <a:ext cx="6940119" cy="461665"/>
          </a:xfrm>
          <a:prstGeom prst="rect">
            <a:avLst/>
          </a:prstGeom>
          <a:noFill/>
        </p:spPr>
        <p:txBody>
          <a:bodyPr wrap="square">
            <a:spAutoFit/>
          </a:bodyPr>
          <a:lstStyle/>
          <a:p>
            <a:pPr>
              <a:buNone/>
            </a:pPr>
            <a:r>
              <a:rPr lang="en-US" sz="2400" dirty="0">
                <a:effectLst/>
              </a:rPr>
              <a:t>In code, use private variables, give public methods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Abstraction</a:t>
            </a:r>
          </a:p>
        </p:txBody>
      </p:sp>
      <p:pic>
        <p:nvPicPr>
          <p:cNvPr id="39939" name="Picture 3"/>
          <p:cNvPicPr>
            <a:picLocks noChangeAspect="1" noChangeArrowheads="1"/>
          </p:cNvPicPr>
          <p:nvPr/>
        </p:nvPicPr>
        <p:blipFill>
          <a:blip r:embed="rId2"/>
          <a:srcRect/>
          <a:stretch>
            <a:fillRect/>
          </a:stretch>
        </p:blipFill>
        <p:spPr bwMode="auto">
          <a:xfrm>
            <a:off x="6483928" y="1210284"/>
            <a:ext cx="5237018" cy="4386952"/>
          </a:xfrm>
          <a:prstGeom prst="rect">
            <a:avLst/>
          </a:prstGeom>
          <a:noFill/>
          <a:ln w="9525">
            <a:noFill/>
            <a:miter lim="800000"/>
            <a:headEnd/>
            <a:tailEnd/>
          </a:ln>
          <a:effectLst/>
        </p:spPr>
      </p:pic>
      <p:sp>
        <p:nvSpPr>
          <p:cNvPr id="8" name="TextBox 7">
            <a:extLst>
              <a:ext uri="{FF2B5EF4-FFF2-40B4-BE49-F238E27FC236}">
                <a16:creationId xmlns:a16="http://schemas.microsoft.com/office/drawing/2014/main" id="{86B42F4D-F005-466F-ADBB-3C66FCD9DCEB}"/>
              </a:ext>
            </a:extLst>
          </p:cNvPr>
          <p:cNvSpPr txBox="1"/>
          <p:nvPr/>
        </p:nvSpPr>
        <p:spPr>
          <a:xfrm>
            <a:off x="318105" y="1051253"/>
            <a:ext cx="6165822" cy="3046988"/>
          </a:xfrm>
          <a:prstGeom prst="rect">
            <a:avLst/>
          </a:prstGeom>
          <a:noFill/>
        </p:spPr>
        <p:txBody>
          <a:bodyPr wrap="square">
            <a:spAutoFit/>
          </a:bodyPr>
          <a:lstStyle/>
          <a:p>
            <a:pPr marL="342900" indent="-342900">
              <a:buFont typeface="Wingdings" panose="05000000000000000000" pitchFamily="2" charset="2"/>
              <a:buChar char="ü"/>
            </a:pPr>
            <a:r>
              <a:rPr lang="en-US" sz="2400" dirty="0"/>
              <a:t>Abstraction can be thought of as a natural extension of encapsulation.</a:t>
            </a:r>
          </a:p>
          <a:p>
            <a:pPr marL="342900" indent="-342900" fontAlgn="base">
              <a:buFont typeface="Wingdings" panose="05000000000000000000" pitchFamily="2" charset="2"/>
              <a:buChar char="ü"/>
            </a:pPr>
            <a:r>
              <a:rPr lang="en-US" sz="2400" dirty="0"/>
              <a:t>Show only what is needed, hide how it works</a:t>
            </a:r>
          </a:p>
          <a:p>
            <a:pPr marL="342900" indent="-342900" fontAlgn="base">
              <a:buFont typeface="Wingdings" panose="05000000000000000000" pitchFamily="2" charset="2"/>
              <a:buChar char="ü"/>
            </a:pPr>
            <a:r>
              <a:rPr lang="en-US" sz="2400" dirty="0"/>
              <a:t>Abstraction is a concept aiming to ease this problem.</a:t>
            </a:r>
          </a:p>
          <a:p>
            <a:pPr marL="342900" indent="-342900" fontAlgn="base">
              <a:buFont typeface="Wingdings" panose="05000000000000000000" pitchFamily="2" charset="2"/>
              <a:buChar char="ü"/>
            </a:pPr>
            <a:r>
              <a:rPr lang="en-US" sz="2400" dirty="0"/>
              <a:t>Applying abstraction means that each object should </a:t>
            </a:r>
            <a:r>
              <a:rPr lang="en-US" sz="2400" b="1" dirty="0"/>
              <a:t>only</a:t>
            </a:r>
            <a:r>
              <a:rPr lang="en-US" sz="2400" dirty="0"/>
              <a:t> expose a high-level mechanism for using it.</a:t>
            </a:r>
          </a:p>
        </p:txBody>
      </p:sp>
      <p:sp>
        <p:nvSpPr>
          <p:cNvPr id="10" name="TextBox 9">
            <a:extLst>
              <a:ext uri="{FF2B5EF4-FFF2-40B4-BE49-F238E27FC236}">
                <a16:creationId xmlns:a16="http://schemas.microsoft.com/office/drawing/2014/main" id="{F8BC3417-EE23-4695-97BE-5C9F57CBA09F}"/>
              </a:ext>
            </a:extLst>
          </p:cNvPr>
          <p:cNvSpPr txBox="1"/>
          <p:nvPr/>
        </p:nvSpPr>
        <p:spPr>
          <a:xfrm>
            <a:off x="7528058" y="1077686"/>
            <a:ext cx="6096000" cy="461665"/>
          </a:xfrm>
          <a:prstGeom prst="rect">
            <a:avLst/>
          </a:prstGeom>
          <a:noFill/>
        </p:spPr>
        <p:txBody>
          <a:bodyPr wrap="square">
            <a:spAutoFit/>
          </a:bodyPr>
          <a:lstStyle/>
          <a:p>
            <a:pPr fontAlgn="base"/>
            <a:r>
              <a:rPr lang="en-US" sz="2400" dirty="0"/>
              <a:t>Think about your mobile again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D85D09FD-5332-4C17-BA6B-50B3AE536F78}"/>
              </a:ext>
            </a:extLst>
          </p:cNvPr>
          <p:cNvSpPr>
            <a:spLocks noGrp="1" noChangeArrowheads="1"/>
          </p:cNvSpPr>
          <p:nvPr>
            <p:ph type="title"/>
          </p:nvPr>
        </p:nvSpPr>
        <p:spPr>
          <a:xfrm>
            <a:off x="331693" y="360442"/>
            <a:ext cx="7774199" cy="498598"/>
          </a:xfrm>
        </p:spPr>
        <p:txBody>
          <a:bodyPr/>
          <a:lstStyle/>
          <a:p>
            <a:r>
              <a:rPr lang="en-US" altLang="en-US" dirty="0"/>
              <a:t>Class Hierarchies &amp; Inheritance</a:t>
            </a:r>
          </a:p>
        </p:txBody>
      </p:sp>
      <p:sp>
        <p:nvSpPr>
          <p:cNvPr id="5123" name="Rectangle 3">
            <a:extLst>
              <a:ext uri="{FF2B5EF4-FFF2-40B4-BE49-F238E27FC236}">
                <a16:creationId xmlns:a16="http://schemas.microsoft.com/office/drawing/2014/main" id="{B09850D2-179F-4F2C-B4DC-D6AAED72D5EB}"/>
              </a:ext>
            </a:extLst>
          </p:cNvPr>
          <p:cNvSpPr>
            <a:spLocks noGrp="1" noChangeArrowheads="1"/>
          </p:cNvSpPr>
          <p:nvPr>
            <p:ph type="body" idx="1"/>
          </p:nvPr>
        </p:nvSpPr>
        <p:spPr>
          <a:xfrm>
            <a:off x="266332" y="3781693"/>
            <a:ext cx="11439393" cy="595525"/>
          </a:xfrm>
        </p:spPr>
        <p:txBody>
          <a:bodyPr>
            <a:normAutofit/>
          </a:bodyPr>
          <a:lstStyle/>
          <a:p>
            <a:pPr marL="0" indent="0">
              <a:lnSpc>
                <a:spcPct val="130000"/>
              </a:lnSpc>
              <a:buNone/>
            </a:pPr>
            <a:r>
              <a:rPr lang="es-ES_tradnl" altLang="en-US" sz="2600" b="1" u="sng" dirty="0" err="1"/>
              <a:t>Class</a:t>
            </a:r>
            <a:r>
              <a:rPr lang="es-ES_tradnl" altLang="en-US" sz="2600" b="1" u="sng" dirty="0"/>
              <a:t> </a:t>
            </a:r>
            <a:r>
              <a:rPr lang="es-ES_tradnl" altLang="en-US" sz="2600" b="1" u="sng" dirty="0" err="1"/>
              <a:t>hierarchy</a:t>
            </a:r>
            <a:r>
              <a:rPr lang="es-ES_tradnl" altLang="en-US" sz="2600" b="1" u="sng" dirty="0"/>
              <a:t> </a:t>
            </a:r>
            <a:r>
              <a:rPr lang="es-ES_tradnl" altLang="en-US" sz="2600" b="1" u="sng" dirty="0" err="1"/>
              <a:t>diagrams</a:t>
            </a:r>
            <a:endParaRPr lang="es-ES" altLang="en-US" sz="2600" b="1" u="sng" dirty="0"/>
          </a:p>
        </p:txBody>
      </p:sp>
      <p:grpSp>
        <p:nvGrpSpPr>
          <p:cNvPr id="47" name="Group 43">
            <a:extLst>
              <a:ext uri="{FF2B5EF4-FFF2-40B4-BE49-F238E27FC236}">
                <a16:creationId xmlns:a16="http://schemas.microsoft.com/office/drawing/2014/main" id="{E305C47E-4C9E-4181-89AB-4343BDF3C52A}"/>
              </a:ext>
            </a:extLst>
          </p:cNvPr>
          <p:cNvGrpSpPr>
            <a:grpSpLocks/>
          </p:cNvGrpSpPr>
          <p:nvPr/>
        </p:nvGrpSpPr>
        <p:grpSpPr bwMode="auto">
          <a:xfrm>
            <a:off x="4020632" y="4036635"/>
            <a:ext cx="3706354" cy="1952233"/>
            <a:chOff x="1248" y="2592"/>
            <a:chExt cx="2825" cy="1488"/>
          </a:xfrm>
        </p:grpSpPr>
        <p:grpSp>
          <p:nvGrpSpPr>
            <p:cNvPr id="48" name="Group 4">
              <a:extLst>
                <a:ext uri="{FF2B5EF4-FFF2-40B4-BE49-F238E27FC236}">
                  <a16:creationId xmlns:a16="http://schemas.microsoft.com/office/drawing/2014/main" id="{8A4ABAF6-FA76-4192-B728-9182762081C6}"/>
                </a:ext>
              </a:extLst>
            </p:cNvPr>
            <p:cNvGrpSpPr>
              <a:grpSpLocks/>
            </p:cNvGrpSpPr>
            <p:nvPr/>
          </p:nvGrpSpPr>
          <p:grpSpPr bwMode="auto">
            <a:xfrm>
              <a:off x="2304" y="2592"/>
              <a:ext cx="576" cy="528"/>
              <a:chOff x="1968" y="1776"/>
              <a:chExt cx="1632" cy="1536"/>
            </a:xfrm>
          </p:grpSpPr>
          <p:sp>
            <p:nvSpPr>
              <p:cNvPr id="77" name="Oval 5">
                <a:extLst>
                  <a:ext uri="{FF2B5EF4-FFF2-40B4-BE49-F238E27FC236}">
                    <a16:creationId xmlns:a16="http://schemas.microsoft.com/office/drawing/2014/main" id="{5F7C8877-7A23-4ABC-A2C6-147D9EB4AAAE}"/>
                  </a:ext>
                </a:extLst>
              </p:cNvPr>
              <p:cNvSpPr>
                <a:spLocks noChangeArrowheads="1"/>
              </p:cNvSpPr>
              <p:nvPr/>
            </p:nvSpPr>
            <p:spPr bwMode="auto">
              <a:xfrm>
                <a:off x="1968" y="1776"/>
                <a:ext cx="1632" cy="1536"/>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78" name="Oval 6">
                <a:extLst>
                  <a:ext uri="{FF2B5EF4-FFF2-40B4-BE49-F238E27FC236}">
                    <a16:creationId xmlns:a16="http://schemas.microsoft.com/office/drawing/2014/main" id="{B5176510-A77B-458C-8089-CE65C4AF66CF}"/>
                  </a:ext>
                </a:extLst>
              </p:cNvPr>
              <p:cNvSpPr>
                <a:spLocks noChangeArrowheads="1"/>
              </p:cNvSpPr>
              <p:nvPr/>
            </p:nvSpPr>
            <p:spPr bwMode="auto">
              <a:xfrm>
                <a:off x="2376" y="2136"/>
                <a:ext cx="816" cy="816"/>
              </a:xfrm>
              <a:prstGeom prst="ellipse">
                <a:avLst/>
              </a:prstGeom>
              <a:solidFill>
                <a:srgbClr val="B2B2B2"/>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79" name="Line 7">
                <a:extLst>
                  <a:ext uri="{FF2B5EF4-FFF2-40B4-BE49-F238E27FC236}">
                    <a16:creationId xmlns:a16="http://schemas.microsoft.com/office/drawing/2014/main" id="{C8B7E682-36BE-47AC-8D70-A93F98DAD2C5}"/>
                  </a:ext>
                </a:extLst>
              </p:cNvPr>
              <p:cNvSpPr>
                <a:spLocks noChangeShapeType="1"/>
              </p:cNvSpPr>
              <p:nvPr/>
            </p:nvSpPr>
            <p:spPr bwMode="auto">
              <a:xfrm>
                <a:off x="2784" y="1776"/>
                <a:ext cx="0" cy="336"/>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80" name="Line 8">
                <a:extLst>
                  <a:ext uri="{FF2B5EF4-FFF2-40B4-BE49-F238E27FC236}">
                    <a16:creationId xmlns:a16="http://schemas.microsoft.com/office/drawing/2014/main" id="{298B2EA4-8F43-4352-85A3-D916AB219895}"/>
                  </a:ext>
                </a:extLst>
              </p:cNvPr>
              <p:cNvSpPr>
                <a:spLocks noChangeShapeType="1"/>
              </p:cNvSpPr>
              <p:nvPr/>
            </p:nvSpPr>
            <p:spPr bwMode="auto">
              <a:xfrm>
                <a:off x="2784" y="2976"/>
                <a:ext cx="0" cy="336"/>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81" name="Line 9">
                <a:extLst>
                  <a:ext uri="{FF2B5EF4-FFF2-40B4-BE49-F238E27FC236}">
                    <a16:creationId xmlns:a16="http://schemas.microsoft.com/office/drawing/2014/main" id="{AC82A2FA-D79C-4132-8C95-297F08377753}"/>
                  </a:ext>
                </a:extLst>
              </p:cNvPr>
              <p:cNvSpPr>
                <a:spLocks noChangeShapeType="1"/>
              </p:cNvSpPr>
              <p:nvPr/>
            </p:nvSpPr>
            <p:spPr bwMode="auto">
              <a:xfrm>
                <a:off x="2160" y="2064"/>
                <a:ext cx="288" cy="24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82" name="Line 10">
                <a:extLst>
                  <a:ext uri="{FF2B5EF4-FFF2-40B4-BE49-F238E27FC236}">
                    <a16:creationId xmlns:a16="http://schemas.microsoft.com/office/drawing/2014/main" id="{0F3F1B09-DFDD-4BF0-896E-51730D3B8652}"/>
                  </a:ext>
                </a:extLst>
              </p:cNvPr>
              <p:cNvSpPr>
                <a:spLocks noChangeShapeType="1"/>
              </p:cNvSpPr>
              <p:nvPr/>
            </p:nvSpPr>
            <p:spPr bwMode="auto">
              <a:xfrm>
                <a:off x="3168" y="2784"/>
                <a:ext cx="240" cy="192"/>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83" name="Line 11">
                <a:extLst>
                  <a:ext uri="{FF2B5EF4-FFF2-40B4-BE49-F238E27FC236}">
                    <a16:creationId xmlns:a16="http://schemas.microsoft.com/office/drawing/2014/main" id="{66B9EF0F-1D02-4AFA-BC00-AA2A43DC1906}"/>
                  </a:ext>
                </a:extLst>
              </p:cNvPr>
              <p:cNvSpPr>
                <a:spLocks noChangeShapeType="1"/>
              </p:cNvSpPr>
              <p:nvPr/>
            </p:nvSpPr>
            <p:spPr bwMode="auto">
              <a:xfrm flipV="1">
                <a:off x="2112" y="2784"/>
                <a:ext cx="288" cy="192"/>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84" name="Line 12">
                <a:extLst>
                  <a:ext uri="{FF2B5EF4-FFF2-40B4-BE49-F238E27FC236}">
                    <a16:creationId xmlns:a16="http://schemas.microsoft.com/office/drawing/2014/main" id="{12627977-B518-4E8E-A6E9-7B98838831BD}"/>
                  </a:ext>
                </a:extLst>
              </p:cNvPr>
              <p:cNvSpPr>
                <a:spLocks noChangeShapeType="1"/>
              </p:cNvSpPr>
              <p:nvPr/>
            </p:nvSpPr>
            <p:spPr bwMode="auto">
              <a:xfrm flipV="1">
                <a:off x="3120" y="2064"/>
                <a:ext cx="288" cy="24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85" name="Rectangle 13">
                <a:extLst>
                  <a:ext uri="{FF2B5EF4-FFF2-40B4-BE49-F238E27FC236}">
                    <a16:creationId xmlns:a16="http://schemas.microsoft.com/office/drawing/2014/main" id="{7862AF58-78C2-44DB-89C1-6547FA4A8989}"/>
                  </a:ext>
                </a:extLst>
              </p:cNvPr>
              <p:cNvSpPr>
                <a:spLocks noChangeArrowheads="1"/>
              </p:cNvSpPr>
              <p:nvPr/>
            </p:nvSpPr>
            <p:spPr bwMode="auto">
              <a:xfrm>
                <a:off x="2544" y="2256"/>
                <a:ext cx="480" cy="24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86" name="Rectangle 14">
                <a:extLst>
                  <a:ext uri="{FF2B5EF4-FFF2-40B4-BE49-F238E27FC236}">
                    <a16:creationId xmlns:a16="http://schemas.microsoft.com/office/drawing/2014/main" id="{FC12D68D-4A70-47B6-ABB1-149088726FCD}"/>
                  </a:ext>
                </a:extLst>
              </p:cNvPr>
              <p:cNvSpPr>
                <a:spLocks noChangeArrowheads="1"/>
              </p:cNvSpPr>
              <p:nvPr/>
            </p:nvSpPr>
            <p:spPr bwMode="auto">
              <a:xfrm>
                <a:off x="2544" y="2544"/>
                <a:ext cx="480" cy="192"/>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49" name="Text Box 15">
              <a:extLst>
                <a:ext uri="{FF2B5EF4-FFF2-40B4-BE49-F238E27FC236}">
                  <a16:creationId xmlns:a16="http://schemas.microsoft.com/office/drawing/2014/main" id="{E8AE553D-B30C-472F-B3F6-8AEF33A90222}"/>
                </a:ext>
              </a:extLst>
            </p:cNvPr>
            <p:cNvSpPr txBox="1">
              <a:spLocks noChangeArrowheads="1"/>
            </p:cNvSpPr>
            <p:nvPr/>
          </p:nvSpPr>
          <p:spPr bwMode="auto">
            <a:xfrm>
              <a:off x="3014" y="2714"/>
              <a:ext cx="105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s-ES_tradnl" altLang="en-US" sz="2400" b="0" i="0" u="none" strike="noStrike" kern="0" cap="none" spc="0" normalizeH="0" baseline="0" noProof="0">
                  <a:ln>
                    <a:noFill/>
                  </a:ln>
                  <a:solidFill>
                    <a:srgbClr val="000000"/>
                  </a:solidFill>
                  <a:effectLst/>
                  <a:uLnTx/>
                  <a:uFillTx/>
                  <a:latin typeface="Times New Roman" panose="02020603050405020304" pitchFamily="18" charset="0"/>
                </a:rPr>
                <a:t>Class: Chair</a:t>
              </a:r>
              <a:endParaRPr kumimoji="0" lang="es-ES" alt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grpSp>
          <p:nvGrpSpPr>
            <p:cNvPr id="50" name="Group 16">
              <a:extLst>
                <a:ext uri="{FF2B5EF4-FFF2-40B4-BE49-F238E27FC236}">
                  <a16:creationId xmlns:a16="http://schemas.microsoft.com/office/drawing/2014/main" id="{057E3D46-2057-4E57-8D1B-BA00289E1A29}"/>
                </a:ext>
              </a:extLst>
            </p:cNvPr>
            <p:cNvGrpSpPr>
              <a:grpSpLocks/>
            </p:cNvGrpSpPr>
            <p:nvPr/>
          </p:nvGrpSpPr>
          <p:grpSpPr bwMode="auto">
            <a:xfrm>
              <a:off x="1248" y="3552"/>
              <a:ext cx="576" cy="528"/>
              <a:chOff x="1968" y="1776"/>
              <a:chExt cx="1632" cy="1536"/>
            </a:xfrm>
          </p:grpSpPr>
          <p:sp>
            <p:nvSpPr>
              <p:cNvPr id="67" name="Oval 17">
                <a:extLst>
                  <a:ext uri="{FF2B5EF4-FFF2-40B4-BE49-F238E27FC236}">
                    <a16:creationId xmlns:a16="http://schemas.microsoft.com/office/drawing/2014/main" id="{567B087B-AD4B-49BA-BBD3-EF6A7CAC51A2}"/>
                  </a:ext>
                </a:extLst>
              </p:cNvPr>
              <p:cNvSpPr>
                <a:spLocks noChangeArrowheads="1"/>
              </p:cNvSpPr>
              <p:nvPr/>
            </p:nvSpPr>
            <p:spPr bwMode="auto">
              <a:xfrm>
                <a:off x="1968" y="1776"/>
                <a:ext cx="1632" cy="1536"/>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68" name="Oval 18">
                <a:extLst>
                  <a:ext uri="{FF2B5EF4-FFF2-40B4-BE49-F238E27FC236}">
                    <a16:creationId xmlns:a16="http://schemas.microsoft.com/office/drawing/2014/main" id="{A327B980-6BF8-4EB8-9582-90A2E40E042A}"/>
                  </a:ext>
                </a:extLst>
              </p:cNvPr>
              <p:cNvSpPr>
                <a:spLocks noChangeArrowheads="1"/>
              </p:cNvSpPr>
              <p:nvPr/>
            </p:nvSpPr>
            <p:spPr bwMode="auto">
              <a:xfrm>
                <a:off x="2376" y="2136"/>
                <a:ext cx="816" cy="816"/>
              </a:xfrm>
              <a:prstGeom prst="ellipse">
                <a:avLst/>
              </a:prstGeom>
              <a:solidFill>
                <a:srgbClr val="B2B2B2"/>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69" name="Line 19">
                <a:extLst>
                  <a:ext uri="{FF2B5EF4-FFF2-40B4-BE49-F238E27FC236}">
                    <a16:creationId xmlns:a16="http://schemas.microsoft.com/office/drawing/2014/main" id="{24836DAD-3333-473B-BC20-A48F492F22BC}"/>
                  </a:ext>
                </a:extLst>
              </p:cNvPr>
              <p:cNvSpPr>
                <a:spLocks noChangeShapeType="1"/>
              </p:cNvSpPr>
              <p:nvPr/>
            </p:nvSpPr>
            <p:spPr bwMode="auto">
              <a:xfrm>
                <a:off x="2784" y="1776"/>
                <a:ext cx="0" cy="336"/>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70" name="Line 20">
                <a:extLst>
                  <a:ext uri="{FF2B5EF4-FFF2-40B4-BE49-F238E27FC236}">
                    <a16:creationId xmlns:a16="http://schemas.microsoft.com/office/drawing/2014/main" id="{D4E283D6-EEAB-4660-9D1B-3058B9082376}"/>
                  </a:ext>
                </a:extLst>
              </p:cNvPr>
              <p:cNvSpPr>
                <a:spLocks noChangeShapeType="1"/>
              </p:cNvSpPr>
              <p:nvPr/>
            </p:nvSpPr>
            <p:spPr bwMode="auto">
              <a:xfrm>
                <a:off x="2784" y="2976"/>
                <a:ext cx="0" cy="336"/>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71" name="Line 21">
                <a:extLst>
                  <a:ext uri="{FF2B5EF4-FFF2-40B4-BE49-F238E27FC236}">
                    <a16:creationId xmlns:a16="http://schemas.microsoft.com/office/drawing/2014/main" id="{22E1CD34-B065-4921-9728-2FA8AC9E9632}"/>
                  </a:ext>
                </a:extLst>
              </p:cNvPr>
              <p:cNvSpPr>
                <a:spLocks noChangeShapeType="1"/>
              </p:cNvSpPr>
              <p:nvPr/>
            </p:nvSpPr>
            <p:spPr bwMode="auto">
              <a:xfrm>
                <a:off x="2160" y="2064"/>
                <a:ext cx="288" cy="24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72" name="Line 22">
                <a:extLst>
                  <a:ext uri="{FF2B5EF4-FFF2-40B4-BE49-F238E27FC236}">
                    <a16:creationId xmlns:a16="http://schemas.microsoft.com/office/drawing/2014/main" id="{935D034F-16FB-494B-9E02-CC634F6BEAF9}"/>
                  </a:ext>
                </a:extLst>
              </p:cNvPr>
              <p:cNvSpPr>
                <a:spLocks noChangeShapeType="1"/>
              </p:cNvSpPr>
              <p:nvPr/>
            </p:nvSpPr>
            <p:spPr bwMode="auto">
              <a:xfrm>
                <a:off x="3168" y="2784"/>
                <a:ext cx="240" cy="192"/>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73" name="Line 23">
                <a:extLst>
                  <a:ext uri="{FF2B5EF4-FFF2-40B4-BE49-F238E27FC236}">
                    <a16:creationId xmlns:a16="http://schemas.microsoft.com/office/drawing/2014/main" id="{35611828-2FAA-4EF6-9696-4FB3F90EF6F2}"/>
                  </a:ext>
                </a:extLst>
              </p:cNvPr>
              <p:cNvSpPr>
                <a:spLocks noChangeShapeType="1"/>
              </p:cNvSpPr>
              <p:nvPr/>
            </p:nvSpPr>
            <p:spPr bwMode="auto">
              <a:xfrm flipV="1">
                <a:off x="2112" y="2784"/>
                <a:ext cx="288" cy="192"/>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74" name="Line 24">
                <a:extLst>
                  <a:ext uri="{FF2B5EF4-FFF2-40B4-BE49-F238E27FC236}">
                    <a16:creationId xmlns:a16="http://schemas.microsoft.com/office/drawing/2014/main" id="{2A9EB6C5-FAF7-441A-BB06-484052B7388B}"/>
                  </a:ext>
                </a:extLst>
              </p:cNvPr>
              <p:cNvSpPr>
                <a:spLocks noChangeShapeType="1"/>
              </p:cNvSpPr>
              <p:nvPr/>
            </p:nvSpPr>
            <p:spPr bwMode="auto">
              <a:xfrm flipV="1">
                <a:off x="3120" y="2064"/>
                <a:ext cx="288" cy="24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75" name="Rectangle 25">
                <a:extLst>
                  <a:ext uri="{FF2B5EF4-FFF2-40B4-BE49-F238E27FC236}">
                    <a16:creationId xmlns:a16="http://schemas.microsoft.com/office/drawing/2014/main" id="{43526C5A-829C-42B4-861A-4E8EDA961D9B}"/>
                  </a:ext>
                </a:extLst>
              </p:cNvPr>
              <p:cNvSpPr>
                <a:spLocks noChangeArrowheads="1"/>
              </p:cNvSpPr>
              <p:nvPr/>
            </p:nvSpPr>
            <p:spPr bwMode="auto">
              <a:xfrm>
                <a:off x="2544" y="2256"/>
                <a:ext cx="480" cy="24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76" name="Rectangle 26">
                <a:extLst>
                  <a:ext uri="{FF2B5EF4-FFF2-40B4-BE49-F238E27FC236}">
                    <a16:creationId xmlns:a16="http://schemas.microsoft.com/office/drawing/2014/main" id="{8313A58D-5459-42CC-8601-148DEE8211F3}"/>
                  </a:ext>
                </a:extLst>
              </p:cNvPr>
              <p:cNvSpPr>
                <a:spLocks noChangeArrowheads="1"/>
              </p:cNvSpPr>
              <p:nvPr/>
            </p:nvSpPr>
            <p:spPr bwMode="auto">
              <a:xfrm>
                <a:off x="2544" y="2544"/>
                <a:ext cx="480" cy="192"/>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grpSp>
        <p:grpSp>
          <p:nvGrpSpPr>
            <p:cNvPr id="51" name="Group 27">
              <a:extLst>
                <a:ext uri="{FF2B5EF4-FFF2-40B4-BE49-F238E27FC236}">
                  <a16:creationId xmlns:a16="http://schemas.microsoft.com/office/drawing/2014/main" id="{6ECEE8A4-EFB6-48F4-BDB9-5A127092E486}"/>
                </a:ext>
              </a:extLst>
            </p:cNvPr>
            <p:cNvGrpSpPr>
              <a:grpSpLocks/>
            </p:cNvGrpSpPr>
            <p:nvPr/>
          </p:nvGrpSpPr>
          <p:grpSpPr bwMode="auto">
            <a:xfrm>
              <a:off x="3312" y="3552"/>
              <a:ext cx="576" cy="528"/>
              <a:chOff x="1968" y="1776"/>
              <a:chExt cx="1632" cy="1536"/>
            </a:xfrm>
          </p:grpSpPr>
          <p:sp>
            <p:nvSpPr>
              <p:cNvPr id="57" name="Oval 28">
                <a:extLst>
                  <a:ext uri="{FF2B5EF4-FFF2-40B4-BE49-F238E27FC236}">
                    <a16:creationId xmlns:a16="http://schemas.microsoft.com/office/drawing/2014/main" id="{C2602342-3715-4BF5-9D5B-D9E62A28EBAB}"/>
                  </a:ext>
                </a:extLst>
              </p:cNvPr>
              <p:cNvSpPr>
                <a:spLocks noChangeArrowheads="1"/>
              </p:cNvSpPr>
              <p:nvPr/>
            </p:nvSpPr>
            <p:spPr bwMode="auto">
              <a:xfrm>
                <a:off x="1968" y="1776"/>
                <a:ext cx="1632" cy="1536"/>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58" name="Oval 29">
                <a:extLst>
                  <a:ext uri="{FF2B5EF4-FFF2-40B4-BE49-F238E27FC236}">
                    <a16:creationId xmlns:a16="http://schemas.microsoft.com/office/drawing/2014/main" id="{365AE3E0-B256-4D3C-BD1E-086644067323}"/>
                  </a:ext>
                </a:extLst>
              </p:cNvPr>
              <p:cNvSpPr>
                <a:spLocks noChangeArrowheads="1"/>
              </p:cNvSpPr>
              <p:nvPr/>
            </p:nvSpPr>
            <p:spPr bwMode="auto">
              <a:xfrm>
                <a:off x="2376" y="2136"/>
                <a:ext cx="816" cy="816"/>
              </a:xfrm>
              <a:prstGeom prst="ellipse">
                <a:avLst/>
              </a:prstGeom>
              <a:solidFill>
                <a:srgbClr val="B2B2B2"/>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59" name="Line 30">
                <a:extLst>
                  <a:ext uri="{FF2B5EF4-FFF2-40B4-BE49-F238E27FC236}">
                    <a16:creationId xmlns:a16="http://schemas.microsoft.com/office/drawing/2014/main" id="{5FBAFC9C-B078-41EE-8D70-23A7F2E431CC}"/>
                  </a:ext>
                </a:extLst>
              </p:cNvPr>
              <p:cNvSpPr>
                <a:spLocks noChangeShapeType="1"/>
              </p:cNvSpPr>
              <p:nvPr/>
            </p:nvSpPr>
            <p:spPr bwMode="auto">
              <a:xfrm>
                <a:off x="2784" y="1776"/>
                <a:ext cx="0" cy="336"/>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60" name="Line 31">
                <a:extLst>
                  <a:ext uri="{FF2B5EF4-FFF2-40B4-BE49-F238E27FC236}">
                    <a16:creationId xmlns:a16="http://schemas.microsoft.com/office/drawing/2014/main" id="{4E6C662D-9A22-4F11-AEB8-3A004B7294CD}"/>
                  </a:ext>
                </a:extLst>
              </p:cNvPr>
              <p:cNvSpPr>
                <a:spLocks noChangeShapeType="1"/>
              </p:cNvSpPr>
              <p:nvPr/>
            </p:nvSpPr>
            <p:spPr bwMode="auto">
              <a:xfrm>
                <a:off x="2784" y="2976"/>
                <a:ext cx="0" cy="336"/>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61" name="Line 32">
                <a:extLst>
                  <a:ext uri="{FF2B5EF4-FFF2-40B4-BE49-F238E27FC236}">
                    <a16:creationId xmlns:a16="http://schemas.microsoft.com/office/drawing/2014/main" id="{75225349-483D-4977-96F2-55DB2EA10EC1}"/>
                  </a:ext>
                </a:extLst>
              </p:cNvPr>
              <p:cNvSpPr>
                <a:spLocks noChangeShapeType="1"/>
              </p:cNvSpPr>
              <p:nvPr/>
            </p:nvSpPr>
            <p:spPr bwMode="auto">
              <a:xfrm>
                <a:off x="2160" y="2064"/>
                <a:ext cx="288" cy="24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62" name="Line 33">
                <a:extLst>
                  <a:ext uri="{FF2B5EF4-FFF2-40B4-BE49-F238E27FC236}">
                    <a16:creationId xmlns:a16="http://schemas.microsoft.com/office/drawing/2014/main" id="{5BA18952-8031-46E5-A264-E65B04DC0E65}"/>
                  </a:ext>
                </a:extLst>
              </p:cNvPr>
              <p:cNvSpPr>
                <a:spLocks noChangeShapeType="1"/>
              </p:cNvSpPr>
              <p:nvPr/>
            </p:nvSpPr>
            <p:spPr bwMode="auto">
              <a:xfrm>
                <a:off x="3168" y="2784"/>
                <a:ext cx="240" cy="192"/>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63" name="Line 34">
                <a:extLst>
                  <a:ext uri="{FF2B5EF4-FFF2-40B4-BE49-F238E27FC236}">
                    <a16:creationId xmlns:a16="http://schemas.microsoft.com/office/drawing/2014/main" id="{0B42A91D-D38B-4D9B-BA6C-793DDEFD5E13}"/>
                  </a:ext>
                </a:extLst>
              </p:cNvPr>
              <p:cNvSpPr>
                <a:spLocks noChangeShapeType="1"/>
              </p:cNvSpPr>
              <p:nvPr/>
            </p:nvSpPr>
            <p:spPr bwMode="auto">
              <a:xfrm flipV="1">
                <a:off x="2112" y="2784"/>
                <a:ext cx="288" cy="192"/>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64" name="Line 35">
                <a:extLst>
                  <a:ext uri="{FF2B5EF4-FFF2-40B4-BE49-F238E27FC236}">
                    <a16:creationId xmlns:a16="http://schemas.microsoft.com/office/drawing/2014/main" id="{97D90882-F69C-4AE6-8821-6995C3621764}"/>
                  </a:ext>
                </a:extLst>
              </p:cNvPr>
              <p:cNvSpPr>
                <a:spLocks noChangeShapeType="1"/>
              </p:cNvSpPr>
              <p:nvPr/>
            </p:nvSpPr>
            <p:spPr bwMode="auto">
              <a:xfrm flipV="1">
                <a:off x="3120" y="2064"/>
                <a:ext cx="288" cy="24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65" name="Rectangle 36">
                <a:extLst>
                  <a:ext uri="{FF2B5EF4-FFF2-40B4-BE49-F238E27FC236}">
                    <a16:creationId xmlns:a16="http://schemas.microsoft.com/office/drawing/2014/main" id="{DA36A009-3C8E-45DA-B8EE-EDDF308058B4}"/>
                  </a:ext>
                </a:extLst>
              </p:cNvPr>
              <p:cNvSpPr>
                <a:spLocks noChangeArrowheads="1"/>
              </p:cNvSpPr>
              <p:nvPr/>
            </p:nvSpPr>
            <p:spPr bwMode="auto">
              <a:xfrm>
                <a:off x="2544" y="2256"/>
                <a:ext cx="480" cy="24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66" name="Rectangle 37">
                <a:extLst>
                  <a:ext uri="{FF2B5EF4-FFF2-40B4-BE49-F238E27FC236}">
                    <a16:creationId xmlns:a16="http://schemas.microsoft.com/office/drawing/2014/main" id="{5A87CB2B-C631-427E-98DE-BB7CD4746242}"/>
                  </a:ext>
                </a:extLst>
              </p:cNvPr>
              <p:cNvSpPr>
                <a:spLocks noChangeArrowheads="1"/>
              </p:cNvSpPr>
              <p:nvPr/>
            </p:nvSpPr>
            <p:spPr bwMode="auto">
              <a:xfrm>
                <a:off x="2544" y="2544"/>
                <a:ext cx="480" cy="192"/>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52" name="AutoShape 38">
              <a:extLst>
                <a:ext uri="{FF2B5EF4-FFF2-40B4-BE49-F238E27FC236}">
                  <a16:creationId xmlns:a16="http://schemas.microsoft.com/office/drawing/2014/main" id="{D6C21ADE-33A2-47CC-B04D-7FD2BD189657}"/>
                </a:ext>
              </a:extLst>
            </p:cNvPr>
            <p:cNvSpPr>
              <a:spLocks noChangeArrowheads="1"/>
            </p:cNvSpPr>
            <p:nvPr/>
          </p:nvSpPr>
          <p:spPr bwMode="auto">
            <a:xfrm>
              <a:off x="2496" y="3168"/>
              <a:ext cx="192" cy="192"/>
            </a:xfrm>
            <a:prstGeom prst="flowChartExtract">
              <a:avLst/>
            </a:prstGeom>
            <a:solidFill>
              <a:srgbClr val="FFFFFF"/>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53" name="Line 39">
              <a:extLst>
                <a:ext uri="{FF2B5EF4-FFF2-40B4-BE49-F238E27FC236}">
                  <a16:creationId xmlns:a16="http://schemas.microsoft.com/office/drawing/2014/main" id="{1D1B5C68-2229-48AB-ADD2-42A34C49A0B5}"/>
                </a:ext>
              </a:extLst>
            </p:cNvPr>
            <p:cNvSpPr>
              <a:spLocks noChangeShapeType="1"/>
            </p:cNvSpPr>
            <p:nvPr/>
          </p:nvSpPr>
          <p:spPr bwMode="auto">
            <a:xfrm>
              <a:off x="2592" y="3360"/>
              <a:ext cx="0" cy="96"/>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54" name="Line 40">
              <a:extLst>
                <a:ext uri="{FF2B5EF4-FFF2-40B4-BE49-F238E27FC236}">
                  <a16:creationId xmlns:a16="http://schemas.microsoft.com/office/drawing/2014/main" id="{DC8F24DA-E27B-41A8-88BE-003C42A89808}"/>
                </a:ext>
              </a:extLst>
            </p:cNvPr>
            <p:cNvSpPr>
              <a:spLocks noChangeShapeType="1"/>
            </p:cNvSpPr>
            <p:nvPr/>
          </p:nvSpPr>
          <p:spPr bwMode="auto">
            <a:xfrm>
              <a:off x="1536" y="3456"/>
              <a:ext cx="2064"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55" name="Line 41">
              <a:extLst>
                <a:ext uri="{FF2B5EF4-FFF2-40B4-BE49-F238E27FC236}">
                  <a16:creationId xmlns:a16="http://schemas.microsoft.com/office/drawing/2014/main" id="{F51BE858-39A7-4E82-ACEF-749413053854}"/>
                </a:ext>
              </a:extLst>
            </p:cNvPr>
            <p:cNvSpPr>
              <a:spLocks noChangeShapeType="1"/>
            </p:cNvSpPr>
            <p:nvPr/>
          </p:nvSpPr>
          <p:spPr bwMode="auto">
            <a:xfrm>
              <a:off x="1536" y="3456"/>
              <a:ext cx="0" cy="4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56" name="Line 42">
              <a:extLst>
                <a:ext uri="{FF2B5EF4-FFF2-40B4-BE49-F238E27FC236}">
                  <a16:creationId xmlns:a16="http://schemas.microsoft.com/office/drawing/2014/main" id="{D460A1C9-AE76-4B3D-93CD-9C574185FC1F}"/>
                </a:ext>
              </a:extLst>
            </p:cNvPr>
            <p:cNvSpPr>
              <a:spLocks noChangeShapeType="1"/>
            </p:cNvSpPr>
            <p:nvPr/>
          </p:nvSpPr>
          <p:spPr bwMode="auto">
            <a:xfrm>
              <a:off x="3600" y="3456"/>
              <a:ext cx="0" cy="4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anose="02020603050405020304" pitchFamily="18" charset="0"/>
              </a:endParaRPr>
            </a:p>
          </p:txBody>
        </p:sp>
      </p:grpSp>
      <p:sp>
        <p:nvSpPr>
          <p:cNvPr id="87" name="Text Box 44">
            <a:extLst>
              <a:ext uri="{FF2B5EF4-FFF2-40B4-BE49-F238E27FC236}">
                <a16:creationId xmlns:a16="http://schemas.microsoft.com/office/drawing/2014/main" id="{11826D57-2F30-4954-8A50-B048F75D5876}"/>
              </a:ext>
            </a:extLst>
          </p:cNvPr>
          <p:cNvSpPr txBox="1">
            <a:spLocks noChangeArrowheads="1"/>
          </p:cNvSpPr>
          <p:nvPr/>
        </p:nvSpPr>
        <p:spPr bwMode="auto">
          <a:xfrm>
            <a:off x="7606515" y="5223982"/>
            <a:ext cx="1239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spcBef>
                <a:spcPct val="0"/>
              </a:spcBef>
              <a:spcAft>
                <a:spcPct val="0"/>
              </a:spcAft>
            </a:pPr>
            <a:r>
              <a:rPr lang="es-ES_tradnl" altLang="en-US" sz="2000" dirty="0" err="1">
                <a:solidFill>
                  <a:srgbClr val="000000"/>
                </a:solidFill>
                <a:latin typeface="Times New Roman" panose="02020603050405020304" pitchFamily="18" charset="0"/>
              </a:rPr>
              <a:t>subclasses</a:t>
            </a:r>
            <a:endParaRPr lang="es-ES" altLang="en-US" sz="2000" dirty="0">
              <a:solidFill>
                <a:srgbClr val="000000"/>
              </a:solidFill>
              <a:latin typeface="Times New Roman" panose="02020603050405020304" pitchFamily="18" charset="0"/>
            </a:endParaRPr>
          </a:p>
        </p:txBody>
      </p:sp>
      <p:sp>
        <p:nvSpPr>
          <p:cNvPr id="88" name="Text Box 45">
            <a:extLst>
              <a:ext uri="{FF2B5EF4-FFF2-40B4-BE49-F238E27FC236}">
                <a16:creationId xmlns:a16="http://schemas.microsoft.com/office/drawing/2014/main" id="{6FBE6025-C8DE-47BD-8BC2-CA90BACE1B6A}"/>
              </a:ext>
            </a:extLst>
          </p:cNvPr>
          <p:cNvSpPr txBox="1">
            <a:spLocks noChangeArrowheads="1"/>
          </p:cNvSpPr>
          <p:nvPr/>
        </p:nvSpPr>
        <p:spPr bwMode="auto">
          <a:xfrm>
            <a:off x="3658599" y="6021339"/>
            <a:ext cx="142122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spcBef>
                <a:spcPct val="0"/>
              </a:spcBef>
              <a:spcAft>
                <a:spcPct val="0"/>
              </a:spcAft>
            </a:pPr>
            <a:r>
              <a:rPr lang="es-ES_tradnl" altLang="en-US" dirty="0" err="1">
                <a:solidFill>
                  <a:srgbClr val="000000"/>
                </a:solidFill>
                <a:latin typeface="Times New Roman" panose="02020603050405020304" pitchFamily="18" charset="0"/>
              </a:rPr>
              <a:t>Chair</a:t>
            </a:r>
            <a:r>
              <a:rPr lang="es-ES_tradnl" altLang="en-US" dirty="0">
                <a:solidFill>
                  <a:srgbClr val="000000"/>
                </a:solidFill>
                <a:latin typeface="Times New Roman" panose="02020603050405020304" pitchFamily="18" charset="0"/>
              </a:rPr>
              <a:t> </a:t>
            </a:r>
            <a:r>
              <a:rPr lang="es-ES_tradnl" altLang="en-US" dirty="0" err="1">
                <a:solidFill>
                  <a:srgbClr val="000000"/>
                </a:solidFill>
                <a:latin typeface="Times New Roman" panose="02020603050405020304" pitchFamily="18" charset="0"/>
              </a:rPr>
              <a:t>Type</a:t>
            </a:r>
            <a:r>
              <a:rPr lang="es-ES_tradnl" altLang="en-US" dirty="0">
                <a:solidFill>
                  <a:srgbClr val="000000"/>
                </a:solidFill>
                <a:latin typeface="Times New Roman" panose="02020603050405020304" pitchFamily="18" charset="0"/>
              </a:rPr>
              <a:t> A</a:t>
            </a:r>
            <a:endParaRPr lang="es-ES" altLang="en-US" dirty="0">
              <a:solidFill>
                <a:srgbClr val="000000"/>
              </a:solidFill>
              <a:latin typeface="Times New Roman" panose="02020603050405020304" pitchFamily="18" charset="0"/>
            </a:endParaRPr>
          </a:p>
        </p:txBody>
      </p:sp>
      <p:sp>
        <p:nvSpPr>
          <p:cNvPr id="89" name="Text Box 46">
            <a:extLst>
              <a:ext uri="{FF2B5EF4-FFF2-40B4-BE49-F238E27FC236}">
                <a16:creationId xmlns:a16="http://schemas.microsoft.com/office/drawing/2014/main" id="{5DF2F6D1-8B73-44F3-9D9E-269F92B80D92}"/>
              </a:ext>
            </a:extLst>
          </p:cNvPr>
          <p:cNvSpPr txBox="1">
            <a:spLocks noChangeArrowheads="1"/>
          </p:cNvSpPr>
          <p:nvPr/>
        </p:nvSpPr>
        <p:spPr bwMode="auto">
          <a:xfrm>
            <a:off x="6416649" y="6098289"/>
            <a:ext cx="142115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spcBef>
                <a:spcPct val="0"/>
              </a:spcBef>
              <a:spcAft>
                <a:spcPct val="0"/>
              </a:spcAft>
            </a:pPr>
            <a:r>
              <a:rPr lang="es-ES_tradnl" altLang="en-US" dirty="0" err="1">
                <a:solidFill>
                  <a:srgbClr val="000000"/>
                </a:solidFill>
                <a:latin typeface="Times New Roman" panose="02020603050405020304" pitchFamily="18" charset="0"/>
              </a:rPr>
              <a:t>Chair</a:t>
            </a:r>
            <a:r>
              <a:rPr lang="es-ES_tradnl" altLang="en-US" dirty="0">
                <a:solidFill>
                  <a:srgbClr val="000000"/>
                </a:solidFill>
                <a:latin typeface="Times New Roman" panose="02020603050405020304" pitchFamily="18" charset="0"/>
              </a:rPr>
              <a:t> </a:t>
            </a:r>
            <a:r>
              <a:rPr lang="es-ES_tradnl" altLang="en-US" dirty="0" err="1">
                <a:solidFill>
                  <a:srgbClr val="000000"/>
                </a:solidFill>
                <a:latin typeface="Times New Roman" panose="02020603050405020304" pitchFamily="18" charset="0"/>
              </a:rPr>
              <a:t>Type</a:t>
            </a:r>
            <a:r>
              <a:rPr lang="es-ES_tradnl" altLang="en-US" dirty="0">
                <a:solidFill>
                  <a:srgbClr val="000000"/>
                </a:solidFill>
                <a:latin typeface="Times New Roman" panose="02020603050405020304" pitchFamily="18" charset="0"/>
              </a:rPr>
              <a:t> B</a:t>
            </a:r>
            <a:endParaRPr lang="es-ES" altLang="en-US" dirty="0">
              <a:solidFill>
                <a:srgbClr val="000000"/>
              </a:solidFill>
              <a:latin typeface="Times New Roman" panose="02020603050405020304" pitchFamily="18" charset="0"/>
            </a:endParaRPr>
          </a:p>
        </p:txBody>
      </p:sp>
      <p:sp>
        <p:nvSpPr>
          <p:cNvPr id="90" name="TextBox 89">
            <a:extLst>
              <a:ext uri="{FF2B5EF4-FFF2-40B4-BE49-F238E27FC236}">
                <a16:creationId xmlns:a16="http://schemas.microsoft.com/office/drawing/2014/main" id="{ED148F01-57C5-4B36-82C7-ECEFA43999E5}"/>
              </a:ext>
            </a:extLst>
          </p:cNvPr>
          <p:cNvSpPr txBox="1"/>
          <p:nvPr/>
        </p:nvSpPr>
        <p:spPr>
          <a:xfrm>
            <a:off x="331692" y="993217"/>
            <a:ext cx="11858715" cy="2688108"/>
          </a:xfrm>
          <a:prstGeom prst="rect">
            <a:avLst/>
          </a:prstGeom>
          <a:noFill/>
        </p:spPr>
        <p:txBody>
          <a:bodyPr wrap="square">
            <a:spAutoFit/>
          </a:bodyPr>
          <a:lstStyle/>
          <a:p>
            <a:pPr marL="342900" indent="-342900">
              <a:lnSpc>
                <a:spcPct val="100000"/>
              </a:lnSpc>
              <a:buFont typeface="Wingdings" panose="05000000000000000000" pitchFamily="2" charset="2"/>
              <a:buChar char="ü"/>
            </a:pPr>
            <a:r>
              <a:rPr lang="en-US" sz="2400" dirty="0"/>
              <a:t>Objects are often very similar. They share common logic. But they’re not </a:t>
            </a:r>
            <a:r>
              <a:rPr lang="en-US" sz="2400" b="1" dirty="0"/>
              <a:t>entirely</a:t>
            </a:r>
            <a:r>
              <a:rPr lang="en-US" sz="2400" dirty="0"/>
              <a:t> the same</a:t>
            </a:r>
          </a:p>
          <a:p>
            <a:pPr marL="342900" indent="-342900">
              <a:lnSpc>
                <a:spcPct val="100000"/>
              </a:lnSpc>
              <a:buFont typeface="Wingdings" panose="05000000000000000000" pitchFamily="2" charset="2"/>
              <a:buChar char="ü"/>
            </a:pPr>
            <a:r>
              <a:rPr lang="en-US" altLang="en-US" sz="2400" dirty="0"/>
              <a:t>Every class, except Object, has a superclass</a:t>
            </a:r>
          </a:p>
          <a:p>
            <a:pPr marL="342900" indent="-342900">
              <a:buFont typeface="Wingdings" panose="05000000000000000000" pitchFamily="2" charset="2"/>
              <a:buChar char="ü"/>
            </a:pPr>
            <a:r>
              <a:rPr lang="en-US" altLang="en-US" sz="2400" dirty="0"/>
              <a:t>A class may have several ancestors, up to Object</a:t>
            </a:r>
          </a:p>
          <a:p>
            <a:pPr marL="342900" indent="-342900">
              <a:buFont typeface="Wingdings" panose="05000000000000000000" pitchFamily="2" charset="2"/>
              <a:buChar char="ü"/>
            </a:pPr>
            <a:r>
              <a:rPr lang="en-US" altLang="en-US" sz="2400" dirty="0"/>
              <a:t>When you define a class, you specify its superclass</a:t>
            </a:r>
          </a:p>
          <a:p>
            <a:pPr marL="800124" lvl="1" indent="-342900">
              <a:buFont typeface="Wingdings" panose="05000000000000000000" pitchFamily="2" charset="2"/>
              <a:buChar char="ü"/>
            </a:pPr>
            <a:r>
              <a:rPr lang="en-US" altLang="en-US" sz="2000" dirty="0"/>
              <a:t>If you don’t specify a superclass, Object is assumed</a:t>
            </a:r>
          </a:p>
          <a:p>
            <a:pPr marL="342900" indent="-342900">
              <a:buFont typeface="Wingdings" panose="05000000000000000000" pitchFamily="2" charset="2"/>
              <a:buChar char="ü"/>
            </a:pPr>
            <a:r>
              <a:rPr lang="en-US" altLang="en-US" sz="2400" dirty="0"/>
              <a:t>Every class may have one or more subclasses</a:t>
            </a:r>
          </a:p>
          <a:p>
            <a:pPr marL="342900" indent="-342900">
              <a:lnSpc>
                <a:spcPct val="130000"/>
              </a:lnSpc>
              <a:buFont typeface="Wingdings" panose="05000000000000000000" pitchFamily="2" charset="2"/>
              <a:buChar char="ü"/>
            </a:pPr>
            <a:r>
              <a:rPr lang="en-US" sz="2400" dirty="0"/>
              <a:t>Inheritance is important since it leads to the reusability of code</a:t>
            </a:r>
            <a:r>
              <a:rPr lang="en-US" sz="2000" dirty="0"/>
              <a:t>.</a:t>
            </a:r>
            <a:endParaRPr lang="es-ES_tradnl" alt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Recall the mobile Phone Example</a:t>
            </a:r>
          </a:p>
        </p:txBody>
      </p:sp>
      <p:pic>
        <p:nvPicPr>
          <p:cNvPr id="4" name="Picture 3"/>
          <p:cNvPicPr>
            <a:picLocks noChangeAspect="1" noChangeArrowheads="1"/>
          </p:cNvPicPr>
          <p:nvPr/>
        </p:nvPicPr>
        <p:blipFill>
          <a:blip r:embed="rId2"/>
          <a:srcRect/>
          <a:stretch>
            <a:fillRect/>
          </a:stretch>
        </p:blipFill>
        <p:spPr bwMode="auto">
          <a:xfrm>
            <a:off x="4602205" y="986048"/>
            <a:ext cx="1762562" cy="2054147"/>
          </a:xfrm>
          <a:prstGeom prst="rect">
            <a:avLst/>
          </a:prstGeom>
          <a:noFill/>
          <a:ln w="9525">
            <a:noFill/>
            <a:miter lim="800000"/>
            <a:headEnd/>
            <a:tailEnd/>
          </a:ln>
          <a:effectLst/>
        </p:spPr>
      </p:pic>
      <p:pic>
        <p:nvPicPr>
          <p:cNvPr id="40962" name="Picture 2"/>
          <p:cNvPicPr>
            <a:picLocks noChangeAspect="1" noChangeArrowheads="1"/>
          </p:cNvPicPr>
          <p:nvPr/>
        </p:nvPicPr>
        <p:blipFill>
          <a:blip r:embed="rId3"/>
          <a:srcRect/>
          <a:stretch>
            <a:fillRect/>
          </a:stretch>
        </p:blipFill>
        <p:spPr bwMode="auto">
          <a:xfrm>
            <a:off x="7439239" y="3429000"/>
            <a:ext cx="2466415" cy="2439606"/>
          </a:xfrm>
          <a:prstGeom prst="rect">
            <a:avLst/>
          </a:prstGeom>
          <a:noFill/>
          <a:ln w="9525">
            <a:noFill/>
            <a:miter lim="800000"/>
            <a:headEnd/>
            <a:tailEnd/>
          </a:ln>
          <a:effectLst/>
        </p:spPr>
      </p:pic>
      <p:pic>
        <p:nvPicPr>
          <p:cNvPr id="40963" name="Picture 3"/>
          <p:cNvPicPr>
            <a:picLocks noChangeAspect="1" noChangeArrowheads="1"/>
          </p:cNvPicPr>
          <p:nvPr/>
        </p:nvPicPr>
        <p:blipFill>
          <a:blip r:embed="rId4"/>
          <a:srcRect/>
          <a:stretch>
            <a:fillRect/>
          </a:stretch>
        </p:blipFill>
        <p:spPr bwMode="auto">
          <a:xfrm>
            <a:off x="1249277" y="3429000"/>
            <a:ext cx="2119053" cy="1447800"/>
          </a:xfrm>
          <a:prstGeom prst="rect">
            <a:avLst/>
          </a:prstGeom>
          <a:noFill/>
          <a:ln w="9525">
            <a:noFill/>
            <a:miter lim="800000"/>
            <a:headEnd/>
            <a:tailEnd/>
          </a:ln>
          <a:effectLst/>
        </p:spPr>
      </p:pic>
      <p:cxnSp>
        <p:nvCxnSpPr>
          <p:cNvPr id="19" name="Shape 18"/>
          <p:cNvCxnSpPr>
            <a:stCxn id="4" idx="1"/>
            <a:endCxn id="40963" idx="0"/>
          </p:cNvCxnSpPr>
          <p:nvPr/>
        </p:nvCxnSpPr>
        <p:spPr>
          <a:xfrm rot="10800000" flipV="1">
            <a:off x="2308805" y="2013122"/>
            <a:ext cx="2293401" cy="1415878"/>
          </a:xfrm>
          <a:prstGeom prst="bentConnector2">
            <a:avLst/>
          </a:prstGeom>
          <a:ln w="12700">
            <a:tailEnd type="arrow"/>
          </a:ln>
        </p:spPr>
        <p:style>
          <a:lnRef idx="1">
            <a:schemeClr val="accent1"/>
          </a:lnRef>
          <a:fillRef idx="0">
            <a:schemeClr val="accent1"/>
          </a:fillRef>
          <a:effectRef idx="0">
            <a:schemeClr val="accent1"/>
          </a:effectRef>
          <a:fontRef idx="minor">
            <a:schemeClr val="tx1"/>
          </a:fontRef>
        </p:style>
      </p:cxnSp>
      <p:cxnSp>
        <p:nvCxnSpPr>
          <p:cNvPr id="21" name="Shape 20"/>
          <p:cNvCxnSpPr>
            <a:stCxn id="4" idx="3"/>
            <a:endCxn id="40962" idx="0"/>
          </p:cNvCxnSpPr>
          <p:nvPr/>
        </p:nvCxnSpPr>
        <p:spPr>
          <a:xfrm>
            <a:off x="6364767" y="2013122"/>
            <a:ext cx="2307680" cy="1415878"/>
          </a:xfrm>
          <a:prstGeom prst="bentConnector2">
            <a:avLst/>
          </a:prstGeom>
          <a:ln w="1905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9AC51A25-7EC3-40C5-8CDE-968CA850D03D}"/>
              </a:ext>
            </a:extLst>
          </p:cNvPr>
          <p:cNvSpPr>
            <a:spLocks noGrp="1" noChangeArrowheads="1"/>
          </p:cNvSpPr>
          <p:nvPr>
            <p:ph type="title"/>
          </p:nvPr>
        </p:nvSpPr>
        <p:spPr>
          <a:xfrm>
            <a:off x="337309" y="341190"/>
            <a:ext cx="8155287" cy="498598"/>
          </a:xfrm>
        </p:spPr>
        <p:txBody>
          <a:bodyPr/>
          <a:lstStyle/>
          <a:p>
            <a:r>
              <a:rPr lang="en-US" altLang="en-US" dirty="0"/>
              <a:t>Class Inheritance &amp; Specialization</a:t>
            </a:r>
          </a:p>
        </p:txBody>
      </p:sp>
      <p:sp>
        <p:nvSpPr>
          <p:cNvPr id="32" name="Text Box 7">
            <a:extLst>
              <a:ext uri="{FF2B5EF4-FFF2-40B4-BE49-F238E27FC236}">
                <a16:creationId xmlns:a16="http://schemas.microsoft.com/office/drawing/2014/main" id="{8358D3D0-64A9-4934-B433-81DB8D6B1827}"/>
              </a:ext>
            </a:extLst>
          </p:cNvPr>
          <p:cNvSpPr txBox="1">
            <a:spLocks noChangeArrowheads="1"/>
          </p:cNvSpPr>
          <p:nvPr/>
        </p:nvSpPr>
        <p:spPr bwMode="auto">
          <a:xfrm>
            <a:off x="5503690" y="990600"/>
            <a:ext cx="1808508" cy="101566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rPr>
              <a:t>Class: Furniture</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rPr>
              <a:t>Attribute A1</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2000" b="0" i="0" u="none" strike="noStrike" kern="0" cap="none" spc="0" normalizeH="0" baseline="0" noProof="0">
                <a:ln>
                  <a:noFill/>
                </a:ln>
                <a:solidFill>
                  <a:srgbClr val="000000"/>
                </a:solidFill>
                <a:effectLst/>
                <a:uLnTx/>
                <a:uFillTx/>
              </a:rPr>
              <a:t>Method  A1</a:t>
            </a:r>
          </a:p>
        </p:txBody>
      </p:sp>
      <p:sp>
        <p:nvSpPr>
          <p:cNvPr id="33" name="Text Box 8">
            <a:extLst>
              <a:ext uri="{FF2B5EF4-FFF2-40B4-BE49-F238E27FC236}">
                <a16:creationId xmlns:a16="http://schemas.microsoft.com/office/drawing/2014/main" id="{163A165B-4D6F-4F73-A4FC-6D0D1AB606EF}"/>
              </a:ext>
            </a:extLst>
          </p:cNvPr>
          <p:cNvSpPr txBox="1">
            <a:spLocks noChangeArrowheads="1"/>
          </p:cNvSpPr>
          <p:nvPr/>
        </p:nvSpPr>
        <p:spPr bwMode="auto">
          <a:xfrm>
            <a:off x="5596737" y="2438400"/>
            <a:ext cx="1620828"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defTabSz="914400" fontAlgn="base">
              <a:spcBef>
                <a:spcPct val="0"/>
              </a:spcBef>
              <a:spcAft>
                <a:spcPct val="0"/>
              </a:spcAft>
            </a:pPr>
            <a:r>
              <a:rPr lang="en-US" altLang="en-US" sz="2000" dirty="0">
                <a:solidFill>
                  <a:srgbClr val="000000"/>
                </a:solidFill>
              </a:rPr>
              <a:t>Class: Chairs</a:t>
            </a:r>
          </a:p>
          <a:p>
            <a:pPr algn="ctr" defTabSz="914400" fontAlgn="base">
              <a:spcBef>
                <a:spcPct val="0"/>
              </a:spcBef>
              <a:spcAft>
                <a:spcPct val="0"/>
              </a:spcAft>
            </a:pPr>
            <a:r>
              <a:rPr lang="en-US" altLang="en-US" sz="2000" dirty="0">
                <a:solidFill>
                  <a:srgbClr val="000000"/>
                </a:solidFill>
              </a:rPr>
              <a:t>[Attribute A1]</a:t>
            </a:r>
          </a:p>
          <a:p>
            <a:pPr algn="ctr" defTabSz="914400" fontAlgn="base">
              <a:spcBef>
                <a:spcPct val="0"/>
              </a:spcBef>
              <a:spcAft>
                <a:spcPct val="0"/>
              </a:spcAft>
            </a:pPr>
            <a:r>
              <a:rPr lang="en-US" altLang="en-US" sz="2000" dirty="0">
                <a:solidFill>
                  <a:srgbClr val="000000"/>
                </a:solidFill>
              </a:rPr>
              <a:t>Attribute  B1</a:t>
            </a:r>
          </a:p>
          <a:p>
            <a:pPr algn="ctr" defTabSz="914400" fontAlgn="base">
              <a:spcBef>
                <a:spcPct val="0"/>
              </a:spcBef>
              <a:spcAft>
                <a:spcPct val="0"/>
              </a:spcAft>
            </a:pPr>
            <a:r>
              <a:rPr lang="en-US" altLang="en-US" sz="2000" dirty="0">
                <a:solidFill>
                  <a:srgbClr val="000000"/>
                </a:solidFill>
              </a:rPr>
              <a:t>[Method A1]</a:t>
            </a:r>
          </a:p>
          <a:p>
            <a:pPr algn="ctr" defTabSz="914400" fontAlgn="base">
              <a:spcBef>
                <a:spcPct val="0"/>
              </a:spcBef>
              <a:spcAft>
                <a:spcPct val="0"/>
              </a:spcAft>
            </a:pPr>
            <a:r>
              <a:rPr lang="en-US" altLang="en-US" sz="2000" dirty="0">
                <a:solidFill>
                  <a:srgbClr val="000000"/>
                </a:solidFill>
              </a:rPr>
              <a:t>Method B1</a:t>
            </a:r>
          </a:p>
        </p:txBody>
      </p:sp>
      <p:sp>
        <p:nvSpPr>
          <p:cNvPr id="34" name="Rectangle 10">
            <a:extLst>
              <a:ext uri="{FF2B5EF4-FFF2-40B4-BE49-F238E27FC236}">
                <a16:creationId xmlns:a16="http://schemas.microsoft.com/office/drawing/2014/main" id="{556F47BD-6C53-47E1-ADEF-EFFA68F7D7C1}"/>
              </a:ext>
            </a:extLst>
          </p:cNvPr>
          <p:cNvSpPr>
            <a:spLocks noChangeArrowheads="1"/>
          </p:cNvSpPr>
          <p:nvPr/>
        </p:nvSpPr>
        <p:spPr bwMode="auto">
          <a:xfrm>
            <a:off x="4525963" y="4419600"/>
            <a:ext cx="3810000" cy="381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sp>
        <p:nvSpPr>
          <p:cNvPr id="35" name="Rectangle 13">
            <a:extLst>
              <a:ext uri="{FF2B5EF4-FFF2-40B4-BE49-F238E27FC236}">
                <a16:creationId xmlns:a16="http://schemas.microsoft.com/office/drawing/2014/main" id="{88983F36-E5BA-4622-98D1-33F6FF31AB48}"/>
              </a:ext>
            </a:extLst>
          </p:cNvPr>
          <p:cNvSpPr>
            <a:spLocks noChangeArrowheads="1"/>
          </p:cNvSpPr>
          <p:nvPr/>
        </p:nvSpPr>
        <p:spPr bwMode="auto">
          <a:xfrm>
            <a:off x="4525963" y="5638800"/>
            <a:ext cx="3810000" cy="9906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grpSp>
        <p:nvGrpSpPr>
          <p:cNvPr id="36" name="Group 15">
            <a:extLst>
              <a:ext uri="{FF2B5EF4-FFF2-40B4-BE49-F238E27FC236}">
                <a16:creationId xmlns:a16="http://schemas.microsoft.com/office/drawing/2014/main" id="{5F409249-8AA5-4F04-98E3-E978771851D5}"/>
              </a:ext>
            </a:extLst>
          </p:cNvPr>
          <p:cNvGrpSpPr>
            <a:grpSpLocks/>
          </p:cNvGrpSpPr>
          <p:nvPr/>
        </p:nvGrpSpPr>
        <p:grpSpPr bwMode="auto">
          <a:xfrm>
            <a:off x="4525963" y="4419601"/>
            <a:ext cx="3810000" cy="2246313"/>
            <a:chOff x="1728" y="2784"/>
            <a:chExt cx="2400" cy="1415"/>
          </a:xfrm>
        </p:grpSpPr>
        <p:sp>
          <p:nvSpPr>
            <p:cNvPr id="37" name="Text Box 9">
              <a:extLst>
                <a:ext uri="{FF2B5EF4-FFF2-40B4-BE49-F238E27FC236}">
                  <a16:creationId xmlns:a16="http://schemas.microsoft.com/office/drawing/2014/main" id="{1919085B-C8AE-40CA-871F-72139FDD1705}"/>
                </a:ext>
              </a:extLst>
            </p:cNvPr>
            <p:cNvSpPr txBox="1">
              <a:spLocks noChangeArrowheads="1"/>
            </p:cNvSpPr>
            <p:nvPr/>
          </p:nvSpPr>
          <p:spPr bwMode="auto">
            <a:xfrm>
              <a:off x="1846" y="2784"/>
              <a:ext cx="2136" cy="1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rPr>
                <a:t>Class: Executive Chairs</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rPr>
                <a:t>[Attribute A1]</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rPr>
                <a:t>[Attribute  B1]</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rPr>
                <a:t>Attribute C1</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rPr>
                <a:t>[Method A1]</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rPr>
                <a:t>Method B1 (B1 code modified)</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rPr>
                <a:t>Method C1</a:t>
              </a:r>
            </a:p>
          </p:txBody>
        </p:sp>
        <p:sp>
          <p:nvSpPr>
            <p:cNvPr id="38" name="Rectangle 11">
              <a:extLst>
                <a:ext uri="{FF2B5EF4-FFF2-40B4-BE49-F238E27FC236}">
                  <a16:creationId xmlns:a16="http://schemas.microsoft.com/office/drawing/2014/main" id="{85A0FB7B-59C5-43B2-9AEF-0AF5A162BCF6}"/>
                </a:ext>
              </a:extLst>
            </p:cNvPr>
            <p:cNvSpPr>
              <a:spLocks noChangeArrowheads="1"/>
            </p:cNvSpPr>
            <p:nvPr/>
          </p:nvSpPr>
          <p:spPr bwMode="auto">
            <a:xfrm>
              <a:off x="1728" y="3024"/>
              <a:ext cx="2400" cy="52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sp>
          <p:nvSpPr>
            <p:cNvPr id="39" name="Rectangle 14">
              <a:extLst>
                <a:ext uri="{FF2B5EF4-FFF2-40B4-BE49-F238E27FC236}">
                  <a16:creationId xmlns:a16="http://schemas.microsoft.com/office/drawing/2014/main" id="{09FCEAB9-7863-4380-B025-7362F3260FE2}"/>
                </a:ext>
              </a:extLst>
            </p:cNvPr>
            <p:cNvSpPr>
              <a:spLocks noChangeArrowheads="1"/>
            </p:cNvSpPr>
            <p:nvPr/>
          </p:nvSpPr>
          <p:spPr bwMode="auto">
            <a:xfrm>
              <a:off x="1728" y="2784"/>
              <a:ext cx="2400" cy="1392"/>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grpSp>
      <p:sp>
        <p:nvSpPr>
          <p:cNvPr id="40" name="Rectangle 18">
            <a:extLst>
              <a:ext uri="{FF2B5EF4-FFF2-40B4-BE49-F238E27FC236}">
                <a16:creationId xmlns:a16="http://schemas.microsoft.com/office/drawing/2014/main" id="{DDEDAEF1-5CE5-4005-8933-C280928E23DE}"/>
              </a:ext>
            </a:extLst>
          </p:cNvPr>
          <p:cNvSpPr>
            <a:spLocks noChangeArrowheads="1"/>
          </p:cNvSpPr>
          <p:nvPr/>
        </p:nvSpPr>
        <p:spPr bwMode="auto">
          <a:xfrm>
            <a:off x="5135563" y="2819400"/>
            <a:ext cx="2590800" cy="6096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sp>
        <p:nvSpPr>
          <p:cNvPr id="41" name="Rectangle 19">
            <a:extLst>
              <a:ext uri="{FF2B5EF4-FFF2-40B4-BE49-F238E27FC236}">
                <a16:creationId xmlns:a16="http://schemas.microsoft.com/office/drawing/2014/main" id="{89F0376A-B370-4E18-BB97-C5D52AD9019F}"/>
              </a:ext>
            </a:extLst>
          </p:cNvPr>
          <p:cNvSpPr>
            <a:spLocks noChangeArrowheads="1"/>
          </p:cNvSpPr>
          <p:nvPr/>
        </p:nvSpPr>
        <p:spPr bwMode="auto">
          <a:xfrm>
            <a:off x="5135563" y="2438400"/>
            <a:ext cx="2590800" cy="152400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sp>
        <p:nvSpPr>
          <p:cNvPr id="42" name="Rectangle 20">
            <a:extLst>
              <a:ext uri="{FF2B5EF4-FFF2-40B4-BE49-F238E27FC236}">
                <a16:creationId xmlns:a16="http://schemas.microsoft.com/office/drawing/2014/main" id="{35E62CF8-46F1-461F-B92A-4943686E2012}"/>
              </a:ext>
            </a:extLst>
          </p:cNvPr>
          <p:cNvSpPr>
            <a:spLocks noChangeArrowheads="1"/>
          </p:cNvSpPr>
          <p:nvPr/>
        </p:nvSpPr>
        <p:spPr bwMode="auto">
          <a:xfrm>
            <a:off x="5135563" y="3429000"/>
            <a:ext cx="2590800" cy="5334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sp>
        <p:nvSpPr>
          <p:cNvPr id="43" name="Rectangle 21">
            <a:extLst>
              <a:ext uri="{FF2B5EF4-FFF2-40B4-BE49-F238E27FC236}">
                <a16:creationId xmlns:a16="http://schemas.microsoft.com/office/drawing/2014/main" id="{D9D9B1B2-D222-4368-9ED0-5630F8848F37}"/>
              </a:ext>
            </a:extLst>
          </p:cNvPr>
          <p:cNvSpPr>
            <a:spLocks noChangeArrowheads="1"/>
          </p:cNvSpPr>
          <p:nvPr/>
        </p:nvSpPr>
        <p:spPr bwMode="auto">
          <a:xfrm>
            <a:off x="5135563" y="2438400"/>
            <a:ext cx="2590800" cy="381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sp>
        <p:nvSpPr>
          <p:cNvPr id="44" name="Rectangle 22">
            <a:extLst>
              <a:ext uri="{FF2B5EF4-FFF2-40B4-BE49-F238E27FC236}">
                <a16:creationId xmlns:a16="http://schemas.microsoft.com/office/drawing/2014/main" id="{9AD30E6A-0211-4B95-9DB2-16C8067E316D}"/>
              </a:ext>
            </a:extLst>
          </p:cNvPr>
          <p:cNvSpPr>
            <a:spLocks noChangeArrowheads="1"/>
          </p:cNvSpPr>
          <p:nvPr/>
        </p:nvSpPr>
        <p:spPr bwMode="auto">
          <a:xfrm>
            <a:off x="5440363" y="990600"/>
            <a:ext cx="1981200" cy="381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sp>
        <p:nvSpPr>
          <p:cNvPr id="45" name="Rectangle 23">
            <a:extLst>
              <a:ext uri="{FF2B5EF4-FFF2-40B4-BE49-F238E27FC236}">
                <a16:creationId xmlns:a16="http://schemas.microsoft.com/office/drawing/2014/main" id="{6853763F-C0A7-4C7B-A67E-00986E60BEF6}"/>
              </a:ext>
            </a:extLst>
          </p:cNvPr>
          <p:cNvSpPr>
            <a:spLocks noChangeArrowheads="1"/>
          </p:cNvSpPr>
          <p:nvPr/>
        </p:nvSpPr>
        <p:spPr bwMode="auto">
          <a:xfrm>
            <a:off x="5440363" y="1371600"/>
            <a:ext cx="1981200" cy="3048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sp>
        <p:nvSpPr>
          <p:cNvPr id="46" name="Rectangle 24">
            <a:extLst>
              <a:ext uri="{FF2B5EF4-FFF2-40B4-BE49-F238E27FC236}">
                <a16:creationId xmlns:a16="http://schemas.microsoft.com/office/drawing/2014/main" id="{B96AAAF8-20ED-4543-8835-86F9FCCC25B0}"/>
              </a:ext>
            </a:extLst>
          </p:cNvPr>
          <p:cNvSpPr>
            <a:spLocks noChangeArrowheads="1"/>
          </p:cNvSpPr>
          <p:nvPr/>
        </p:nvSpPr>
        <p:spPr bwMode="auto">
          <a:xfrm>
            <a:off x="5440363" y="1676400"/>
            <a:ext cx="1981200" cy="3048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sp>
        <p:nvSpPr>
          <p:cNvPr id="47" name="Rectangle 25">
            <a:extLst>
              <a:ext uri="{FF2B5EF4-FFF2-40B4-BE49-F238E27FC236}">
                <a16:creationId xmlns:a16="http://schemas.microsoft.com/office/drawing/2014/main" id="{0AF1DDC4-1E07-4CA1-B379-70E6BCFDE38D}"/>
              </a:ext>
            </a:extLst>
          </p:cNvPr>
          <p:cNvSpPr>
            <a:spLocks noChangeArrowheads="1"/>
          </p:cNvSpPr>
          <p:nvPr/>
        </p:nvSpPr>
        <p:spPr bwMode="auto">
          <a:xfrm>
            <a:off x="5440363" y="990600"/>
            <a:ext cx="1981200" cy="990600"/>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sp>
        <p:nvSpPr>
          <p:cNvPr id="48" name="AutoShape 26">
            <a:extLst>
              <a:ext uri="{FF2B5EF4-FFF2-40B4-BE49-F238E27FC236}">
                <a16:creationId xmlns:a16="http://schemas.microsoft.com/office/drawing/2014/main" id="{86637004-9864-40C5-9DEC-8150978CE4ED}"/>
              </a:ext>
            </a:extLst>
          </p:cNvPr>
          <p:cNvSpPr>
            <a:spLocks noChangeArrowheads="1"/>
          </p:cNvSpPr>
          <p:nvPr/>
        </p:nvSpPr>
        <p:spPr bwMode="auto">
          <a:xfrm>
            <a:off x="6278563" y="1981200"/>
            <a:ext cx="304800" cy="304800"/>
          </a:xfrm>
          <a:prstGeom prst="flowChartExtract">
            <a:avLst/>
          </a:prstGeom>
          <a:noFill/>
          <a:ln w="2857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sp>
        <p:nvSpPr>
          <p:cNvPr id="49" name="AutoShape 27">
            <a:extLst>
              <a:ext uri="{FF2B5EF4-FFF2-40B4-BE49-F238E27FC236}">
                <a16:creationId xmlns:a16="http://schemas.microsoft.com/office/drawing/2014/main" id="{E9F8520D-6768-4AE4-82C9-97FE379B1A35}"/>
              </a:ext>
            </a:extLst>
          </p:cNvPr>
          <p:cNvSpPr>
            <a:spLocks noChangeArrowheads="1"/>
          </p:cNvSpPr>
          <p:nvPr/>
        </p:nvSpPr>
        <p:spPr bwMode="auto">
          <a:xfrm>
            <a:off x="6278563" y="3962400"/>
            <a:ext cx="304800" cy="304800"/>
          </a:xfrm>
          <a:prstGeom prst="flowChartExtract">
            <a:avLst/>
          </a:prstGeom>
          <a:noFill/>
          <a:ln w="2857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sp>
        <p:nvSpPr>
          <p:cNvPr id="50" name="Line 28">
            <a:extLst>
              <a:ext uri="{FF2B5EF4-FFF2-40B4-BE49-F238E27FC236}">
                <a16:creationId xmlns:a16="http://schemas.microsoft.com/office/drawing/2014/main" id="{A61A4E26-4E10-4A73-AFD9-BD43C46273A1}"/>
              </a:ext>
            </a:extLst>
          </p:cNvPr>
          <p:cNvSpPr>
            <a:spLocks noChangeShapeType="1"/>
          </p:cNvSpPr>
          <p:nvPr/>
        </p:nvSpPr>
        <p:spPr bwMode="auto">
          <a:xfrm>
            <a:off x="6430963" y="2286000"/>
            <a:ext cx="0" cy="1524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sp>
        <p:nvSpPr>
          <p:cNvPr id="51" name="Line 29">
            <a:extLst>
              <a:ext uri="{FF2B5EF4-FFF2-40B4-BE49-F238E27FC236}">
                <a16:creationId xmlns:a16="http://schemas.microsoft.com/office/drawing/2014/main" id="{5B5580F1-D985-4423-AAE1-1651AF9BACD9}"/>
              </a:ext>
            </a:extLst>
          </p:cNvPr>
          <p:cNvSpPr>
            <a:spLocks noChangeShapeType="1"/>
          </p:cNvSpPr>
          <p:nvPr/>
        </p:nvSpPr>
        <p:spPr bwMode="auto">
          <a:xfrm>
            <a:off x="6430963" y="4267200"/>
            <a:ext cx="0" cy="1524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sp>
        <p:nvSpPr>
          <p:cNvPr id="52" name="Line 30">
            <a:extLst>
              <a:ext uri="{FF2B5EF4-FFF2-40B4-BE49-F238E27FC236}">
                <a16:creationId xmlns:a16="http://schemas.microsoft.com/office/drawing/2014/main" id="{BFB2728C-0F69-431B-9CE0-75CFCE073945}"/>
              </a:ext>
            </a:extLst>
          </p:cNvPr>
          <p:cNvSpPr>
            <a:spLocks noChangeShapeType="1"/>
          </p:cNvSpPr>
          <p:nvPr/>
        </p:nvSpPr>
        <p:spPr bwMode="auto">
          <a:xfrm flipV="1">
            <a:off x="4221163" y="1143000"/>
            <a:ext cx="1143000" cy="1524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sp>
        <p:nvSpPr>
          <p:cNvPr id="53" name="Text Box 31">
            <a:extLst>
              <a:ext uri="{FF2B5EF4-FFF2-40B4-BE49-F238E27FC236}">
                <a16:creationId xmlns:a16="http://schemas.microsoft.com/office/drawing/2014/main" id="{FAABE32E-48D0-47E2-94D2-7E90B7309294}"/>
              </a:ext>
            </a:extLst>
          </p:cNvPr>
          <p:cNvSpPr txBox="1">
            <a:spLocks noChangeArrowheads="1"/>
          </p:cNvSpPr>
          <p:nvPr/>
        </p:nvSpPr>
        <p:spPr bwMode="auto">
          <a:xfrm>
            <a:off x="2528888" y="1184275"/>
            <a:ext cx="1655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spcBef>
                <a:spcPct val="0"/>
              </a:spcBef>
              <a:spcAft>
                <a:spcPct val="0"/>
              </a:spcAft>
            </a:pPr>
            <a:r>
              <a:rPr lang="es-ES_tradnl" altLang="en-US" sz="2400">
                <a:solidFill>
                  <a:srgbClr val="000000"/>
                </a:solidFill>
              </a:rPr>
              <a:t>Class  name</a:t>
            </a:r>
            <a:endParaRPr lang="es-ES" altLang="en-US" sz="2400">
              <a:solidFill>
                <a:srgbClr val="000000"/>
              </a:solidFill>
            </a:endParaRPr>
          </a:p>
        </p:txBody>
      </p:sp>
      <p:sp>
        <p:nvSpPr>
          <p:cNvPr id="54" name="Line 32">
            <a:extLst>
              <a:ext uri="{FF2B5EF4-FFF2-40B4-BE49-F238E27FC236}">
                <a16:creationId xmlns:a16="http://schemas.microsoft.com/office/drawing/2014/main" id="{3704F70A-E6E4-4A8B-8313-74B36B5597D2}"/>
              </a:ext>
            </a:extLst>
          </p:cNvPr>
          <p:cNvSpPr>
            <a:spLocks noChangeShapeType="1"/>
          </p:cNvSpPr>
          <p:nvPr/>
        </p:nvSpPr>
        <p:spPr bwMode="auto">
          <a:xfrm flipH="1">
            <a:off x="7573963" y="1524000"/>
            <a:ext cx="129540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sp>
        <p:nvSpPr>
          <p:cNvPr id="55" name="Text Box 33">
            <a:extLst>
              <a:ext uri="{FF2B5EF4-FFF2-40B4-BE49-F238E27FC236}">
                <a16:creationId xmlns:a16="http://schemas.microsoft.com/office/drawing/2014/main" id="{F90DE2B7-6587-4A9E-BF8C-0109B65292A8}"/>
              </a:ext>
            </a:extLst>
          </p:cNvPr>
          <p:cNvSpPr txBox="1">
            <a:spLocks noChangeArrowheads="1"/>
          </p:cNvSpPr>
          <p:nvPr/>
        </p:nvSpPr>
        <p:spPr bwMode="auto">
          <a:xfrm>
            <a:off x="9158288" y="1184275"/>
            <a:ext cx="14307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spcBef>
                <a:spcPct val="0"/>
              </a:spcBef>
              <a:spcAft>
                <a:spcPct val="0"/>
              </a:spcAft>
            </a:pPr>
            <a:r>
              <a:rPr lang="es-ES_tradnl" altLang="en-US" sz="2400">
                <a:solidFill>
                  <a:srgbClr val="000000"/>
                </a:solidFill>
              </a:rPr>
              <a:t>Attributes</a:t>
            </a:r>
            <a:endParaRPr lang="es-ES" altLang="en-US" sz="2400">
              <a:solidFill>
                <a:srgbClr val="000000"/>
              </a:solidFill>
            </a:endParaRPr>
          </a:p>
        </p:txBody>
      </p:sp>
      <p:sp>
        <p:nvSpPr>
          <p:cNvPr id="56" name="Text Box 34">
            <a:extLst>
              <a:ext uri="{FF2B5EF4-FFF2-40B4-BE49-F238E27FC236}">
                <a16:creationId xmlns:a16="http://schemas.microsoft.com/office/drawing/2014/main" id="{0F8A019B-C28D-4529-9FE0-AE5334B70BCD}"/>
              </a:ext>
            </a:extLst>
          </p:cNvPr>
          <p:cNvSpPr txBox="1">
            <a:spLocks noChangeArrowheads="1"/>
          </p:cNvSpPr>
          <p:nvPr/>
        </p:nvSpPr>
        <p:spPr bwMode="auto">
          <a:xfrm>
            <a:off x="2452688" y="1870075"/>
            <a:ext cx="13083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spcBef>
                <a:spcPct val="0"/>
              </a:spcBef>
              <a:spcAft>
                <a:spcPct val="0"/>
              </a:spcAft>
            </a:pPr>
            <a:r>
              <a:rPr lang="es-ES_tradnl" altLang="en-US" sz="2400">
                <a:solidFill>
                  <a:srgbClr val="000000"/>
                </a:solidFill>
              </a:rPr>
              <a:t>Methods</a:t>
            </a:r>
            <a:endParaRPr lang="es-ES" altLang="en-US" sz="2400">
              <a:solidFill>
                <a:srgbClr val="000000"/>
              </a:solidFill>
            </a:endParaRPr>
          </a:p>
        </p:txBody>
      </p:sp>
      <p:sp>
        <p:nvSpPr>
          <p:cNvPr id="57" name="Line 35">
            <a:extLst>
              <a:ext uri="{FF2B5EF4-FFF2-40B4-BE49-F238E27FC236}">
                <a16:creationId xmlns:a16="http://schemas.microsoft.com/office/drawing/2014/main" id="{FE16ED08-ADA7-44EA-93B5-89AD470310A2}"/>
              </a:ext>
            </a:extLst>
          </p:cNvPr>
          <p:cNvSpPr>
            <a:spLocks noChangeShapeType="1"/>
          </p:cNvSpPr>
          <p:nvPr/>
        </p:nvSpPr>
        <p:spPr bwMode="auto">
          <a:xfrm flipV="1">
            <a:off x="3840163" y="1828800"/>
            <a:ext cx="1524000" cy="3048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sp>
        <p:nvSpPr>
          <p:cNvPr id="58" name="Text Box 36">
            <a:extLst>
              <a:ext uri="{FF2B5EF4-FFF2-40B4-BE49-F238E27FC236}">
                <a16:creationId xmlns:a16="http://schemas.microsoft.com/office/drawing/2014/main" id="{1D268CD0-A94E-4EB5-BCFF-74735246FDC2}"/>
              </a:ext>
            </a:extLst>
          </p:cNvPr>
          <p:cNvSpPr txBox="1">
            <a:spLocks noChangeArrowheads="1"/>
          </p:cNvSpPr>
          <p:nvPr/>
        </p:nvSpPr>
        <p:spPr bwMode="auto">
          <a:xfrm>
            <a:off x="1782763" y="3124200"/>
            <a:ext cx="267573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914400" fontAlgn="base">
              <a:spcBef>
                <a:spcPct val="0"/>
              </a:spcBef>
              <a:spcAft>
                <a:spcPct val="0"/>
              </a:spcAft>
            </a:pPr>
            <a:r>
              <a:rPr lang="es-ES_tradnl" altLang="en-US" sz="2400">
                <a:solidFill>
                  <a:srgbClr val="000000"/>
                </a:solidFill>
              </a:rPr>
              <a:t>Is a specialization of</a:t>
            </a:r>
          </a:p>
          <a:p>
            <a:pPr defTabSz="914400" fontAlgn="base">
              <a:spcBef>
                <a:spcPct val="0"/>
              </a:spcBef>
              <a:spcAft>
                <a:spcPct val="0"/>
              </a:spcAft>
            </a:pPr>
            <a:r>
              <a:rPr lang="es-ES_tradnl" altLang="en-US" sz="2400">
                <a:solidFill>
                  <a:srgbClr val="000000"/>
                </a:solidFill>
              </a:rPr>
              <a:t>Or</a:t>
            </a:r>
          </a:p>
          <a:p>
            <a:pPr defTabSz="914400" fontAlgn="base">
              <a:spcBef>
                <a:spcPct val="0"/>
              </a:spcBef>
              <a:spcAft>
                <a:spcPct val="0"/>
              </a:spcAft>
            </a:pPr>
            <a:r>
              <a:rPr lang="es-ES_tradnl" altLang="en-US" sz="2400">
                <a:solidFill>
                  <a:srgbClr val="000000"/>
                </a:solidFill>
              </a:rPr>
              <a:t>Inherits from</a:t>
            </a:r>
            <a:endParaRPr lang="es-ES" altLang="en-US" sz="2400">
              <a:solidFill>
                <a:srgbClr val="000000"/>
              </a:solidFill>
            </a:endParaRPr>
          </a:p>
        </p:txBody>
      </p:sp>
      <p:sp>
        <p:nvSpPr>
          <p:cNvPr id="59" name="Line 37">
            <a:extLst>
              <a:ext uri="{FF2B5EF4-FFF2-40B4-BE49-F238E27FC236}">
                <a16:creationId xmlns:a16="http://schemas.microsoft.com/office/drawing/2014/main" id="{863D644A-A10F-4FC4-BBC2-6CF74B084786}"/>
              </a:ext>
            </a:extLst>
          </p:cNvPr>
          <p:cNvSpPr>
            <a:spLocks noChangeShapeType="1"/>
          </p:cNvSpPr>
          <p:nvPr/>
        </p:nvSpPr>
        <p:spPr bwMode="auto">
          <a:xfrm flipV="1">
            <a:off x="3611563" y="2209800"/>
            <a:ext cx="2514600" cy="7620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sp>
        <p:nvSpPr>
          <p:cNvPr id="60" name="Line 38">
            <a:extLst>
              <a:ext uri="{FF2B5EF4-FFF2-40B4-BE49-F238E27FC236}">
                <a16:creationId xmlns:a16="http://schemas.microsoft.com/office/drawing/2014/main" id="{74300090-EC4B-47B7-8232-B12ED140BAD2}"/>
              </a:ext>
            </a:extLst>
          </p:cNvPr>
          <p:cNvSpPr>
            <a:spLocks noChangeShapeType="1"/>
          </p:cNvSpPr>
          <p:nvPr/>
        </p:nvSpPr>
        <p:spPr bwMode="auto">
          <a:xfrm>
            <a:off x="3763963" y="3810000"/>
            <a:ext cx="2362200" cy="3048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8F0CDD4-9FC2-40FC-8FD0-A5702241E243}"/>
              </a:ext>
            </a:extLst>
          </p:cNvPr>
          <p:cNvSpPr>
            <a:spLocks noGrp="1" noChangeArrowheads="1"/>
          </p:cNvSpPr>
          <p:nvPr>
            <p:ph type="title"/>
          </p:nvPr>
        </p:nvSpPr>
        <p:spPr/>
        <p:txBody>
          <a:bodyPr/>
          <a:lstStyle/>
          <a:p>
            <a:r>
              <a:rPr lang="en-US" altLang="en-US" dirty="0"/>
              <a:t>Polymorphism</a:t>
            </a:r>
          </a:p>
        </p:txBody>
      </p:sp>
      <p:sp>
        <p:nvSpPr>
          <p:cNvPr id="6147" name="Rectangle 3">
            <a:extLst>
              <a:ext uri="{FF2B5EF4-FFF2-40B4-BE49-F238E27FC236}">
                <a16:creationId xmlns:a16="http://schemas.microsoft.com/office/drawing/2014/main" id="{66D477FF-A479-4487-862E-EC70C6791F7C}"/>
              </a:ext>
            </a:extLst>
          </p:cNvPr>
          <p:cNvSpPr>
            <a:spLocks noGrp="1" noChangeArrowheads="1"/>
          </p:cNvSpPr>
          <p:nvPr>
            <p:ph type="body" idx="1"/>
          </p:nvPr>
        </p:nvSpPr>
        <p:spPr>
          <a:xfrm>
            <a:off x="346208" y="998491"/>
            <a:ext cx="11457930" cy="5369457"/>
          </a:xfrm>
        </p:spPr>
        <p:txBody>
          <a:bodyPr>
            <a:normAutofit/>
          </a:bodyPr>
          <a:lstStyle/>
          <a:p>
            <a:pPr>
              <a:lnSpc>
                <a:spcPct val="150000"/>
              </a:lnSpc>
              <a:buFont typeface="Wingdings" panose="05000000000000000000" pitchFamily="2" charset="2"/>
              <a:buChar char="ü"/>
            </a:pPr>
            <a:r>
              <a:rPr lang="en-US" sz="2800" dirty="0"/>
              <a:t>Inheritance lets users inherit attributes and methods, and polymorphism uses these methods to perform different tasks. </a:t>
            </a:r>
          </a:p>
          <a:p>
            <a:pPr>
              <a:lnSpc>
                <a:spcPct val="150000"/>
              </a:lnSpc>
              <a:buFont typeface="Wingdings" panose="05000000000000000000" pitchFamily="2" charset="2"/>
              <a:buChar char="ü"/>
            </a:pPr>
            <a:r>
              <a:rPr lang="en-US" altLang="en-US" sz="2801" dirty="0"/>
              <a:t>Means that the same method will behave differently when it is applied to the objects of different classes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take an example</a:t>
            </a:r>
          </a:p>
        </p:txBody>
      </p:sp>
      <p:sp>
        <p:nvSpPr>
          <p:cNvPr id="4" name="Rectangle 2">
            <a:extLst>
              <a:ext uri="{FF2B5EF4-FFF2-40B4-BE49-F238E27FC236}">
                <a16:creationId xmlns:a16="http://schemas.microsoft.com/office/drawing/2014/main" id="{9A8E60A9-8E6C-4A34-B8BC-14E6CFD4E06E}"/>
              </a:ext>
            </a:extLst>
          </p:cNvPr>
          <p:cNvSpPr txBox="1">
            <a:spLocks noChangeArrowheads="1"/>
          </p:cNvSpPr>
          <p:nvPr/>
        </p:nvSpPr>
        <p:spPr>
          <a:xfrm>
            <a:off x="7351628" y="1412531"/>
            <a:ext cx="1875909" cy="227755"/>
          </a:xfrm>
          <a:prstGeom prst="rect">
            <a:avLst/>
          </a:prstGeom>
          <a:ln w="19050">
            <a:solidFill>
              <a:schemeClr val="tx1"/>
            </a:solidFill>
          </a:ln>
        </p:spPr>
        <p:txBody>
          <a:bodyPr vert="horz" wrap="square" lIns="0" tIns="0" rIns="0" bIns="0" rtlCol="0" anchor="t" anchorCtr="0">
            <a:spAutoFit/>
          </a:bodyPr>
          <a:lstStyle/>
          <a:p>
            <a:pPr marL="0" marR="0" lvl="0" indent="0" algn="ctr" defTabSz="914309" rtl="0" eaLnBrk="1" fontAlgn="auto" latinLnBrk="0" hangingPunct="1">
              <a:lnSpc>
                <a:spcPct val="90000"/>
              </a:lnSpc>
              <a:spcBef>
                <a:spcPct val="0"/>
              </a:spcBef>
              <a:spcAft>
                <a:spcPts val="0"/>
              </a:spcAft>
              <a:buClrTx/>
              <a:buSzTx/>
              <a:tabLst/>
              <a:defRPr/>
            </a:pPr>
            <a:r>
              <a:rPr lang="en-US" altLang="en-US" sz="1600" b="1" cap="small" dirty="0">
                <a:solidFill>
                  <a:srgbClr val="FF000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Account</a:t>
            </a:r>
          </a:p>
        </p:txBody>
      </p:sp>
      <p:sp>
        <p:nvSpPr>
          <p:cNvPr id="5" name="Rectangle 2">
            <a:extLst>
              <a:ext uri="{FF2B5EF4-FFF2-40B4-BE49-F238E27FC236}">
                <a16:creationId xmlns:a16="http://schemas.microsoft.com/office/drawing/2014/main" id="{9A8E60A9-8E6C-4A34-B8BC-14E6CFD4E06E}"/>
              </a:ext>
            </a:extLst>
          </p:cNvPr>
          <p:cNvSpPr txBox="1">
            <a:spLocks noChangeArrowheads="1"/>
          </p:cNvSpPr>
          <p:nvPr/>
        </p:nvSpPr>
        <p:spPr>
          <a:xfrm>
            <a:off x="7351628" y="1661830"/>
            <a:ext cx="1875909" cy="449354"/>
          </a:xfrm>
          <a:prstGeom prst="rect">
            <a:avLst/>
          </a:prstGeom>
          <a:ln w="19050">
            <a:solidFill>
              <a:schemeClr val="tx1"/>
            </a:solidFill>
          </a:ln>
        </p:spPr>
        <p:txBody>
          <a:bodyPr vert="horz" wrap="square" lIns="0" tIns="0" rIns="0" bIns="0" rtlCol="0" anchor="t" anchorCtr="0">
            <a:spAutoFit/>
          </a:bodyPr>
          <a:lstStyle/>
          <a:p>
            <a:pPr marL="0" marR="0" lvl="0" indent="0" algn="ctr" defTabSz="914309" rtl="0" eaLnBrk="1" fontAlgn="auto" latinLnBrk="0" hangingPunct="1">
              <a:lnSpc>
                <a:spcPct val="90000"/>
              </a:lnSpc>
              <a:spcBef>
                <a:spcPct val="0"/>
              </a:spcBef>
              <a:spcAft>
                <a:spcPts val="0"/>
              </a:spcAft>
              <a:buClrTx/>
              <a:buSzTx/>
              <a:tabLst/>
              <a:defRPr/>
            </a:pPr>
            <a:r>
              <a:rPr lang="en-US" altLang="en-US" sz="16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Deposit()</a:t>
            </a:r>
          </a:p>
          <a:p>
            <a:pPr marL="0" marR="0" lvl="0" indent="0" algn="ctr" defTabSz="914309" rtl="0" eaLnBrk="1" fontAlgn="auto" latinLnBrk="0" hangingPunct="1">
              <a:lnSpc>
                <a:spcPct val="90000"/>
              </a:lnSpc>
              <a:spcBef>
                <a:spcPct val="0"/>
              </a:spcBef>
              <a:spcAft>
                <a:spcPts val="0"/>
              </a:spcAft>
              <a:buClrTx/>
              <a:buSzTx/>
              <a:tabLst/>
              <a:defRPr/>
            </a:pPr>
            <a:r>
              <a:rPr lang="en-US" altLang="en-US" sz="16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Withdraw()</a:t>
            </a:r>
          </a:p>
        </p:txBody>
      </p:sp>
      <p:sp>
        <p:nvSpPr>
          <p:cNvPr id="6" name="Rectangle 2">
            <a:extLst>
              <a:ext uri="{FF2B5EF4-FFF2-40B4-BE49-F238E27FC236}">
                <a16:creationId xmlns:a16="http://schemas.microsoft.com/office/drawing/2014/main" id="{9A8E60A9-8E6C-4A34-B8BC-14E6CFD4E06E}"/>
              </a:ext>
            </a:extLst>
          </p:cNvPr>
          <p:cNvSpPr txBox="1">
            <a:spLocks noChangeArrowheads="1"/>
          </p:cNvSpPr>
          <p:nvPr/>
        </p:nvSpPr>
        <p:spPr>
          <a:xfrm>
            <a:off x="7382255" y="2926352"/>
            <a:ext cx="1875909" cy="227755"/>
          </a:xfrm>
          <a:prstGeom prst="rect">
            <a:avLst/>
          </a:prstGeom>
          <a:ln w="19050">
            <a:solidFill>
              <a:schemeClr val="tx1"/>
            </a:solidFill>
          </a:ln>
        </p:spPr>
        <p:txBody>
          <a:bodyPr vert="horz" wrap="square" lIns="0" tIns="0" rIns="0" bIns="0" rtlCol="0" anchor="t" anchorCtr="0">
            <a:spAutoFit/>
          </a:bodyPr>
          <a:lstStyle/>
          <a:p>
            <a:pPr marL="0" marR="0" lvl="0" indent="0" algn="ctr" defTabSz="914309" rtl="0" eaLnBrk="1" fontAlgn="auto" latinLnBrk="0" hangingPunct="1">
              <a:lnSpc>
                <a:spcPct val="90000"/>
              </a:lnSpc>
              <a:spcBef>
                <a:spcPct val="0"/>
              </a:spcBef>
              <a:spcAft>
                <a:spcPts val="0"/>
              </a:spcAft>
              <a:buClrTx/>
              <a:buSzTx/>
              <a:tabLst/>
              <a:defRPr/>
            </a:pPr>
            <a:r>
              <a:rPr lang="en-US" altLang="en-US" sz="1600" b="1" cap="small" dirty="0">
                <a:solidFill>
                  <a:srgbClr val="FF000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Current</a:t>
            </a:r>
          </a:p>
        </p:txBody>
      </p:sp>
      <p:sp>
        <p:nvSpPr>
          <p:cNvPr id="7" name="Rectangle 2">
            <a:extLst>
              <a:ext uri="{FF2B5EF4-FFF2-40B4-BE49-F238E27FC236}">
                <a16:creationId xmlns:a16="http://schemas.microsoft.com/office/drawing/2014/main" id="{9A8E60A9-8E6C-4A34-B8BC-14E6CFD4E06E}"/>
              </a:ext>
            </a:extLst>
          </p:cNvPr>
          <p:cNvSpPr txBox="1">
            <a:spLocks noChangeArrowheads="1"/>
          </p:cNvSpPr>
          <p:nvPr/>
        </p:nvSpPr>
        <p:spPr>
          <a:xfrm>
            <a:off x="7382255" y="3175651"/>
            <a:ext cx="1875909" cy="227755"/>
          </a:xfrm>
          <a:prstGeom prst="rect">
            <a:avLst/>
          </a:prstGeom>
          <a:ln w="19050">
            <a:solidFill>
              <a:schemeClr val="tx1"/>
            </a:solidFill>
          </a:ln>
        </p:spPr>
        <p:txBody>
          <a:bodyPr vert="horz" wrap="square" lIns="0" tIns="0" rIns="0" bIns="0" rtlCol="0" anchor="t" anchorCtr="0">
            <a:spAutoFit/>
          </a:bodyPr>
          <a:lstStyle/>
          <a:p>
            <a:pPr lvl="0" algn="ctr" defTabSz="914309">
              <a:lnSpc>
                <a:spcPct val="90000"/>
              </a:lnSpc>
              <a:spcBef>
                <a:spcPct val="0"/>
              </a:spcBef>
              <a:defRPr/>
            </a:pPr>
            <a:endParaRPr lang="en-US" altLang="en-US" sz="16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endParaRPr>
          </a:p>
        </p:txBody>
      </p:sp>
      <p:sp>
        <p:nvSpPr>
          <p:cNvPr id="8" name="Rectangle 2">
            <a:extLst>
              <a:ext uri="{FF2B5EF4-FFF2-40B4-BE49-F238E27FC236}">
                <a16:creationId xmlns:a16="http://schemas.microsoft.com/office/drawing/2014/main" id="{9A8E60A9-8E6C-4A34-B8BC-14E6CFD4E06E}"/>
              </a:ext>
            </a:extLst>
          </p:cNvPr>
          <p:cNvSpPr txBox="1">
            <a:spLocks noChangeArrowheads="1"/>
          </p:cNvSpPr>
          <p:nvPr/>
        </p:nvSpPr>
        <p:spPr>
          <a:xfrm>
            <a:off x="5025598" y="2947896"/>
            <a:ext cx="1875909" cy="227755"/>
          </a:xfrm>
          <a:prstGeom prst="rect">
            <a:avLst/>
          </a:prstGeom>
          <a:ln w="19050">
            <a:solidFill>
              <a:schemeClr val="tx1"/>
            </a:solidFill>
          </a:ln>
        </p:spPr>
        <p:txBody>
          <a:bodyPr vert="horz" wrap="square" lIns="0" tIns="0" rIns="0" bIns="0" rtlCol="0" anchor="t" anchorCtr="0">
            <a:spAutoFit/>
          </a:bodyPr>
          <a:lstStyle/>
          <a:p>
            <a:pPr marL="0" marR="0" lvl="0" indent="0" algn="ctr" defTabSz="914309" rtl="0" eaLnBrk="1" fontAlgn="auto" latinLnBrk="0" hangingPunct="1">
              <a:lnSpc>
                <a:spcPct val="90000"/>
              </a:lnSpc>
              <a:spcBef>
                <a:spcPct val="0"/>
              </a:spcBef>
              <a:spcAft>
                <a:spcPts val="0"/>
              </a:spcAft>
              <a:buClrTx/>
              <a:buSzTx/>
              <a:tabLst/>
              <a:defRPr/>
            </a:pPr>
            <a:r>
              <a:rPr lang="en-US" altLang="en-US" sz="1600" b="1" cap="small" dirty="0">
                <a:solidFill>
                  <a:srgbClr val="FF000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Savings</a:t>
            </a:r>
          </a:p>
        </p:txBody>
      </p:sp>
      <p:sp>
        <p:nvSpPr>
          <p:cNvPr id="9" name="Rectangle 2">
            <a:extLst>
              <a:ext uri="{FF2B5EF4-FFF2-40B4-BE49-F238E27FC236}">
                <a16:creationId xmlns:a16="http://schemas.microsoft.com/office/drawing/2014/main" id="{9A8E60A9-8E6C-4A34-B8BC-14E6CFD4E06E}"/>
              </a:ext>
            </a:extLst>
          </p:cNvPr>
          <p:cNvSpPr txBox="1">
            <a:spLocks noChangeArrowheads="1"/>
          </p:cNvSpPr>
          <p:nvPr/>
        </p:nvSpPr>
        <p:spPr>
          <a:xfrm>
            <a:off x="5025598" y="3197195"/>
            <a:ext cx="1875909" cy="227755"/>
          </a:xfrm>
          <a:prstGeom prst="rect">
            <a:avLst/>
          </a:prstGeom>
          <a:ln w="19050">
            <a:solidFill>
              <a:schemeClr val="tx1"/>
            </a:solidFill>
          </a:ln>
        </p:spPr>
        <p:txBody>
          <a:bodyPr vert="horz" wrap="square" lIns="0" tIns="0" rIns="0" bIns="0" rtlCol="0" anchor="t" anchorCtr="0">
            <a:spAutoFit/>
          </a:bodyPr>
          <a:lstStyle/>
          <a:p>
            <a:pPr lvl="0" algn="ctr" defTabSz="914309">
              <a:lnSpc>
                <a:spcPct val="90000"/>
              </a:lnSpc>
              <a:spcBef>
                <a:spcPct val="0"/>
              </a:spcBef>
              <a:defRPr/>
            </a:pPr>
            <a:endParaRPr lang="en-US" altLang="en-US" sz="1600" b="1" cap="small" dirty="0">
              <a:solidFill>
                <a:srgbClr val="00206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endParaRPr>
          </a:p>
        </p:txBody>
      </p:sp>
      <p:sp>
        <p:nvSpPr>
          <p:cNvPr id="10" name="Rectangle 2">
            <a:extLst>
              <a:ext uri="{FF2B5EF4-FFF2-40B4-BE49-F238E27FC236}">
                <a16:creationId xmlns:a16="http://schemas.microsoft.com/office/drawing/2014/main" id="{9A8E60A9-8E6C-4A34-B8BC-14E6CFD4E06E}"/>
              </a:ext>
            </a:extLst>
          </p:cNvPr>
          <p:cNvSpPr txBox="1">
            <a:spLocks noChangeArrowheads="1"/>
          </p:cNvSpPr>
          <p:nvPr/>
        </p:nvSpPr>
        <p:spPr>
          <a:xfrm>
            <a:off x="10055440" y="2904808"/>
            <a:ext cx="1875909" cy="227755"/>
          </a:xfrm>
          <a:prstGeom prst="rect">
            <a:avLst/>
          </a:prstGeom>
          <a:ln w="19050">
            <a:solidFill>
              <a:schemeClr val="tx1"/>
            </a:solidFill>
          </a:ln>
        </p:spPr>
        <p:txBody>
          <a:bodyPr vert="horz" wrap="square" lIns="0" tIns="0" rIns="0" bIns="0" rtlCol="0" anchor="t" anchorCtr="0">
            <a:spAutoFit/>
          </a:bodyPr>
          <a:lstStyle/>
          <a:p>
            <a:pPr marL="0" marR="0" lvl="0" indent="0" algn="ctr" defTabSz="914309" rtl="0" eaLnBrk="1" fontAlgn="auto" latinLnBrk="0" hangingPunct="1">
              <a:lnSpc>
                <a:spcPct val="90000"/>
              </a:lnSpc>
              <a:spcBef>
                <a:spcPct val="0"/>
              </a:spcBef>
              <a:spcAft>
                <a:spcPts val="0"/>
              </a:spcAft>
              <a:buClrTx/>
              <a:buSzTx/>
              <a:tabLst/>
              <a:defRPr/>
            </a:pPr>
            <a:r>
              <a:rPr lang="en-US" altLang="en-US" sz="1600" b="1" cap="small" dirty="0">
                <a:solidFill>
                  <a:srgbClr val="FF000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Payroll</a:t>
            </a:r>
          </a:p>
        </p:txBody>
      </p:sp>
      <p:sp>
        <p:nvSpPr>
          <p:cNvPr id="11" name="Rectangle 2">
            <a:extLst>
              <a:ext uri="{FF2B5EF4-FFF2-40B4-BE49-F238E27FC236}">
                <a16:creationId xmlns:a16="http://schemas.microsoft.com/office/drawing/2014/main" id="{9A8E60A9-8E6C-4A34-B8BC-14E6CFD4E06E}"/>
              </a:ext>
            </a:extLst>
          </p:cNvPr>
          <p:cNvSpPr txBox="1">
            <a:spLocks noChangeArrowheads="1"/>
          </p:cNvSpPr>
          <p:nvPr/>
        </p:nvSpPr>
        <p:spPr>
          <a:xfrm>
            <a:off x="10055440" y="3154107"/>
            <a:ext cx="1875909" cy="227755"/>
          </a:xfrm>
          <a:prstGeom prst="rect">
            <a:avLst/>
          </a:prstGeom>
          <a:ln w="19050">
            <a:solidFill>
              <a:schemeClr val="tx1"/>
            </a:solidFill>
          </a:ln>
        </p:spPr>
        <p:txBody>
          <a:bodyPr vert="horz" wrap="square" lIns="0" tIns="0" rIns="0" bIns="0" rtlCol="0" anchor="t" anchorCtr="0">
            <a:spAutoFit/>
          </a:bodyPr>
          <a:lstStyle/>
          <a:p>
            <a:pPr lvl="0" algn="ctr" defTabSz="914309">
              <a:lnSpc>
                <a:spcPct val="90000"/>
              </a:lnSpc>
              <a:spcBef>
                <a:spcPct val="0"/>
              </a:spcBef>
              <a:defRPr/>
            </a:pPr>
            <a:r>
              <a:rPr lang="en-US" altLang="en-US" sz="1600" b="1" cap="small" dirty="0">
                <a:solidFill>
                  <a:srgbClr val="00B0F0"/>
                </a:solidFill>
                <a:effectLst>
                  <a:outerShdw blurRad="38100" dist="38100" dir="2700000" algn="tl">
                    <a:srgbClr val="000000">
                      <a:alpha val="43137"/>
                    </a:srgbClr>
                  </a:outerShdw>
                </a:effectLst>
                <a:latin typeface="Bradley Hand ITC" pitchFamily="66" charset="0"/>
                <a:ea typeface="Tahoma" panose="020B0604030504040204" pitchFamily="34" charset="0"/>
                <a:cs typeface="Tahoma" panose="020B0604030504040204" pitchFamily="34" charset="0"/>
              </a:rPr>
              <a:t>Withdraw()</a:t>
            </a:r>
          </a:p>
        </p:txBody>
      </p:sp>
      <p:sp>
        <p:nvSpPr>
          <p:cNvPr id="12" name="Rounded Rectangular Callout 11"/>
          <p:cNvSpPr/>
          <p:nvPr/>
        </p:nvSpPr>
        <p:spPr>
          <a:xfrm>
            <a:off x="9827740" y="980302"/>
            <a:ext cx="1828800" cy="543697"/>
          </a:xfrm>
          <a:prstGeom prst="wedgeRoundRectCallout">
            <a:avLst>
              <a:gd name="adj1" fmla="val -91103"/>
              <a:gd name="adj2" fmla="val 53989"/>
              <a:gd name="adj3" fmla="val 16667"/>
            </a:avLst>
          </a:prstGeom>
          <a:solidFill>
            <a:schemeClr val="accent2">
              <a:lumMod val="40000"/>
              <a:lumOff val="6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C00000"/>
                </a:solidFill>
              </a:rPr>
              <a:t>Parent Class</a:t>
            </a:r>
          </a:p>
        </p:txBody>
      </p:sp>
      <p:sp>
        <p:nvSpPr>
          <p:cNvPr id="13" name="Rounded Rectangular Callout 12"/>
          <p:cNvSpPr/>
          <p:nvPr/>
        </p:nvSpPr>
        <p:spPr>
          <a:xfrm flipH="1">
            <a:off x="3179164" y="2111184"/>
            <a:ext cx="1846434" cy="543697"/>
          </a:xfrm>
          <a:prstGeom prst="wedgeRoundRectCallout">
            <a:avLst>
              <a:gd name="adj1" fmla="val -77719"/>
              <a:gd name="adj2" fmla="val 102474"/>
              <a:gd name="adj3" fmla="val 16667"/>
            </a:avLst>
          </a:prstGeom>
          <a:solidFill>
            <a:schemeClr val="accent2">
              <a:lumMod val="40000"/>
              <a:lumOff val="6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C00000"/>
                </a:solidFill>
              </a:rPr>
              <a:t>Child Class</a:t>
            </a:r>
          </a:p>
        </p:txBody>
      </p:sp>
      <p:cxnSp>
        <p:nvCxnSpPr>
          <p:cNvPr id="15" name="Elbow Connector 14"/>
          <p:cNvCxnSpPr>
            <a:stCxn id="5" idx="2"/>
            <a:endCxn id="8" idx="0"/>
          </p:cNvCxnSpPr>
          <p:nvPr/>
        </p:nvCxnSpPr>
        <p:spPr>
          <a:xfrm rot="5400000">
            <a:off x="6708212" y="1366525"/>
            <a:ext cx="836712" cy="232603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Elbow Connector 16"/>
          <p:cNvCxnSpPr>
            <a:stCxn id="5" idx="2"/>
          </p:cNvCxnSpPr>
          <p:nvPr/>
        </p:nvCxnSpPr>
        <p:spPr>
          <a:xfrm rot="5400000">
            <a:off x="7892771" y="2507996"/>
            <a:ext cx="793624" cy="158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Elbow Connector 19"/>
          <p:cNvCxnSpPr>
            <a:stCxn id="5" idx="2"/>
            <a:endCxn id="10" idx="0"/>
          </p:cNvCxnSpPr>
          <p:nvPr/>
        </p:nvCxnSpPr>
        <p:spPr>
          <a:xfrm rot="16200000" flipH="1">
            <a:off x="9244677" y="1156090"/>
            <a:ext cx="793624" cy="2703812"/>
          </a:xfrm>
          <a:prstGeom prst="bentConnector3">
            <a:avLst>
              <a:gd name="adj1" fmla="val 52076"/>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269554" y="3552061"/>
            <a:ext cx="11585141" cy="1200329"/>
          </a:xfrm>
          <a:prstGeom prst="rect">
            <a:avLst/>
          </a:prstGeom>
        </p:spPr>
        <p:txBody>
          <a:bodyPr wrap="square">
            <a:spAutoFit/>
          </a:bodyPr>
          <a:lstStyle/>
          <a:p>
            <a:r>
              <a:rPr lang="en-US" sz="2400" dirty="0"/>
              <a:t>The operation of deposit and withdraw is same for Savings and Current accounts. So the inherited methods from Account class will work. However the withdraw method need to be modified for payroll class.</a:t>
            </a:r>
          </a:p>
        </p:txBody>
      </p:sp>
      <p:sp>
        <p:nvSpPr>
          <p:cNvPr id="25" name="Rectangle 24"/>
          <p:cNvSpPr/>
          <p:nvPr/>
        </p:nvSpPr>
        <p:spPr>
          <a:xfrm>
            <a:off x="346208" y="4755901"/>
            <a:ext cx="11154032" cy="2492990"/>
          </a:xfrm>
          <a:prstGeom prst="rect">
            <a:avLst/>
          </a:prstGeom>
        </p:spPr>
        <p:txBody>
          <a:bodyPr wrap="square">
            <a:spAutoFit/>
          </a:bodyPr>
          <a:lstStyle/>
          <a:p>
            <a:r>
              <a:rPr lang="en-US" sz="2400" dirty="0">
                <a:solidFill>
                  <a:schemeClr val="accent3">
                    <a:lumMod val="75000"/>
                    <a:lumOff val="25000"/>
                  </a:schemeClr>
                </a:solidFill>
              </a:rPr>
              <a:t>when the "withdrawn" method for saving account is called a method from parent account class is executed</a:t>
            </a:r>
            <a:r>
              <a:rPr lang="en-US" sz="2000" dirty="0"/>
              <a:t>.</a:t>
            </a:r>
          </a:p>
          <a:p>
            <a:br>
              <a:rPr lang="en-US" sz="2000" dirty="0"/>
            </a:br>
            <a:r>
              <a:rPr lang="en-US" sz="2400" dirty="0">
                <a:solidFill>
                  <a:schemeClr val="accent3">
                    <a:lumMod val="75000"/>
                    <a:lumOff val="25000"/>
                  </a:schemeClr>
                </a:solidFill>
              </a:rPr>
              <a:t>But ,when the "Withdraw" method for the payroll account is called withdraw method defined in the privileged class is executed. This is </a:t>
            </a:r>
            <a:r>
              <a:rPr lang="en-US" sz="2400" b="1" dirty="0">
                <a:solidFill>
                  <a:schemeClr val="accent3">
                    <a:lumMod val="75000"/>
                    <a:lumOff val="25000"/>
                  </a:schemeClr>
                </a:solidFill>
              </a:rPr>
              <a:t>Polymorphism in OOPs.</a:t>
            </a:r>
            <a:endParaRPr lang="en-US" sz="2400" dirty="0">
              <a:solidFill>
                <a:schemeClr val="accent3">
                  <a:lumMod val="75000"/>
                  <a:lumOff val="25000"/>
                </a:schemeClr>
              </a:solidFill>
            </a:endParaRPr>
          </a:p>
          <a:p>
            <a:br>
              <a:rPr lang="en-US" sz="2000" dirty="0"/>
            </a:b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2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8F0CDD4-9FC2-40FC-8FD0-A5702241E243}"/>
              </a:ext>
            </a:extLst>
          </p:cNvPr>
          <p:cNvSpPr>
            <a:spLocks noGrp="1" noChangeArrowheads="1"/>
          </p:cNvSpPr>
          <p:nvPr>
            <p:ph type="title"/>
          </p:nvPr>
        </p:nvSpPr>
        <p:spPr>
          <a:xfrm>
            <a:off x="346208" y="243001"/>
            <a:ext cx="10229850" cy="997196"/>
          </a:xfrm>
        </p:spPr>
        <p:txBody>
          <a:bodyPr/>
          <a:lstStyle/>
          <a:p>
            <a:r>
              <a:rPr lang="en-US" dirty="0">
                <a:effectLst/>
              </a:rPr>
              <a:t>Refactoring</a:t>
            </a:r>
            <a:br>
              <a:rPr lang="en-US" dirty="0">
                <a:effectLst/>
              </a:rPr>
            </a:br>
            <a:endParaRPr lang="en-US" altLang="en-US" dirty="0"/>
          </a:p>
        </p:txBody>
      </p:sp>
      <p:sp>
        <p:nvSpPr>
          <p:cNvPr id="5" name="TextBox 4">
            <a:extLst>
              <a:ext uri="{FF2B5EF4-FFF2-40B4-BE49-F238E27FC236}">
                <a16:creationId xmlns:a16="http://schemas.microsoft.com/office/drawing/2014/main" id="{2044C2CA-21B1-2DC9-69AC-4332D490760B}"/>
              </a:ext>
            </a:extLst>
          </p:cNvPr>
          <p:cNvSpPr txBox="1"/>
          <p:nvPr/>
        </p:nvSpPr>
        <p:spPr>
          <a:xfrm>
            <a:off x="346208" y="956114"/>
            <a:ext cx="11168130" cy="1138773"/>
          </a:xfrm>
          <a:prstGeom prst="rect">
            <a:avLst/>
          </a:prstGeom>
          <a:noFill/>
        </p:spPr>
        <p:txBody>
          <a:bodyPr wrap="square">
            <a:spAutoFit/>
          </a:bodyPr>
          <a:lstStyle/>
          <a:p>
            <a:r>
              <a:rPr lang="en-US" sz="2200" b="1" dirty="0">
                <a:effectLst/>
              </a:rPr>
              <a:t>Improve Design Without Changing Behavior</a:t>
            </a:r>
          </a:p>
          <a:p>
            <a:pPr marL="342900" indent="-342900">
              <a:buFont typeface="Wingdings" panose="05000000000000000000" pitchFamily="2" charset="2"/>
              <a:buChar char="ü"/>
            </a:pPr>
            <a:r>
              <a:rPr lang="en-US" sz="2400" dirty="0"/>
              <a:t>Clean code regularly Rename, extract method, remove duplication</a:t>
            </a:r>
          </a:p>
          <a:p>
            <a:endParaRPr lang="en-US" sz="2200" b="1" dirty="0"/>
          </a:p>
        </p:txBody>
      </p:sp>
      <p:sp>
        <p:nvSpPr>
          <p:cNvPr id="7" name="TextBox 6">
            <a:extLst>
              <a:ext uri="{FF2B5EF4-FFF2-40B4-BE49-F238E27FC236}">
                <a16:creationId xmlns:a16="http://schemas.microsoft.com/office/drawing/2014/main" id="{9A4A5037-5F83-7260-52DA-CF126C0043CF}"/>
              </a:ext>
            </a:extLst>
          </p:cNvPr>
          <p:cNvSpPr txBox="1"/>
          <p:nvPr/>
        </p:nvSpPr>
        <p:spPr>
          <a:xfrm>
            <a:off x="419468" y="1966600"/>
            <a:ext cx="11316811" cy="769441"/>
          </a:xfrm>
          <a:prstGeom prst="rect">
            <a:avLst/>
          </a:prstGeom>
          <a:noFill/>
        </p:spPr>
        <p:txBody>
          <a:bodyPr wrap="square">
            <a:spAutoFit/>
          </a:bodyPr>
          <a:lstStyle/>
          <a:p>
            <a:r>
              <a:rPr lang="en-US" sz="2200" b="1" dirty="0"/>
              <a:t>Analogy:</a:t>
            </a:r>
            <a:r>
              <a:rPr lang="en-US" sz="2200" dirty="0"/>
              <a:t> Like cleaning and reorganizing your house without changing its foundation or adding new rooms. You make it more pleasant and efficient to live in.</a:t>
            </a:r>
          </a:p>
        </p:txBody>
      </p:sp>
      <p:sp>
        <p:nvSpPr>
          <p:cNvPr id="9" name="TextBox 8">
            <a:extLst>
              <a:ext uri="{FF2B5EF4-FFF2-40B4-BE49-F238E27FC236}">
                <a16:creationId xmlns:a16="http://schemas.microsoft.com/office/drawing/2014/main" id="{4D668457-20C7-7BB8-698A-F2FEF45322F4}"/>
              </a:ext>
            </a:extLst>
          </p:cNvPr>
          <p:cNvSpPr txBox="1"/>
          <p:nvPr/>
        </p:nvSpPr>
        <p:spPr>
          <a:xfrm>
            <a:off x="419468" y="2840798"/>
            <a:ext cx="6094520" cy="3139321"/>
          </a:xfrm>
          <a:prstGeom prst="rect">
            <a:avLst/>
          </a:prstGeom>
          <a:noFill/>
        </p:spPr>
        <p:txBody>
          <a:bodyPr wrap="square">
            <a:spAutoFit/>
          </a:bodyPr>
          <a:lstStyle/>
          <a:p>
            <a:pPr>
              <a:buNone/>
            </a:pPr>
            <a:r>
              <a:rPr lang="en-US" sz="2200" b="1" dirty="0"/>
              <a:t>Key Principles of Refactoring:</a:t>
            </a:r>
            <a:endParaRPr lang="en-US" sz="2200" dirty="0"/>
          </a:p>
          <a:p>
            <a:pPr marL="342900" indent="-342900">
              <a:buFont typeface="Wingdings" panose="05000000000000000000" pitchFamily="2" charset="2"/>
              <a:buChar char="ü"/>
            </a:pPr>
            <a:r>
              <a:rPr lang="en-US" sz="2200" b="1" dirty="0"/>
              <a:t>Small Steps:</a:t>
            </a:r>
            <a:r>
              <a:rPr lang="en-US" sz="2200" dirty="0"/>
              <a:t> Refactor in small, incremental changes.</a:t>
            </a:r>
          </a:p>
          <a:p>
            <a:pPr marL="342900" indent="-342900">
              <a:buFont typeface="Wingdings" panose="05000000000000000000" pitchFamily="2" charset="2"/>
              <a:buChar char="ü"/>
            </a:pPr>
            <a:r>
              <a:rPr lang="en-US" sz="2200" b="1" dirty="0"/>
              <a:t>Tests First:</a:t>
            </a:r>
            <a:r>
              <a:rPr lang="en-US" sz="2200" dirty="0"/>
              <a:t> Always have automated tests in place before refactoring to ensure behavior doesn't change.</a:t>
            </a:r>
          </a:p>
          <a:p>
            <a:pPr marL="342900" indent="-342900">
              <a:buFont typeface="Wingdings" panose="05000000000000000000" pitchFamily="2" charset="2"/>
              <a:buChar char="ü"/>
            </a:pPr>
            <a:r>
              <a:rPr lang="en-US" sz="2200" b="1" dirty="0"/>
              <a:t>Continuous Process:</a:t>
            </a:r>
            <a:r>
              <a:rPr lang="en-US" sz="2200" dirty="0"/>
              <a:t> Not a one-time event, but an ongoing practice throughout a project's lifecycle.</a:t>
            </a:r>
          </a:p>
        </p:txBody>
      </p:sp>
    </p:spTree>
    <p:extLst>
      <p:ext uri="{BB962C8B-B14F-4D97-AF65-F5344CB8AC3E}">
        <p14:creationId xmlns:p14="http://schemas.microsoft.com/office/powerpoint/2010/main" val="1080473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811AB-D064-A982-5307-BACA9E8EDCCC}"/>
              </a:ext>
            </a:extLst>
          </p:cNvPr>
          <p:cNvSpPr>
            <a:spLocks noGrp="1"/>
          </p:cNvSpPr>
          <p:nvPr>
            <p:ph type="title"/>
          </p:nvPr>
        </p:nvSpPr>
        <p:spPr>
          <a:xfrm>
            <a:off x="346208" y="243001"/>
            <a:ext cx="10229850" cy="498598"/>
          </a:xfrm>
        </p:spPr>
        <p:txBody>
          <a:bodyPr/>
          <a:lstStyle/>
          <a:p>
            <a:r>
              <a:rPr lang="en-US" dirty="0">
                <a:effectLst/>
              </a:rPr>
              <a:t>Common Design Mistakes</a:t>
            </a:r>
            <a:endParaRPr lang="en-US" dirty="0"/>
          </a:p>
        </p:txBody>
      </p:sp>
      <p:pic>
        <p:nvPicPr>
          <p:cNvPr id="8" name="Picture 7">
            <a:extLst>
              <a:ext uri="{FF2B5EF4-FFF2-40B4-BE49-F238E27FC236}">
                <a16:creationId xmlns:a16="http://schemas.microsoft.com/office/drawing/2014/main" id="{5A62ECEE-1DA2-4053-FD90-2ADE0A70E076}"/>
              </a:ext>
            </a:extLst>
          </p:cNvPr>
          <p:cNvPicPr>
            <a:picLocks noChangeAspect="1"/>
          </p:cNvPicPr>
          <p:nvPr/>
        </p:nvPicPr>
        <p:blipFill>
          <a:blip r:embed="rId2"/>
          <a:stretch>
            <a:fillRect/>
          </a:stretch>
        </p:blipFill>
        <p:spPr>
          <a:xfrm>
            <a:off x="346208" y="1124500"/>
            <a:ext cx="11281110" cy="1314450"/>
          </a:xfrm>
          <a:prstGeom prst="rect">
            <a:avLst/>
          </a:prstGeom>
        </p:spPr>
      </p:pic>
      <p:pic>
        <p:nvPicPr>
          <p:cNvPr id="10" name="Picture 9">
            <a:extLst>
              <a:ext uri="{FF2B5EF4-FFF2-40B4-BE49-F238E27FC236}">
                <a16:creationId xmlns:a16="http://schemas.microsoft.com/office/drawing/2014/main" id="{2C2B3DA3-05A6-4D3F-C87A-2D2AAB271C52}"/>
              </a:ext>
            </a:extLst>
          </p:cNvPr>
          <p:cNvPicPr>
            <a:picLocks noChangeAspect="1"/>
          </p:cNvPicPr>
          <p:nvPr/>
        </p:nvPicPr>
        <p:blipFill>
          <a:blip r:embed="rId3"/>
          <a:stretch>
            <a:fillRect/>
          </a:stretch>
        </p:blipFill>
        <p:spPr>
          <a:xfrm>
            <a:off x="346208" y="3711026"/>
            <a:ext cx="11281110" cy="1419225"/>
          </a:xfrm>
          <a:prstGeom prst="rect">
            <a:avLst/>
          </a:prstGeom>
        </p:spPr>
      </p:pic>
      <p:sp>
        <p:nvSpPr>
          <p:cNvPr id="12" name="TextBox 11">
            <a:extLst>
              <a:ext uri="{FF2B5EF4-FFF2-40B4-BE49-F238E27FC236}">
                <a16:creationId xmlns:a16="http://schemas.microsoft.com/office/drawing/2014/main" id="{380B5832-ADB0-2A4F-D239-821BE6631092}"/>
              </a:ext>
            </a:extLst>
          </p:cNvPr>
          <p:cNvSpPr txBox="1"/>
          <p:nvPr/>
        </p:nvSpPr>
        <p:spPr>
          <a:xfrm>
            <a:off x="346208" y="2436463"/>
            <a:ext cx="2175049" cy="923330"/>
          </a:xfrm>
          <a:prstGeom prst="rect">
            <a:avLst/>
          </a:prstGeom>
          <a:noFill/>
        </p:spPr>
        <p:txBody>
          <a:bodyPr wrap="square">
            <a:spAutoFit/>
          </a:bodyPr>
          <a:lstStyle/>
          <a:p>
            <a:pPr algn="ctr"/>
            <a:r>
              <a:rPr lang="en-US" dirty="0"/>
              <a:t>Adding unnecessary features that exceed requirements</a:t>
            </a:r>
          </a:p>
        </p:txBody>
      </p:sp>
      <p:sp>
        <p:nvSpPr>
          <p:cNvPr id="13" name="TextBox 12">
            <a:extLst>
              <a:ext uri="{FF2B5EF4-FFF2-40B4-BE49-F238E27FC236}">
                <a16:creationId xmlns:a16="http://schemas.microsoft.com/office/drawing/2014/main" id="{3E81E2A4-217B-97F1-A697-4E33B372BAAC}"/>
              </a:ext>
            </a:extLst>
          </p:cNvPr>
          <p:cNvSpPr txBox="1"/>
          <p:nvPr/>
        </p:nvSpPr>
        <p:spPr>
          <a:xfrm>
            <a:off x="2672158" y="2436463"/>
            <a:ext cx="2175049" cy="923330"/>
          </a:xfrm>
          <a:prstGeom prst="rect">
            <a:avLst/>
          </a:prstGeom>
          <a:noFill/>
        </p:spPr>
        <p:txBody>
          <a:bodyPr wrap="square">
            <a:spAutoFit/>
          </a:bodyPr>
          <a:lstStyle/>
          <a:p>
            <a:pPr algn="ctr"/>
            <a:r>
              <a:rPr lang="en-US" dirty="0"/>
              <a:t>Modules are too dependent on each other</a:t>
            </a:r>
          </a:p>
        </p:txBody>
      </p:sp>
      <p:sp>
        <p:nvSpPr>
          <p:cNvPr id="14" name="TextBox 13">
            <a:extLst>
              <a:ext uri="{FF2B5EF4-FFF2-40B4-BE49-F238E27FC236}">
                <a16:creationId xmlns:a16="http://schemas.microsoft.com/office/drawing/2014/main" id="{99E4653A-A3BE-7AD2-850B-DFE5E88CC445}"/>
              </a:ext>
            </a:extLst>
          </p:cNvPr>
          <p:cNvSpPr txBox="1"/>
          <p:nvPr/>
        </p:nvSpPr>
        <p:spPr>
          <a:xfrm>
            <a:off x="5168158" y="2436463"/>
            <a:ext cx="2175049" cy="646331"/>
          </a:xfrm>
          <a:prstGeom prst="rect">
            <a:avLst/>
          </a:prstGeom>
          <a:noFill/>
        </p:spPr>
        <p:txBody>
          <a:bodyPr wrap="square">
            <a:spAutoFit/>
          </a:bodyPr>
          <a:lstStyle/>
          <a:p>
            <a:pPr algn="ctr"/>
            <a:r>
              <a:rPr lang="en-US" dirty="0"/>
              <a:t>Poor handling of increased load</a:t>
            </a:r>
          </a:p>
        </p:txBody>
      </p:sp>
      <p:sp>
        <p:nvSpPr>
          <p:cNvPr id="15" name="TextBox 14">
            <a:extLst>
              <a:ext uri="{FF2B5EF4-FFF2-40B4-BE49-F238E27FC236}">
                <a16:creationId xmlns:a16="http://schemas.microsoft.com/office/drawing/2014/main" id="{98C4FFEE-3CE9-8ADE-AA0A-C963B31C4143}"/>
              </a:ext>
            </a:extLst>
          </p:cNvPr>
          <p:cNvSpPr txBox="1"/>
          <p:nvPr/>
        </p:nvSpPr>
        <p:spPr>
          <a:xfrm>
            <a:off x="7310213" y="2436463"/>
            <a:ext cx="2175049" cy="646331"/>
          </a:xfrm>
          <a:prstGeom prst="rect">
            <a:avLst/>
          </a:prstGeom>
          <a:noFill/>
        </p:spPr>
        <p:txBody>
          <a:bodyPr wrap="square">
            <a:spAutoFit/>
          </a:bodyPr>
          <a:lstStyle/>
          <a:p>
            <a:pPr algn="ctr"/>
            <a:r>
              <a:rPr lang="en-US" dirty="0"/>
              <a:t>Static settings, no </a:t>
            </a:r>
            <a:r>
              <a:rPr lang="en-US" dirty="0" err="1"/>
              <a:t>flexiblity</a:t>
            </a:r>
            <a:endParaRPr lang="en-US" dirty="0"/>
          </a:p>
        </p:txBody>
      </p:sp>
      <p:sp>
        <p:nvSpPr>
          <p:cNvPr id="16" name="TextBox 15">
            <a:extLst>
              <a:ext uri="{FF2B5EF4-FFF2-40B4-BE49-F238E27FC236}">
                <a16:creationId xmlns:a16="http://schemas.microsoft.com/office/drawing/2014/main" id="{BEA35E8B-E302-F551-98B1-87F205C11F9F}"/>
              </a:ext>
            </a:extLst>
          </p:cNvPr>
          <p:cNvSpPr txBox="1"/>
          <p:nvPr/>
        </p:nvSpPr>
        <p:spPr>
          <a:xfrm>
            <a:off x="9429547" y="2438950"/>
            <a:ext cx="2175049" cy="646331"/>
          </a:xfrm>
          <a:prstGeom prst="rect">
            <a:avLst/>
          </a:prstGeom>
          <a:noFill/>
        </p:spPr>
        <p:txBody>
          <a:bodyPr wrap="square">
            <a:spAutoFit/>
          </a:bodyPr>
          <a:lstStyle/>
          <a:p>
            <a:pPr algn="ctr"/>
            <a:r>
              <a:rPr lang="en-US" dirty="0"/>
              <a:t>Poor support for disabled users</a:t>
            </a:r>
          </a:p>
        </p:txBody>
      </p:sp>
      <p:sp>
        <p:nvSpPr>
          <p:cNvPr id="17" name="TextBox 16">
            <a:extLst>
              <a:ext uri="{FF2B5EF4-FFF2-40B4-BE49-F238E27FC236}">
                <a16:creationId xmlns:a16="http://schemas.microsoft.com/office/drawing/2014/main" id="{6923F4B7-8D1F-59F3-AE03-8D0D7337BA15}"/>
              </a:ext>
            </a:extLst>
          </p:cNvPr>
          <p:cNvSpPr txBox="1"/>
          <p:nvPr/>
        </p:nvSpPr>
        <p:spPr>
          <a:xfrm>
            <a:off x="379202" y="5119016"/>
            <a:ext cx="2175049" cy="923330"/>
          </a:xfrm>
          <a:prstGeom prst="rect">
            <a:avLst/>
          </a:prstGeom>
          <a:noFill/>
        </p:spPr>
        <p:txBody>
          <a:bodyPr wrap="square">
            <a:spAutoFit/>
          </a:bodyPr>
          <a:lstStyle/>
          <a:p>
            <a:pPr algn="ctr"/>
            <a:r>
              <a:rPr lang="en-US" dirty="0"/>
              <a:t>Complex UI with unnecessary elements</a:t>
            </a:r>
          </a:p>
        </p:txBody>
      </p:sp>
      <p:sp>
        <p:nvSpPr>
          <p:cNvPr id="18" name="TextBox 17">
            <a:extLst>
              <a:ext uri="{FF2B5EF4-FFF2-40B4-BE49-F238E27FC236}">
                <a16:creationId xmlns:a16="http://schemas.microsoft.com/office/drawing/2014/main" id="{66750598-E2F4-7D11-E0E4-638AA5F14236}"/>
              </a:ext>
            </a:extLst>
          </p:cNvPr>
          <p:cNvSpPr txBox="1"/>
          <p:nvPr/>
        </p:nvSpPr>
        <p:spPr>
          <a:xfrm>
            <a:off x="2705152" y="5119016"/>
            <a:ext cx="2175049" cy="646331"/>
          </a:xfrm>
          <a:prstGeom prst="rect">
            <a:avLst/>
          </a:prstGeom>
          <a:noFill/>
        </p:spPr>
        <p:txBody>
          <a:bodyPr wrap="square">
            <a:spAutoFit/>
          </a:bodyPr>
          <a:lstStyle/>
          <a:p>
            <a:pPr algn="ctr"/>
            <a:r>
              <a:rPr lang="en-US" dirty="0"/>
              <a:t>Unclear information priority</a:t>
            </a:r>
          </a:p>
        </p:txBody>
      </p:sp>
      <p:sp>
        <p:nvSpPr>
          <p:cNvPr id="19" name="TextBox 18">
            <a:extLst>
              <a:ext uri="{FF2B5EF4-FFF2-40B4-BE49-F238E27FC236}">
                <a16:creationId xmlns:a16="http://schemas.microsoft.com/office/drawing/2014/main" id="{097EB8C4-92FC-A067-8A19-775C466715A8}"/>
              </a:ext>
            </a:extLst>
          </p:cNvPr>
          <p:cNvSpPr txBox="1"/>
          <p:nvPr/>
        </p:nvSpPr>
        <p:spPr>
          <a:xfrm>
            <a:off x="5201152" y="5119016"/>
            <a:ext cx="2175049" cy="646331"/>
          </a:xfrm>
          <a:prstGeom prst="rect">
            <a:avLst/>
          </a:prstGeom>
          <a:noFill/>
        </p:spPr>
        <p:txBody>
          <a:bodyPr wrap="square">
            <a:spAutoFit/>
          </a:bodyPr>
          <a:lstStyle/>
          <a:p>
            <a:pPr algn="ctr"/>
            <a:r>
              <a:rPr lang="en-US" dirty="0"/>
              <a:t>Lack of user progress indicators</a:t>
            </a:r>
          </a:p>
        </p:txBody>
      </p:sp>
      <p:sp>
        <p:nvSpPr>
          <p:cNvPr id="20" name="TextBox 19">
            <a:extLst>
              <a:ext uri="{FF2B5EF4-FFF2-40B4-BE49-F238E27FC236}">
                <a16:creationId xmlns:a16="http://schemas.microsoft.com/office/drawing/2014/main" id="{74403592-2381-020E-E696-D0D7D973E872}"/>
              </a:ext>
            </a:extLst>
          </p:cNvPr>
          <p:cNvSpPr txBox="1"/>
          <p:nvPr/>
        </p:nvSpPr>
        <p:spPr>
          <a:xfrm>
            <a:off x="7343207" y="5119016"/>
            <a:ext cx="2175049" cy="646331"/>
          </a:xfrm>
          <a:prstGeom prst="rect">
            <a:avLst/>
          </a:prstGeom>
          <a:noFill/>
        </p:spPr>
        <p:txBody>
          <a:bodyPr wrap="square">
            <a:spAutoFit/>
          </a:bodyPr>
          <a:lstStyle/>
          <a:p>
            <a:pPr algn="ctr"/>
            <a:r>
              <a:rPr lang="en-US" dirty="0"/>
              <a:t>Incomplete or unclear spec</a:t>
            </a:r>
          </a:p>
        </p:txBody>
      </p:sp>
      <p:sp>
        <p:nvSpPr>
          <p:cNvPr id="21" name="TextBox 20">
            <a:extLst>
              <a:ext uri="{FF2B5EF4-FFF2-40B4-BE49-F238E27FC236}">
                <a16:creationId xmlns:a16="http://schemas.microsoft.com/office/drawing/2014/main" id="{8BCCB9C2-11D6-DBCA-CE63-FB9104A85264}"/>
              </a:ext>
            </a:extLst>
          </p:cNvPr>
          <p:cNvSpPr txBox="1"/>
          <p:nvPr/>
        </p:nvSpPr>
        <p:spPr>
          <a:xfrm>
            <a:off x="9462541" y="5121503"/>
            <a:ext cx="2175049" cy="646331"/>
          </a:xfrm>
          <a:prstGeom prst="rect">
            <a:avLst/>
          </a:prstGeom>
          <a:noFill/>
        </p:spPr>
        <p:txBody>
          <a:bodyPr wrap="square">
            <a:spAutoFit/>
          </a:bodyPr>
          <a:lstStyle/>
          <a:p>
            <a:pPr algn="ctr"/>
            <a:r>
              <a:rPr lang="en-US" dirty="0"/>
              <a:t>No built-in security measures</a:t>
            </a:r>
          </a:p>
        </p:txBody>
      </p:sp>
    </p:spTree>
    <p:extLst>
      <p:ext uri="{BB962C8B-B14F-4D97-AF65-F5344CB8AC3E}">
        <p14:creationId xmlns:p14="http://schemas.microsoft.com/office/powerpoint/2010/main" val="19727721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3F5B5-B8FC-83C2-E821-3579635AE517}"/>
              </a:ext>
            </a:extLst>
          </p:cNvPr>
          <p:cNvSpPr>
            <a:spLocks noGrp="1"/>
          </p:cNvSpPr>
          <p:nvPr>
            <p:ph type="title"/>
          </p:nvPr>
        </p:nvSpPr>
        <p:spPr>
          <a:xfrm>
            <a:off x="346208" y="243001"/>
            <a:ext cx="10229850" cy="997196"/>
          </a:xfrm>
        </p:spPr>
        <p:txBody>
          <a:bodyPr/>
          <a:lstStyle/>
          <a:p>
            <a:r>
              <a:rPr lang="en-US" dirty="0">
                <a:effectLst/>
              </a:rPr>
              <a:t>Design Review</a:t>
            </a:r>
            <a:br>
              <a:rPr lang="en-US" dirty="0">
                <a:effectLst/>
              </a:rPr>
            </a:br>
            <a:endParaRPr lang="en-US" dirty="0"/>
          </a:p>
        </p:txBody>
      </p:sp>
      <p:sp>
        <p:nvSpPr>
          <p:cNvPr id="5" name="TextBox 4">
            <a:extLst>
              <a:ext uri="{FF2B5EF4-FFF2-40B4-BE49-F238E27FC236}">
                <a16:creationId xmlns:a16="http://schemas.microsoft.com/office/drawing/2014/main" id="{2D10ACB0-8C45-0DC3-0DD9-64F3AE86FEE7}"/>
              </a:ext>
            </a:extLst>
          </p:cNvPr>
          <p:cNvSpPr txBox="1"/>
          <p:nvPr/>
        </p:nvSpPr>
        <p:spPr>
          <a:xfrm>
            <a:off x="268549" y="1024753"/>
            <a:ext cx="6094520" cy="1785104"/>
          </a:xfrm>
          <a:prstGeom prst="rect">
            <a:avLst/>
          </a:prstGeom>
          <a:noFill/>
        </p:spPr>
        <p:txBody>
          <a:bodyPr wrap="square">
            <a:spAutoFit/>
          </a:bodyPr>
          <a:lstStyle/>
          <a:p>
            <a:pPr marL="342900" indent="-342900">
              <a:buFont typeface="Wingdings" panose="05000000000000000000" pitchFamily="2" charset="2"/>
              <a:buChar char="ü"/>
            </a:pPr>
            <a:r>
              <a:rPr lang="en-US" sz="2200" dirty="0">
                <a:effectLst/>
              </a:rPr>
              <a:t>Ask These Questions</a:t>
            </a:r>
          </a:p>
          <a:p>
            <a:pPr marL="800124" lvl="1" indent="-342900">
              <a:buFont typeface="Wingdings" panose="05000000000000000000" pitchFamily="2" charset="2"/>
              <a:buChar char="ü"/>
            </a:pPr>
            <a:r>
              <a:rPr lang="en-US" sz="2200" dirty="0"/>
              <a:t>Is it easy to understand?</a:t>
            </a:r>
          </a:p>
          <a:p>
            <a:pPr marL="800124" lvl="1" indent="-342900">
              <a:buFont typeface="Wingdings" panose="05000000000000000000" pitchFamily="2" charset="2"/>
              <a:buChar char="ü"/>
            </a:pPr>
            <a:r>
              <a:rPr lang="en-US" sz="2200" dirty="0"/>
              <a:t>Easy to change one part?</a:t>
            </a:r>
          </a:p>
          <a:p>
            <a:pPr marL="800124" lvl="1" indent="-342900">
              <a:buFont typeface="Wingdings" panose="05000000000000000000" pitchFamily="2" charset="2"/>
              <a:buChar char="ü"/>
            </a:pPr>
            <a:r>
              <a:rPr lang="en-US" sz="2200" dirty="0"/>
              <a:t>High cohesion &amp; low coupling?</a:t>
            </a:r>
          </a:p>
          <a:p>
            <a:pPr marL="800124" lvl="1" indent="-342900">
              <a:buFont typeface="Wingdings" panose="05000000000000000000" pitchFamily="2" charset="2"/>
              <a:buChar char="ü"/>
            </a:pPr>
            <a:r>
              <a:rPr lang="en-US" sz="2200" dirty="0"/>
              <a:t>Follows KISS &amp; DRY?</a:t>
            </a:r>
          </a:p>
        </p:txBody>
      </p:sp>
    </p:spTree>
    <p:extLst>
      <p:ext uri="{BB962C8B-B14F-4D97-AF65-F5344CB8AC3E}">
        <p14:creationId xmlns:p14="http://schemas.microsoft.com/office/powerpoint/2010/main" val="2145574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Custom 22">
      <a:dk1>
        <a:sysClr val="windowText" lastClr="000000"/>
      </a:dk1>
      <a:lt1>
        <a:sysClr val="window" lastClr="FFFFFF"/>
      </a:lt1>
      <a:dk2>
        <a:srgbClr val="44546A"/>
      </a:dk2>
      <a:lt2>
        <a:srgbClr val="E7E6E6"/>
      </a:lt2>
      <a:accent1>
        <a:srgbClr val="09244C"/>
      </a:accent1>
      <a:accent2>
        <a:srgbClr val="B0E900"/>
      </a:accent2>
      <a:accent3>
        <a:srgbClr val="09244C"/>
      </a:accent3>
      <a:accent4>
        <a:srgbClr val="009CDA"/>
      </a:accent4>
      <a:accent5>
        <a:srgbClr val="AED8EF"/>
      </a:accent5>
      <a:accent6>
        <a:srgbClr val="D0CECE"/>
      </a:accent6>
      <a:hlink>
        <a:srgbClr val="3F3F3F"/>
      </a:hlink>
      <a:folHlink>
        <a:srgbClr val="D6DCE4"/>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IST_TEMP" id="{4D83D5FB-B804-45CB-AD03-6F0373F60196}" vid="{87404F8C-579C-4577-A4BB-7A225982D545}"/>
    </a:ext>
  </a:extLst>
</a:theme>
</file>

<file path=ppt/theme/theme2.xml><?xml version="1.0" encoding="utf-8"?>
<a:theme xmlns:a="http://schemas.openxmlformats.org/drawingml/2006/main" name="Larissa">
  <a:themeElements>
    <a:clrScheme name="LEBEMAN">
      <a:dk1>
        <a:srgbClr val="09244C"/>
      </a:dk1>
      <a:lt1>
        <a:srgbClr val="FFFFFF"/>
      </a:lt1>
      <a:dk2>
        <a:srgbClr val="09244C"/>
      </a:dk2>
      <a:lt2>
        <a:srgbClr val="B3E900"/>
      </a:lt2>
      <a:accent1>
        <a:srgbClr val="009CDA"/>
      </a:accent1>
      <a:accent2>
        <a:srgbClr val="AED8EF"/>
      </a:accent2>
      <a:accent3>
        <a:srgbClr val="D9ECF8"/>
      </a:accent3>
      <a:accent4>
        <a:srgbClr val="C6C8CA"/>
      </a:accent4>
      <a:accent5>
        <a:srgbClr val="77787B"/>
      </a:accent5>
      <a:accent6>
        <a:srgbClr val="B3E900"/>
      </a:accent6>
      <a:hlink>
        <a:srgbClr val="B3E900"/>
      </a:hlink>
      <a:folHlink>
        <a:srgbClr val="77787B"/>
      </a:folHlink>
    </a:clrScheme>
    <a:fontScheme name="Segoe UI Semibold &amp; Regular">
      <a:majorFont>
        <a:latin typeface="Segoe UI Semibold"/>
        <a:ea typeface=""/>
        <a:cs typeface="Segoe UI Black"/>
      </a:majorFont>
      <a:minorFont>
        <a:latin typeface="Segoe UI"/>
        <a:ea typeface=""/>
        <a:cs typeface="Segoe UI"/>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EBEMAN">
      <a:dk1>
        <a:srgbClr val="09244C"/>
      </a:dk1>
      <a:lt1>
        <a:srgbClr val="FFFFFF"/>
      </a:lt1>
      <a:dk2>
        <a:srgbClr val="09244C"/>
      </a:dk2>
      <a:lt2>
        <a:srgbClr val="B3E900"/>
      </a:lt2>
      <a:accent1>
        <a:srgbClr val="009CDA"/>
      </a:accent1>
      <a:accent2>
        <a:srgbClr val="AED8EF"/>
      </a:accent2>
      <a:accent3>
        <a:srgbClr val="D9ECF8"/>
      </a:accent3>
      <a:accent4>
        <a:srgbClr val="C6C8CA"/>
      </a:accent4>
      <a:accent5>
        <a:srgbClr val="77787B"/>
      </a:accent5>
      <a:accent6>
        <a:srgbClr val="B3E900"/>
      </a:accent6>
      <a:hlink>
        <a:srgbClr val="B3E900"/>
      </a:hlink>
      <a:folHlink>
        <a:srgbClr val="77787B"/>
      </a:folHlink>
    </a:clrScheme>
    <a:fontScheme name="Segoe UI Semibold &amp; Regular">
      <a:majorFont>
        <a:latin typeface="Segoe UI Semibold"/>
        <a:ea typeface=""/>
        <a:cs typeface="Segoe UI Black"/>
      </a:majorFont>
      <a:minorFont>
        <a:latin typeface="Segoe UI"/>
        <a:ea typeface=""/>
        <a:cs typeface="Segoe UI"/>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MIST_InHouse SW Dev</Template>
  <TotalTime>7165</TotalTime>
  <Words>1710</Words>
  <Application>Microsoft Office PowerPoint</Application>
  <PresentationFormat>Custom</PresentationFormat>
  <Paragraphs>245</Paragraphs>
  <Slides>31</Slides>
  <Notes>0</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44" baseType="lpstr">
      <vt:lpstr>Arial</vt:lpstr>
      <vt:lpstr>Bradley Hand ITC</vt:lpstr>
      <vt:lpstr>Calibri</vt:lpstr>
      <vt:lpstr>Calibri Light</vt:lpstr>
      <vt:lpstr>Open Sans</vt:lpstr>
      <vt:lpstr>Open Sans Light</vt:lpstr>
      <vt:lpstr>Segoe UI</vt:lpstr>
      <vt:lpstr>Symbol</vt:lpstr>
      <vt:lpstr>Tahoma</vt:lpstr>
      <vt:lpstr>Times New Roman</vt:lpstr>
      <vt:lpstr>Wingdings</vt:lpstr>
      <vt:lpstr>Office Theme</vt:lpstr>
      <vt:lpstr>think-cell Slide</vt:lpstr>
      <vt:lpstr>SWE 4101</vt:lpstr>
      <vt:lpstr>PowerPoint Presentation</vt:lpstr>
      <vt:lpstr>What is Software Design</vt:lpstr>
      <vt:lpstr>Objectives of SW Design</vt:lpstr>
      <vt:lpstr>Why Software Design is Important?</vt:lpstr>
      <vt:lpstr>Bad Design vs Good Design </vt:lpstr>
      <vt:lpstr>When Do We Do Design? </vt:lpstr>
      <vt:lpstr>SW Design Level</vt:lpstr>
      <vt:lpstr>Modularity – The Most Important Idea</vt:lpstr>
      <vt:lpstr>Benefits of Modularity</vt:lpstr>
      <vt:lpstr>Cohesion – Keep Related Things Together </vt:lpstr>
      <vt:lpstr>Coupling – How Much Modules Depend on Each Other</vt:lpstr>
      <vt:lpstr>Goal of Good Design</vt:lpstr>
      <vt:lpstr>Software Design Principles</vt:lpstr>
      <vt:lpstr>Software Design Principles - SOLID</vt:lpstr>
      <vt:lpstr>PowerPoint Presentation</vt:lpstr>
      <vt:lpstr>Classes and Objects</vt:lpstr>
      <vt:lpstr>Let's take an example</vt:lpstr>
      <vt:lpstr>Let's take an example</vt:lpstr>
      <vt:lpstr>Let's take an example</vt:lpstr>
      <vt:lpstr>Let's take an example</vt:lpstr>
      <vt:lpstr>Encapsulation (information hiding)</vt:lpstr>
      <vt:lpstr>Abstraction</vt:lpstr>
      <vt:lpstr>Class Hierarchies &amp; Inheritance</vt:lpstr>
      <vt:lpstr>Recall the mobile Phone Example</vt:lpstr>
      <vt:lpstr>Class Inheritance &amp; Specialization</vt:lpstr>
      <vt:lpstr>Polymorphism</vt:lpstr>
      <vt:lpstr>Let's take an example</vt:lpstr>
      <vt:lpstr>Refactoring </vt:lpstr>
      <vt:lpstr>Common Design Mistakes</vt:lpstr>
      <vt:lpstr>Design Review </vt:lpstr>
    </vt:vector>
  </TitlesOfParts>
  <Manager>You Exec (https://youexec.com/plus)</Manager>
  <LinksUpToDate>false</LinksUpToDate>
  <SharedDoc>false</SharedDoc>
  <HyperlinkBase>https://youexec.com/plus</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You Exec (https://youexec.com/plus)</dc:subject>
  <dc:creator>User</dc:creator>
  <cp:keywords>You Exec (https:/youexec.com/plus)</cp:keywords>
  <dc:description>You Exec (https://youexec.com/plus)</dc:description>
  <cp:lastModifiedBy>shohel ahmed</cp:lastModifiedBy>
  <cp:revision>356</cp:revision>
  <dcterms:created xsi:type="dcterms:W3CDTF">2019-09-14T03:57:54Z</dcterms:created>
  <dcterms:modified xsi:type="dcterms:W3CDTF">2026-02-06T03:34:15Z</dcterms:modified>
  <cp:category>You Exec (https://youexec.com/plus)</cp:category>
</cp:coreProperties>
</file>