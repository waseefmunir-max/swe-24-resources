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dD+cZ9bfgTXKDa2XBRj0AJj/F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5.gif"/><Relationship Id="rId9" Type="http://schemas.openxmlformats.org/officeDocument/2006/relationships/image" Target="../media/image10.gif"/><Relationship Id="rId5" Type="http://schemas.openxmlformats.org/officeDocument/2006/relationships/image" Target="../media/image14.gif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055" y="537874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196468" y="2844799"/>
            <a:ext cx="81685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Islamic University of Technology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682259" y="4008582"/>
            <a:ext cx="4832798" cy="156966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no:  Phy 4143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Title: Physics II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Teacher : Dr Md. Sahab Uddin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359491" y="0"/>
            <a:ext cx="361951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Nodal Analysis</a:t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5401754" y="22614"/>
            <a:ext cx="515038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1" lang="en-US" sz="3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Kirchhoff's Current law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1" lang="en-US" sz="3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Ohm’s law</a:t>
            </a:r>
            <a:endParaRPr b="1" sz="3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075611" y="261257"/>
            <a:ext cx="949235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59491" y="1222943"/>
            <a:ext cx="1176284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Nodal Analysis Definition: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Nodal analysis is a method for analyzing electric circuits by calculating voltages at different points, or nodes, in the circuit.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Kirchhoff’s Current Law (KCL):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KCL is used in nodal analysis to ensure the total current entering a node equals the total current leaving, which is fundamental for setting up the equations.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Reference and Non-Reference Nodes: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nodes are used as a baseline or zero voltage point, while non-reference nodes are the points where voltage is measured and calculated.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Handling of Components: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nodal analysis, components like resistors and current sources are used to formulate equations based on Ohm’s Law.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odal analysis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04" y="3657600"/>
            <a:ext cx="3597834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1511166" y="4880008"/>
            <a:ext cx="202130" cy="211755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2906828" y="4880008"/>
            <a:ext cx="202130" cy="211755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242724" y="4324165"/>
            <a:ext cx="568303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nodes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KCL at each node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Equations for each node using Ohm’s law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 the equation to find Node voltages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21" y="2243382"/>
            <a:ext cx="4143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160421" y="226269"/>
            <a:ext cx="38876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Nodal Analysis with Current Sources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Nodal analysis with current sources is very easy and it is discussed with an example below.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60421" y="1627504"/>
            <a:ext cx="42864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Example: Calculate Node Voltages in following circuit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60421" y="5546906"/>
            <a:ext cx="38051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circuit we have 3 nodes from which one is reference node and other two are non reference nodes – Node 1 and Node 2.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722796" y="226269"/>
            <a:ext cx="69686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I.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Assign the nodes voltages as v1 and 2 and also mark the directions of branch currents with respect to the reference nodes</a:t>
            </a:r>
            <a:endParaRPr/>
          </a:p>
        </p:txBody>
      </p:sp>
      <p:pic>
        <p:nvPicPr>
          <p:cNvPr descr="https://www.electrical4u.com/images/november15/1449732604.gif" id="108" name="Google Shape;10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5932" y="1636838"/>
            <a:ext cx="2964864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3"/>
          <p:cNvSpPr/>
          <p:nvPr/>
        </p:nvSpPr>
        <p:spPr>
          <a:xfrm>
            <a:off x="4722796" y="880720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II.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KCL to Nodes 1 and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KCL at Node 1</a:t>
            </a:r>
            <a:endParaRPr/>
          </a:p>
        </p:txBody>
      </p:sp>
      <p:pic>
        <p:nvPicPr>
          <p:cNvPr descr="https://www.electrical4u.com/images/november15/1449731987.gif"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6171" y="1627504"/>
            <a:ext cx="2716306" cy="45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3"/>
          <p:cNvSpPr/>
          <p:nvPr/>
        </p:nvSpPr>
        <p:spPr>
          <a:xfrm>
            <a:off x="4722796" y="2382408"/>
            <a:ext cx="68660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 III.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Ohm’s Law to KCL equations Node 1 &amp; 2 and simplifying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1120" y="2852193"/>
            <a:ext cx="3544147" cy="64008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4310" y="2953923"/>
            <a:ext cx="2614507" cy="36576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2796" y="3987228"/>
            <a:ext cx="4019843" cy="54864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www.electrical4u.com/images/november15/1449679757.gif" id="115" name="Google Shape;11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3787" y="4167900"/>
            <a:ext cx="2782389" cy="27432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3"/>
          <p:cNvSpPr/>
          <p:nvPr/>
        </p:nvSpPr>
        <p:spPr>
          <a:xfrm>
            <a:off x="8034538" y="1660163"/>
            <a:ext cx="567890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370843" y="2929917"/>
            <a:ext cx="567890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866172" y="4051236"/>
            <a:ext cx="374082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774130" y="4999873"/>
            <a:ext cx="68660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Step IV. Solving (3) and (4) gives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aseline="-25000"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= 13.33 Volts and V</a:t>
            </a:r>
            <a:r>
              <a:rPr baseline="-25000"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= 20 Volts</a:t>
            </a:r>
            <a:endParaRPr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13599" l="0" r="0" t="0"/>
          <a:stretch/>
        </p:blipFill>
        <p:spPr>
          <a:xfrm>
            <a:off x="1843238" y="1828800"/>
            <a:ext cx="762000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772798" y="404881"/>
            <a:ext cx="57567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Q. Using nodal analysis find I(With Voltage source)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848225" y="5457825"/>
            <a:ext cx="942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Ans. 5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8800" l="0" r="0" t="1"/>
          <a:stretch/>
        </p:blipFill>
        <p:spPr>
          <a:xfrm>
            <a:off x="2189748" y="1649129"/>
            <a:ext cx="76200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324050" y="391511"/>
            <a:ext cx="82424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Question .Find V1 and V2 using nodal analysis (With current Source)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3990975" y="5476875"/>
            <a:ext cx="29001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Ans. V1 = -2 V and V2 = -14 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144378" y="179186"/>
            <a:ext cx="1168506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Super Node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 node is special condition of nodes. When a voltage source is present between two non-reference node then it is called as super node. KVL and KCL are both applied to the super node to solve the equations.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Properties of Super node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does not have well defined voltage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KCL and KVL are required to solve the equations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voltage difference is zero between any two nodes in super node</a:t>
            </a:r>
            <a:endParaRPr/>
          </a:p>
        </p:txBody>
      </p:sp>
      <p:pic>
        <p:nvPicPr>
          <p:cNvPr descr="Nodal-Analysis-Questio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96" y="2914449"/>
            <a:ext cx="762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44378" y="2487510"/>
            <a:ext cx="8094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Q</a:t>
            </a:r>
            <a:r>
              <a:rPr b="1" lang="en-US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. Using nodal analysis find V</a:t>
            </a:r>
            <a:r>
              <a:rPr b="1" baseline="-25000" lang="en-US" sz="105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lang="en-US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 and V</a:t>
            </a:r>
            <a:r>
              <a:rPr b="1" baseline="-25000" lang="en-US" sz="105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5590573" y="5960962"/>
            <a:ext cx="16946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V1=-7.33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V2= -5.33 V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359491" y="0"/>
            <a:ext cx="352974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Mesh Analysis</a:t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5401754" y="22614"/>
            <a:ext cx="53006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1" lang="en-US" sz="3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Kirchhoff's Voltage law</a:t>
            </a:r>
            <a:endParaRPr/>
          </a:p>
          <a:p>
            <a:pPr indent="-5715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Char char="•"/>
            </a:pPr>
            <a:r>
              <a:rPr b="1" lang="en-US" sz="3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Ohm’s law</a:t>
            </a:r>
            <a:endParaRPr b="1" sz="3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075611" y="261257"/>
            <a:ext cx="949235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59490" y="1345764"/>
            <a:ext cx="1183250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Mesh analysis is also known as loop analysis or the mesh current method.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NewRoman"/>
              <a:ea typeface="TimesNewRoman"/>
              <a:cs typeface="TimesNewRoman"/>
              <a:sym typeface="TimesNew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Nodal analysis applies KCL to find unknown voltages in a given circuit, while mesh analysis applies </a:t>
            </a:r>
            <a:r>
              <a:rPr b="1" lang="en-US" sz="1800">
                <a:solidFill>
                  <a:srgbClr val="FF0000"/>
                </a:solidFill>
                <a:latin typeface="TimesNewRoman"/>
                <a:ea typeface="TimesNewRoman"/>
                <a:cs typeface="TimesNewRoman"/>
                <a:sym typeface="TimesNewRoman"/>
              </a:rPr>
              <a:t>KVL 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to find unknown currents.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NewRoman"/>
              <a:ea typeface="TimesNewRoman"/>
              <a:cs typeface="TimesNewRoman"/>
              <a:sym typeface="TimesNew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The current through a mesh is known as mesh current.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76275" y="3818837"/>
            <a:ext cx="609600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1. Make a clear diagram.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2. Assign mesh currents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i</a:t>
            </a:r>
            <a:r>
              <a:rPr b="1" lang="en-US" sz="14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,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i</a:t>
            </a:r>
            <a:r>
              <a:rPr b="1" lang="en-US" sz="14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,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i</a:t>
            </a:r>
            <a:r>
              <a:rPr b="1" lang="en-US" sz="14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,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…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,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i</a:t>
            </a:r>
            <a:r>
              <a:rPr b="1" lang="en-US" sz="14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n 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to the n meshes.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3. Apply KVL to each of the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n 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meshes. Use Ohm’s law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express the voltages in terms of the mesh currents.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4. Solve the resulting </a:t>
            </a:r>
            <a:r>
              <a:rPr b="1" lang="en-US" sz="20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n </a:t>
            </a: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simultaneous equations to get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NewRoman"/>
                <a:ea typeface="TimesNewRoman"/>
                <a:cs typeface="TimesNewRoman"/>
                <a:sym typeface="TimesNewRoman"/>
              </a:rPr>
              <a:t>mesh currents.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359490" y="3100090"/>
            <a:ext cx="144783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1" sz="4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7524" y="3466388"/>
            <a:ext cx="4973972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624" y="47153"/>
            <a:ext cx="10764752" cy="6763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617" y="1057004"/>
            <a:ext cx="10317015" cy="3886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755" y="118600"/>
            <a:ext cx="10850489" cy="662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97" y="156706"/>
            <a:ext cx="10783805" cy="654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852" y="91440"/>
            <a:ext cx="9679827" cy="676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812" y="294767"/>
            <a:ext cx="10254686" cy="621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617" y="699720"/>
            <a:ext cx="10679015" cy="5268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834" y="637656"/>
            <a:ext cx="9418320" cy="6051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47" y="513946"/>
            <a:ext cx="9897856" cy="5792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2025-11-09T11:10:23Z</dcterms:created>
  <dc:creator>user</dc:creator>
</cp:coreProperties>
</file>