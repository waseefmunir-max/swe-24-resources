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8" r:id="rId4"/>
    <p:sldId id="257" r:id="rId5"/>
    <p:sldId id="259" r:id="rId6"/>
    <p:sldId id="260" r:id="rId7"/>
    <p:sldId id="266" r:id="rId8"/>
    <p:sldId id="267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5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1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2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0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6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9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3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5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AEDE8-9AB4-430C-A231-8E2C4AC7B64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5" y="537874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6468" y="2844799"/>
            <a:ext cx="81685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 smtClean="0"/>
              <a:t>Islamic University of Technology</a:t>
            </a:r>
            <a:endParaRPr lang="en-US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3682259" y="4008582"/>
            <a:ext cx="4832798" cy="15696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Course no:  </a:t>
            </a:r>
            <a:r>
              <a:rPr lang="en-US" sz="2400" dirty="0" err="1" smtClean="0"/>
              <a:t>Phy</a:t>
            </a:r>
            <a:r>
              <a:rPr lang="en-US" sz="2400" dirty="0" smtClean="0"/>
              <a:t> 4143</a:t>
            </a:r>
          </a:p>
          <a:p>
            <a:pPr algn="ctr"/>
            <a:r>
              <a:rPr lang="en-US" sz="2400" dirty="0" smtClean="0"/>
              <a:t>Course Title: Physics II</a:t>
            </a:r>
          </a:p>
          <a:p>
            <a:pPr algn="ctr"/>
            <a:r>
              <a:rPr lang="en-US" sz="2400" dirty="0" smtClean="0"/>
              <a:t>Course Teacher : </a:t>
            </a:r>
            <a:r>
              <a:rPr lang="en-US" sz="2400" dirty="0" err="1" smtClean="0"/>
              <a:t>Dr</a:t>
            </a:r>
            <a:r>
              <a:rPr lang="en-US" sz="2400" dirty="0" smtClean="0"/>
              <a:t> Md. </a:t>
            </a:r>
            <a:r>
              <a:rPr lang="en-US" sz="2400" dirty="0" err="1" smtClean="0"/>
              <a:t>Sahab</a:t>
            </a:r>
            <a:r>
              <a:rPr lang="en-US" sz="2400" dirty="0" smtClean="0"/>
              <a:t> Uddin</a:t>
            </a:r>
          </a:p>
          <a:p>
            <a:pPr algn="ctr"/>
            <a:r>
              <a:rPr lang="en-US" sz="2400" dirty="0" smtClean="0"/>
              <a:t>Professor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363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2"/>
          <a:srcRect l="65301" r="2934"/>
          <a:stretch/>
        </p:blipFill>
        <p:spPr>
          <a:xfrm>
            <a:off x="4262436" y="3176109"/>
            <a:ext cx="822960" cy="1762125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1924051" y="2514600"/>
            <a:ext cx="37147" cy="27298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 descr="The Basics of Electrical Resistance (R) - Video Tutori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t="35406" r="37230" b="31261"/>
          <a:stretch/>
        </p:blipFill>
        <p:spPr bwMode="auto">
          <a:xfrm>
            <a:off x="2520315" y="4960620"/>
            <a:ext cx="228600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The Basics of Electrical Resistance (R) - Video Tutori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t="35406" r="37230" b="31261"/>
          <a:stretch/>
        </p:blipFill>
        <p:spPr bwMode="auto">
          <a:xfrm>
            <a:off x="2520315" y="2263139"/>
            <a:ext cx="228600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" name="Straight Connector 71"/>
          <p:cNvCxnSpPr/>
          <p:nvPr/>
        </p:nvCxnSpPr>
        <p:spPr>
          <a:xfrm flipH="1">
            <a:off x="4735830" y="4730112"/>
            <a:ext cx="9525" cy="5505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952625" y="5244462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926909" y="2566036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735830" y="2517456"/>
            <a:ext cx="0" cy="8667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2" descr="The Basics of Electrical Resistance (R) - Video Tutori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t="35406" r="37230" b="31261"/>
          <a:stretch/>
        </p:blipFill>
        <p:spPr bwMode="auto">
          <a:xfrm>
            <a:off x="5365432" y="2253614"/>
            <a:ext cx="228600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/>
          <p:cNvCxnSpPr/>
          <p:nvPr/>
        </p:nvCxnSpPr>
        <p:spPr>
          <a:xfrm>
            <a:off x="4735830" y="2556511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2" descr="The Basics of Electrical Resistance (R) - Video Tutori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t="35406" r="37230" b="31261"/>
          <a:stretch/>
        </p:blipFill>
        <p:spPr bwMode="auto">
          <a:xfrm>
            <a:off x="5359718" y="4952042"/>
            <a:ext cx="228600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6" name="Straight Connector 85"/>
          <p:cNvCxnSpPr/>
          <p:nvPr/>
        </p:nvCxnSpPr>
        <p:spPr>
          <a:xfrm>
            <a:off x="4730116" y="5235889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7564755" y="2514600"/>
            <a:ext cx="0" cy="21336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7564755" y="4514371"/>
            <a:ext cx="0" cy="7491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1028701" y="3869054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7564755" y="3859529"/>
            <a:ext cx="895350" cy="9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19180" y="3526568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A</a:t>
            </a:r>
            <a:endParaRPr lang="en-US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9116540" y="3536361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B</a:t>
            </a:r>
            <a:endParaRPr lang="en-US" b="1" dirty="0"/>
          </a:p>
        </p:txBody>
      </p:sp>
      <p:sp>
        <p:nvSpPr>
          <p:cNvPr id="100" name="Oval 99"/>
          <p:cNvSpPr/>
          <p:nvPr/>
        </p:nvSpPr>
        <p:spPr>
          <a:xfrm>
            <a:off x="754380" y="3732098"/>
            <a:ext cx="274320" cy="27432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8440105" y="3741419"/>
            <a:ext cx="274320" cy="27432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3409078" y="1893807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4 </a:t>
            </a:r>
            <a:r>
              <a:rPr lang="el-G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24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371353" y="1869283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  <a:r>
              <a:rPr lang="en-US" sz="2400" dirty="0" smtClean="0"/>
              <a:t> </a:t>
            </a:r>
            <a:r>
              <a:rPr lang="el-G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24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195582" y="5600700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  <a:r>
              <a:rPr lang="en-US" sz="2400" dirty="0" smtClean="0"/>
              <a:t> </a:t>
            </a:r>
            <a:r>
              <a:rPr lang="el-G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2400" dirty="0"/>
          </a:p>
        </p:txBody>
      </p:sp>
      <p:sp>
        <p:nvSpPr>
          <p:cNvPr id="107" name="TextBox 106"/>
          <p:cNvSpPr txBox="1"/>
          <p:nvPr/>
        </p:nvSpPr>
        <p:spPr>
          <a:xfrm>
            <a:off x="3409077" y="5592122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 </a:t>
            </a:r>
            <a:r>
              <a:rPr lang="el-G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2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5052582" y="3849733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 </a:t>
            </a:r>
            <a:r>
              <a:rPr lang="el-G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2400" dirty="0"/>
          </a:p>
        </p:txBody>
      </p:sp>
      <p:sp>
        <p:nvSpPr>
          <p:cNvPr id="109" name="TextBox 108"/>
          <p:cNvSpPr txBox="1"/>
          <p:nvPr/>
        </p:nvSpPr>
        <p:spPr>
          <a:xfrm>
            <a:off x="1181403" y="930388"/>
            <a:ext cx="97072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</a:t>
            </a:r>
            <a:r>
              <a:rPr lang="en-US" sz="4400" dirty="0" smtClean="0">
                <a:solidFill>
                  <a:srgbClr val="FF0000"/>
                </a:solidFill>
              </a:rPr>
              <a:t>roblems to solve the circuit given below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08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9230" y="7140"/>
            <a:ext cx="7433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Y - </a:t>
            </a:r>
            <a:r>
              <a:rPr lang="el-GR" sz="4400" dirty="0" smtClean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and </a:t>
            </a:r>
            <a:r>
              <a:rPr lang="el-GR" sz="4400" dirty="0" smtClean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– Y Transformations 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48" y="776581"/>
            <a:ext cx="117252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Objectives</a:t>
            </a:r>
          </a:p>
          <a:p>
            <a:r>
              <a:rPr lang="en-US" dirty="0"/>
              <a:t>• </a:t>
            </a:r>
            <a:r>
              <a:rPr lang="en-US" sz="2000" b="1" dirty="0">
                <a:solidFill>
                  <a:srgbClr val="0070C0"/>
                </a:solidFill>
              </a:rPr>
              <a:t>A part of a larger circuit that is configured with three terminal network </a:t>
            </a:r>
            <a:r>
              <a:rPr lang="en-US" sz="2000" b="1" dirty="0" smtClean="0">
                <a:solidFill>
                  <a:srgbClr val="0070C0"/>
                </a:solidFill>
              </a:rPr>
              <a:t>Y (or Δ</a:t>
            </a:r>
            <a:r>
              <a:rPr lang="en-US" sz="2000" b="1" dirty="0">
                <a:solidFill>
                  <a:srgbClr val="0070C0"/>
                </a:solidFill>
              </a:rPr>
              <a:t>) to convert into an equivalent </a:t>
            </a:r>
            <a:r>
              <a:rPr lang="en-US" sz="2000" b="1" dirty="0" smtClean="0">
                <a:solidFill>
                  <a:srgbClr val="0070C0"/>
                </a:solidFill>
              </a:rPr>
              <a:t>Δ (</a:t>
            </a:r>
            <a:r>
              <a:rPr lang="en-US" sz="2000" b="1" dirty="0">
                <a:solidFill>
                  <a:srgbClr val="0070C0"/>
                </a:solidFill>
              </a:rPr>
              <a:t>or Y) through transformations</a:t>
            </a:r>
            <a:r>
              <a:rPr lang="en-US" sz="2000" b="1" dirty="0" smtClean="0">
                <a:solidFill>
                  <a:srgbClr val="0070C0"/>
                </a:solidFill>
              </a:rPr>
              <a:t>.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• Application of these transformations will be studied by solving resistive circuits.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1765"/>
          <a:stretch/>
        </p:blipFill>
        <p:spPr>
          <a:xfrm>
            <a:off x="447673" y="3962115"/>
            <a:ext cx="6097074" cy="1554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250" b="11514"/>
          <a:stretch/>
        </p:blipFill>
        <p:spPr>
          <a:xfrm>
            <a:off x="7744746" y="3962115"/>
            <a:ext cx="3586807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38555" y="3192674"/>
            <a:ext cx="588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Y 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3050" y="3192674"/>
            <a:ext cx="631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0" y="3192673"/>
            <a:ext cx="631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72330" y="3295650"/>
            <a:ext cx="588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Y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30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2" b="42484"/>
          <a:stretch/>
        </p:blipFill>
        <p:spPr>
          <a:xfrm>
            <a:off x="176829" y="1193442"/>
            <a:ext cx="5449065" cy="5486400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-1" t="57031" r="-685" b="785"/>
          <a:stretch/>
        </p:blipFill>
        <p:spPr>
          <a:xfrm>
            <a:off x="5862148" y="2478502"/>
            <a:ext cx="5735783" cy="420624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292" y="302730"/>
            <a:ext cx="5477639" cy="17814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0173" y="218896"/>
            <a:ext cx="52886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 smtClean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smtClean="0">
                <a:solidFill>
                  <a:srgbClr val="FF0000"/>
                </a:solidFill>
              </a:rPr>
              <a:t>– Y Transformations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26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2" r="20053" b="29962"/>
          <a:stretch/>
        </p:blipFill>
        <p:spPr>
          <a:xfrm>
            <a:off x="166765" y="1134328"/>
            <a:ext cx="5120640" cy="557784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8140" b="-7939"/>
          <a:stretch/>
        </p:blipFill>
        <p:spPr>
          <a:xfrm>
            <a:off x="5759041" y="3797164"/>
            <a:ext cx="5913947" cy="292608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997" y="1105450"/>
            <a:ext cx="2792034" cy="246888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0" y="93767"/>
            <a:ext cx="51812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Y - </a:t>
            </a:r>
            <a:r>
              <a:rPr lang="el-GR" sz="4400" dirty="0" smtClean="0">
                <a:solidFill>
                  <a:srgbClr val="FF0000"/>
                </a:solidFill>
              </a:rPr>
              <a:t>Δ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smtClean="0">
                <a:solidFill>
                  <a:srgbClr val="FF0000"/>
                </a:solidFill>
              </a:rPr>
              <a:t>Transformations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80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11" y="2260624"/>
            <a:ext cx="9711770" cy="4377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80726" y="777161"/>
            <a:ext cx="2722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Now Solve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3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35" y="542057"/>
            <a:ext cx="9860272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47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033" y="59481"/>
            <a:ext cx="7621279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5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3" t="24009" r="60252" b="37323"/>
          <a:stretch/>
        </p:blipFill>
        <p:spPr>
          <a:xfrm>
            <a:off x="967339" y="1900990"/>
            <a:ext cx="3840480" cy="2651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3" t="22665" r="27989" b="37336"/>
          <a:stretch/>
        </p:blipFill>
        <p:spPr>
          <a:xfrm>
            <a:off x="6294922" y="1900990"/>
            <a:ext cx="34747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0726" y="777161"/>
            <a:ext cx="2722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Now Solve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46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112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34</cp:revision>
  <dcterms:created xsi:type="dcterms:W3CDTF">2025-11-09T11:10:23Z</dcterms:created>
  <dcterms:modified xsi:type="dcterms:W3CDTF">2025-11-14T14:19:25Z</dcterms:modified>
</cp:coreProperties>
</file>